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9" r:id="rId3"/>
  </p:sldMasterIdLst>
  <p:notesMasterIdLst>
    <p:notesMasterId r:id="rId37"/>
  </p:notesMasterIdLst>
  <p:sldIdLst>
    <p:sldId id="316" r:id="rId4"/>
    <p:sldId id="305" r:id="rId5"/>
    <p:sldId id="306" r:id="rId6"/>
    <p:sldId id="294" r:id="rId7"/>
    <p:sldId id="307" r:id="rId8"/>
    <p:sldId id="325" r:id="rId9"/>
    <p:sldId id="328" r:id="rId10"/>
    <p:sldId id="330" r:id="rId11"/>
    <p:sldId id="329" r:id="rId12"/>
    <p:sldId id="331" r:id="rId13"/>
    <p:sldId id="332" r:id="rId14"/>
    <p:sldId id="335" r:id="rId15"/>
    <p:sldId id="334" r:id="rId16"/>
    <p:sldId id="336" r:id="rId17"/>
    <p:sldId id="333" r:id="rId18"/>
    <p:sldId id="295" r:id="rId19"/>
    <p:sldId id="308" r:id="rId20"/>
    <p:sldId id="298" r:id="rId21"/>
    <p:sldId id="317" r:id="rId22"/>
    <p:sldId id="309" r:id="rId23"/>
    <p:sldId id="319" r:id="rId24"/>
    <p:sldId id="320" r:id="rId25"/>
    <p:sldId id="323" r:id="rId26"/>
    <p:sldId id="324" r:id="rId27"/>
    <p:sldId id="313" r:id="rId28"/>
    <p:sldId id="285" r:id="rId29"/>
    <p:sldId id="286" r:id="rId30"/>
    <p:sldId id="287" r:id="rId31"/>
    <p:sldId id="318" r:id="rId32"/>
    <p:sldId id="315" r:id="rId33"/>
    <p:sldId id="289" r:id="rId34"/>
    <p:sldId id="291" r:id="rId35"/>
    <p:sldId id="314" r:id="rId36"/>
  </p:sldIdLst>
  <p:sldSz cx="12192000" cy="6858000"/>
  <p:notesSz cx="7103745" cy="10234295"/>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echuying" initials="k" lastIdx="0" clrIdx="0"/>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22" d="100"/>
          <a:sy n="122" d="100"/>
        </p:scale>
        <p:origin x="96" y="29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1" Type="http://schemas.openxmlformats.org/officeDocument/2006/relationships/commentAuthors" Target="commentAuthors.xml"/><Relationship Id="rId40" Type="http://schemas.openxmlformats.org/officeDocument/2006/relationships/tableStyles" Target="tableStyles.xml"/><Relationship Id="rId4" Type="http://schemas.openxmlformats.org/officeDocument/2006/relationships/slide" Target="slides/slide1.xml"/><Relationship Id="rId39" Type="http://schemas.openxmlformats.org/officeDocument/2006/relationships/viewProps" Target="viewProps.xml"/><Relationship Id="rId38" Type="http://schemas.openxmlformats.org/officeDocument/2006/relationships/presProps" Target="presProps.xml"/><Relationship Id="rId37" Type="http://schemas.openxmlformats.org/officeDocument/2006/relationships/notesMaster" Target="notesMasters/notesMaster1.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Master" Target="slideMasters/slideMaster2.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3812" y="0"/>
            <a:ext cx="3078290" cy="513492"/>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481584" y="1279287"/>
            <a:ext cx="6140577" cy="345407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0375" y="4925254"/>
            <a:ext cx="5682996" cy="4029754"/>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9720804"/>
            <a:ext cx="3078290" cy="513491"/>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3812" y="9720804"/>
            <a:ext cx="3078290" cy="513491"/>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4" Type="http://schemas.openxmlformats.org/officeDocument/2006/relationships/tags" Target="../tags/tag6.xml"/><Relationship Id="rId3" Type="http://schemas.openxmlformats.org/officeDocument/2006/relationships/tags" Target="../tags/tag5.xml"/><Relationship Id="rId2" Type="http://schemas.openxmlformats.org/officeDocument/2006/relationships/tags" Target="../tags/tag4.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4" Type="http://schemas.openxmlformats.org/officeDocument/2006/relationships/tags" Target="../tags/tag9.xml"/><Relationship Id="rId3" Type="http://schemas.openxmlformats.org/officeDocument/2006/relationships/tags" Target="../tags/tag8.xml"/><Relationship Id="rId2" Type="http://schemas.openxmlformats.org/officeDocument/2006/relationships/tags" Target="../tags/tag7.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4" Type="http://schemas.openxmlformats.org/officeDocument/2006/relationships/tags" Target="../tags/tag12.xml"/><Relationship Id="rId3" Type="http://schemas.openxmlformats.org/officeDocument/2006/relationships/tags" Target="../tags/tag11.xml"/><Relationship Id="rId2" Type="http://schemas.openxmlformats.org/officeDocument/2006/relationships/tags" Target="../tags/tag10.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4" Type="http://schemas.openxmlformats.org/officeDocument/2006/relationships/tags" Target="../tags/tag15.xml"/><Relationship Id="rId3" Type="http://schemas.openxmlformats.org/officeDocument/2006/relationships/tags" Target="../tags/tag14.xml"/><Relationship Id="rId2" Type="http://schemas.openxmlformats.org/officeDocument/2006/relationships/tags" Target="../tags/tag13.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21.xml"/><Relationship Id="rId3" Type="http://schemas.openxmlformats.org/officeDocument/2006/relationships/tags" Target="../tags/tag20.xml"/><Relationship Id="rId2" Type="http://schemas.openxmlformats.org/officeDocument/2006/relationships/tags" Target="../tags/tag19.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4" Type="http://schemas.openxmlformats.org/officeDocument/2006/relationships/tags" Target="../tags/tag27.xml"/><Relationship Id="rId3" Type="http://schemas.openxmlformats.org/officeDocument/2006/relationships/tags" Target="../tags/tag26.xml"/><Relationship Id="rId2" Type="http://schemas.openxmlformats.org/officeDocument/2006/relationships/tags" Target="../tags/tag25.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4" Type="http://schemas.openxmlformats.org/officeDocument/2006/relationships/tags" Target="../tags/tag30.xml"/><Relationship Id="rId3" Type="http://schemas.openxmlformats.org/officeDocument/2006/relationships/tags" Target="../tags/tag29.xml"/><Relationship Id="rId2" Type="http://schemas.openxmlformats.org/officeDocument/2006/relationships/tags" Target="../tags/tag2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7" Type="http://schemas.openxmlformats.org/officeDocument/2006/relationships/image" Target="../media/image1.png"/><Relationship Id="rId6" Type="http://schemas.openxmlformats.org/officeDocument/2006/relationships/tags" Target="../tags/tag40.xml"/><Relationship Id="rId5" Type="http://schemas.openxmlformats.org/officeDocument/2006/relationships/tags" Target="../tags/tag39.xml"/><Relationship Id="rId4" Type="http://schemas.openxmlformats.org/officeDocument/2006/relationships/tags" Target="../tags/tag38.xml"/><Relationship Id="rId3" Type="http://schemas.openxmlformats.org/officeDocument/2006/relationships/tags" Target="../tags/tag37.xml"/><Relationship Id="rId2" Type="http://schemas.openxmlformats.org/officeDocument/2006/relationships/tags" Target="../tags/tag36.xml"/><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7" Type="http://schemas.openxmlformats.org/officeDocument/2006/relationships/tags" Target="../tags/tag46.xml"/><Relationship Id="rId6" Type="http://schemas.openxmlformats.org/officeDocument/2006/relationships/tags" Target="../tags/tag45.xml"/><Relationship Id="rId5" Type="http://schemas.openxmlformats.org/officeDocument/2006/relationships/tags" Target="../tags/tag44.xml"/><Relationship Id="rId4" Type="http://schemas.openxmlformats.org/officeDocument/2006/relationships/tags" Target="../tags/tag43.xml"/><Relationship Id="rId3" Type="http://schemas.openxmlformats.org/officeDocument/2006/relationships/tags" Target="../tags/tag42.xml"/><Relationship Id="rId2" Type="http://schemas.openxmlformats.org/officeDocument/2006/relationships/tags" Target="../tags/tag41.xml"/><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9" Type="http://schemas.openxmlformats.org/officeDocument/2006/relationships/tags" Target="../tags/tag54.xml"/><Relationship Id="rId8" Type="http://schemas.openxmlformats.org/officeDocument/2006/relationships/tags" Target="../tags/tag53.xml"/><Relationship Id="rId7" Type="http://schemas.openxmlformats.org/officeDocument/2006/relationships/tags" Target="../tags/tag52.xml"/><Relationship Id="rId6" Type="http://schemas.openxmlformats.org/officeDocument/2006/relationships/tags" Target="../tags/tag51.xml"/><Relationship Id="rId5" Type="http://schemas.openxmlformats.org/officeDocument/2006/relationships/tags" Target="../tags/tag50.xml"/><Relationship Id="rId4" Type="http://schemas.openxmlformats.org/officeDocument/2006/relationships/tags" Target="../tags/tag49.xml"/><Relationship Id="rId3" Type="http://schemas.openxmlformats.org/officeDocument/2006/relationships/tags" Target="../tags/tag48.xml"/><Relationship Id="rId2" Type="http://schemas.openxmlformats.org/officeDocument/2006/relationships/tags" Target="../tags/tag47.xml"/><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5" Type="http://schemas.openxmlformats.org/officeDocument/2006/relationships/tags" Target="../tags/tag58.xml"/><Relationship Id="rId4" Type="http://schemas.openxmlformats.org/officeDocument/2006/relationships/tags" Target="../tags/tag57.xml"/><Relationship Id="rId3" Type="http://schemas.openxmlformats.org/officeDocument/2006/relationships/tags" Target="../tags/tag56.xml"/><Relationship Id="rId2" Type="http://schemas.openxmlformats.org/officeDocument/2006/relationships/tags" Target="../tags/tag55.xml"/><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4" Type="http://schemas.openxmlformats.org/officeDocument/2006/relationships/tags" Target="../tags/tag61.xml"/><Relationship Id="rId3" Type="http://schemas.openxmlformats.org/officeDocument/2006/relationships/tags" Target="../tags/tag60.xml"/><Relationship Id="rId2" Type="http://schemas.openxmlformats.org/officeDocument/2006/relationships/tags" Target="../tags/tag59.xml"/><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5" Type="http://schemas.openxmlformats.org/officeDocument/2006/relationships/tags" Target="../tags/tag65.xml"/><Relationship Id="rId4" Type="http://schemas.openxmlformats.org/officeDocument/2006/relationships/tags" Target="../tags/tag64.xml"/><Relationship Id="rId3" Type="http://schemas.openxmlformats.org/officeDocument/2006/relationships/tags" Target="../tags/tag63.xml"/><Relationship Id="rId2" Type="http://schemas.openxmlformats.org/officeDocument/2006/relationships/tags" Target="../tags/tag62.xml"/><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6" Type="http://schemas.openxmlformats.org/officeDocument/2006/relationships/tags" Target="../tags/tag70.xml"/><Relationship Id="rId5" Type="http://schemas.openxmlformats.org/officeDocument/2006/relationships/tags" Target="../tags/tag69.xml"/><Relationship Id="rId4" Type="http://schemas.openxmlformats.org/officeDocument/2006/relationships/tags" Target="../tags/tag68.xml"/><Relationship Id="rId3" Type="http://schemas.openxmlformats.org/officeDocument/2006/relationships/tags" Target="../tags/tag67.xml"/><Relationship Id="rId2" Type="http://schemas.openxmlformats.org/officeDocument/2006/relationships/tags" Target="../tags/tag66.xml"/><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6" Type="http://schemas.openxmlformats.org/officeDocument/2006/relationships/tags" Target="../tags/tag74.xml"/><Relationship Id="rId5" Type="http://schemas.openxmlformats.org/officeDocument/2006/relationships/tags" Target="../tags/tag73.xml"/><Relationship Id="rId4" Type="http://schemas.openxmlformats.org/officeDocument/2006/relationships/tags" Target="../tags/tag72.xml"/><Relationship Id="rId3" Type="http://schemas.openxmlformats.org/officeDocument/2006/relationships/image" Target="../media/image1.png"/><Relationship Id="rId2" Type="http://schemas.openxmlformats.org/officeDocument/2006/relationships/tags" Target="../tags/tag71.xml"/><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5" Type="http://schemas.openxmlformats.org/officeDocument/2006/relationships/tags" Target="../tags/tag77.xml"/><Relationship Id="rId4" Type="http://schemas.openxmlformats.org/officeDocument/2006/relationships/tags" Target="../tags/tag76.xml"/><Relationship Id="rId3" Type="http://schemas.openxmlformats.org/officeDocument/2006/relationships/image" Target="../media/image1.png"/><Relationship Id="rId2" Type="http://schemas.openxmlformats.org/officeDocument/2006/relationships/tags" Target="../tags/tag75.xml"/><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5" Type="http://schemas.openxmlformats.org/officeDocument/2006/relationships/tags" Target="../tags/tag80.xml"/><Relationship Id="rId4" Type="http://schemas.openxmlformats.org/officeDocument/2006/relationships/tags" Target="../tags/tag79.xml"/><Relationship Id="rId3" Type="http://schemas.openxmlformats.org/officeDocument/2006/relationships/image" Target="../media/image1.png"/><Relationship Id="rId2" Type="http://schemas.openxmlformats.org/officeDocument/2006/relationships/tags" Target="../tags/tag78.xml"/><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9" Type="http://schemas.openxmlformats.org/officeDocument/2006/relationships/tags" Target="../tags/tag88.xml"/><Relationship Id="rId8" Type="http://schemas.openxmlformats.org/officeDocument/2006/relationships/tags" Target="../tags/tag87.xml"/><Relationship Id="rId7" Type="http://schemas.openxmlformats.org/officeDocument/2006/relationships/tags" Target="../tags/tag86.xml"/><Relationship Id="rId6" Type="http://schemas.openxmlformats.org/officeDocument/2006/relationships/tags" Target="../tags/tag85.xml"/><Relationship Id="rId5" Type="http://schemas.openxmlformats.org/officeDocument/2006/relationships/tags" Target="../tags/tag84.xml"/><Relationship Id="rId4" Type="http://schemas.openxmlformats.org/officeDocument/2006/relationships/tags" Target="../tags/tag83.xml"/><Relationship Id="rId3" Type="http://schemas.openxmlformats.org/officeDocument/2006/relationships/tags" Target="../tags/tag82.xml"/><Relationship Id="rId2" Type="http://schemas.openxmlformats.org/officeDocument/2006/relationships/tags" Target="../tags/tag81.xml"/><Relationship Id="rId15" Type="http://schemas.openxmlformats.org/officeDocument/2006/relationships/tags" Target="../tags/tag94.xml"/><Relationship Id="rId14" Type="http://schemas.openxmlformats.org/officeDocument/2006/relationships/tags" Target="../tags/tag93.xml"/><Relationship Id="rId13" Type="http://schemas.openxmlformats.org/officeDocument/2006/relationships/tags" Target="../tags/tag92.xml"/><Relationship Id="rId12" Type="http://schemas.openxmlformats.org/officeDocument/2006/relationships/tags" Target="../tags/tag91.xml"/><Relationship Id="rId11" Type="http://schemas.openxmlformats.org/officeDocument/2006/relationships/tags" Target="../tags/tag90.xml"/><Relationship Id="rId10" Type="http://schemas.openxmlformats.org/officeDocument/2006/relationships/tags" Target="../tags/tag89.xml"/><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9" Type="http://schemas.openxmlformats.org/officeDocument/2006/relationships/tags" Target="../tags/tag102.xml"/><Relationship Id="rId8" Type="http://schemas.openxmlformats.org/officeDocument/2006/relationships/tags" Target="../tags/tag101.xml"/><Relationship Id="rId7" Type="http://schemas.openxmlformats.org/officeDocument/2006/relationships/tags" Target="../tags/tag100.xml"/><Relationship Id="rId6" Type="http://schemas.openxmlformats.org/officeDocument/2006/relationships/tags" Target="../tags/tag99.xml"/><Relationship Id="rId5" Type="http://schemas.openxmlformats.org/officeDocument/2006/relationships/tags" Target="../tags/tag98.xml"/><Relationship Id="rId4" Type="http://schemas.openxmlformats.org/officeDocument/2006/relationships/tags" Target="../tags/tag97.xml"/><Relationship Id="rId3" Type="http://schemas.openxmlformats.org/officeDocument/2006/relationships/tags" Target="../tags/tag96.xml"/><Relationship Id="rId2" Type="http://schemas.openxmlformats.org/officeDocument/2006/relationships/tags" Target="../tags/tag95.xml"/><Relationship Id="rId15" Type="http://schemas.openxmlformats.org/officeDocument/2006/relationships/tags" Target="../tags/tag108.xml"/><Relationship Id="rId14" Type="http://schemas.openxmlformats.org/officeDocument/2006/relationships/tags" Target="../tags/tag107.xml"/><Relationship Id="rId13" Type="http://schemas.openxmlformats.org/officeDocument/2006/relationships/tags" Target="../tags/tag106.xml"/><Relationship Id="rId12" Type="http://schemas.openxmlformats.org/officeDocument/2006/relationships/tags" Target="../tags/tag105.xml"/><Relationship Id="rId11" Type="http://schemas.openxmlformats.org/officeDocument/2006/relationships/tags" Target="../tags/tag104.xml"/><Relationship Id="rId10" Type="http://schemas.openxmlformats.org/officeDocument/2006/relationships/tags" Target="../tags/tag103.xml"/><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9" Type="http://schemas.openxmlformats.org/officeDocument/2006/relationships/tags" Target="../tags/tag116.xml"/><Relationship Id="rId8" Type="http://schemas.openxmlformats.org/officeDocument/2006/relationships/tags" Target="../tags/tag115.xml"/><Relationship Id="rId7" Type="http://schemas.openxmlformats.org/officeDocument/2006/relationships/tags" Target="../tags/tag114.xml"/><Relationship Id="rId6" Type="http://schemas.openxmlformats.org/officeDocument/2006/relationships/tags" Target="../tags/tag113.xml"/><Relationship Id="rId5" Type="http://schemas.openxmlformats.org/officeDocument/2006/relationships/tags" Target="../tags/tag112.xml"/><Relationship Id="rId4" Type="http://schemas.openxmlformats.org/officeDocument/2006/relationships/tags" Target="../tags/tag111.xml"/><Relationship Id="rId3" Type="http://schemas.openxmlformats.org/officeDocument/2006/relationships/tags" Target="../tags/tag110.xml"/><Relationship Id="rId2" Type="http://schemas.openxmlformats.org/officeDocument/2006/relationships/tags" Target="../tags/tag109.xml"/><Relationship Id="rId12" Type="http://schemas.openxmlformats.org/officeDocument/2006/relationships/tags" Target="../tags/tag119.xml"/><Relationship Id="rId11" Type="http://schemas.openxmlformats.org/officeDocument/2006/relationships/tags" Target="../tags/tag118.xml"/><Relationship Id="rId10" Type="http://schemas.openxmlformats.org/officeDocument/2006/relationships/tags" Target="../tags/tag117.xml"/><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9" Type="http://schemas.openxmlformats.org/officeDocument/2006/relationships/tags" Target="../tags/tag127.xml"/><Relationship Id="rId8" Type="http://schemas.openxmlformats.org/officeDocument/2006/relationships/tags" Target="../tags/tag126.xml"/><Relationship Id="rId7" Type="http://schemas.openxmlformats.org/officeDocument/2006/relationships/tags" Target="../tags/tag125.xml"/><Relationship Id="rId6" Type="http://schemas.openxmlformats.org/officeDocument/2006/relationships/tags" Target="../tags/tag124.xml"/><Relationship Id="rId5" Type="http://schemas.openxmlformats.org/officeDocument/2006/relationships/tags" Target="../tags/tag123.xml"/><Relationship Id="rId4" Type="http://schemas.openxmlformats.org/officeDocument/2006/relationships/tags" Target="../tags/tag122.xml"/><Relationship Id="rId3" Type="http://schemas.openxmlformats.org/officeDocument/2006/relationships/tags" Target="../tags/tag121.xml"/><Relationship Id="rId2" Type="http://schemas.openxmlformats.org/officeDocument/2006/relationships/tags" Target="../tags/tag120.xml"/><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9" Type="http://schemas.openxmlformats.org/officeDocument/2006/relationships/tags" Target="../tags/tag135.xml"/><Relationship Id="rId8" Type="http://schemas.openxmlformats.org/officeDocument/2006/relationships/tags" Target="../tags/tag134.xml"/><Relationship Id="rId7" Type="http://schemas.openxmlformats.org/officeDocument/2006/relationships/tags" Target="../tags/tag133.xml"/><Relationship Id="rId6" Type="http://schemas.openxmlformats.org/officeDocument/2006/relationships/tags" Target="../tags/tag132.xml"/><Relationship Id="rId5" Type="http://schemas.openxmlformats.org/officeDocument/2006/relationships/tags" Target="../tags/tag131.xml"/><Relationship Id="rId4" Type="http://schemas.openxmlformats.org/officeDocument/2006/relationships/tags" Target="../tags/tag130.xml"/><Relationship Id="rId3" Type="http://schemas.openxmlformats.org/officeDocument/2006/relationships/tags" Target="../tags/tag129.xml"/><Relationship Id="rId2" Type="http://schemas.openxmlformats.org/officeDocument/2006/relationships/tags" Target="../tags/tag128.xml"/><Relationship Id="rId11" Type="http://schemas.openxmlformats.org/officeDocument/2006/relationships/tags" Target="../tags/tag137.xml"/><Relationship Id="rId10" Type="http://schemas.openxmlformats.org/officeDocument/2006/relationships/tags" Target="../tags/tag136.xml"/><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9" Type="http://schemas.openxmlformats.org/officeDocument/2006/relationships/tags" Target="../tags/tag145.xml"/><Relationship Id="rId8" Type="http://schemas.openxmlformats.org/officeDocument/2006/relationships/tags" Target="../tags/tag144.xml"/><Relationship Id="rId7" Type="http://schemas.openxmlformats.org/officeDocument/2006/relationships/tags" Target="../tags/tag143.xml"/><Relationship Id="rId6" Type="http://schemas.openxmlformats.org/officeDocument/2006/relationships/tags" Target="../tags/tag142.xml"/><Relationship Id="rId5" Type="http://schemas.openxmlformats.org/officeDocument/2006/relationships/tags" Target="../tags/tag141.xml"/><Relationship Id="rId4" Type="http://schemas.openxmlformats.org/officeDocument/2006/relationships/tags" Target="../tags/tag140.xml"/><Relationship Id="rId3" Type="http://schemas.openxmlformats.org/officeDocument/2006/relationships/tags" Target="../tags/tag139.xml"/><Relationship Id="rId22" Type="http://schemas.openxmlformats.org/officeDocument/2006/relationships/tags" Target="../tags/tag158.xml"/><Relationship Id="rId21" Type="http://schemas.openxmlformats.org/officeDocument/2006/relationships/tags" Target="../tags/tag157.xml"/><Relationship Id="rId20" Type="http://schemas.openxmlformats.org/officeDocument/2006/relationships/tags" Target="../tags/tag156.xml"/><Relationship Id="rId2" Type="http://schemas.openxmlformats.org/officeDocument/2006/relationships/tags" Target="../tags/tag138.xml"/><Relationship Id="rId19" Type="http://schemas.openxmlformats.org/officeDocument/2006/relationships/tags" Target="../tags/tag155.xml"/><Relationship Id="rId18" Type="http://schemas.openxmlformats.org/officeDocument/2006/relationships/tags" Target="../tags/tag154.xml"/><Relationship Id="rId17" Type="http://schemas.openxmlformats.org/officeDocument/2006/relationships/tags" Target="../tags/tag153.xml"/><Relationship Id="rId16" Type="http://schemas.openxmlformats.org/officeDocument/2006/relationships/tags" Target="../tags/tag152.xml"/><Relationship Id="rId15" Type="http://schemas.openxmlformats.org/officeDocument/2006/relationships/tags" Target="../tags/tag151.xml"/><Relationship Id="rId14" Type="http://schemas.openxmlformats.org/officeDocument/2006/relationships/tags" Target="../tags/tag150.xml"/><Relationship Id="rId13" Type="http://schemas.openxmlformats.org/officeDocument/2006/relationships/tags" Target="../tags/tag149.xml"/><Relationship Id="rId12" Type="http://schemas.openxmlformats.org/officeDocument/2006/relationships/tags" Target="../tags/tag148.xml"/><Relationship Id="rId11" Type="http://schemas.openxmlformats.org/officeDocument/2006/relationships/tags" Target="../tags/tag147.xml"/><Relationship Id="rId10" Type="http://schemas.openxmlformats.org/officeDocument/2006/relationships/tags" Target="../tags/tag146.xml"/><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9" Type="http://schemas.openxmlformats.org/officeDocument/2006/relationships/tags" Target="../tags/tag166.xml"/><Relationship Id="rId8" Type="http://schemas.openxmlformats.org/officeDocument/2006/relationships/tags" Target="../tags/tag165.xml"/><Relationship Id="rId7" Type="http://schemas.openxmlformats.org/officeDocument/2006/relationships/tags" Target="../tags/tag164.xml"/><Relationship Id="rId6" Type="http://schemas.openxmlformats.org/officeDocument/2006/relationships/tags" Target="../tags/tag163.xml"/><Relationship Id="rId5" Type="http://schemas.openxmlformats.org/officeDocument/2006/relationships/tags" Target="../tags/tag162.xml"/><Relationship Id="rId4" Type="http://schemas.openxmlformats.org/officeDocument/2006/relationships/tags" Target="../tags/tag161.xml"/><Relationship Id="rId3" Type="http://schemas.openxmlformats.org/officeDocument/2006/relationships/tags" Target="../tags/tag160.xml"/><Relationship Id="rId2" Type="http://schemas.openxmlformats.org/officeDocument/2006/relationships/tags" Target="../tags/tag159.xml"/><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9" Type="http://schemas.openxmlformats.org/officeDocument/2006/relationships/tags" Target="../tags/tag174.xml"/><Relationship Id="rId8" Type="http://schemas.openxmlformats.org/officeDocument/2006/relationships/tags" Target="../tags/tag173.xml"/><Relationship Id="rId7" Type="http://schemas.openxmlformats.org/officeDocument/2006/relationships/tags" Target="../tags/tag172.xml"/><Relationship Id="rId6" Type="http://schemas.openxmlformats.org/officeDocument/2006/relationships/tags" Target="../tags/tag171.xml"/><Relationship Id="rId5" Type="http://schemas.openxmlformats.org/officeDocument/2006/relationships/tags" Target="../tags/tag170.xml"/><Relationship Id="rId4" Type="http://schemas.openxmlformats.org/officeDocument/2006/relationships/tags" Target="../tags/tag169.xml"/><Relationship Id="rId3" Type="http://schemas.openxmlformats.org/officeDocument/2006/relationships/tags" Target="../tags/tag168.xml"/><Relationship Id="rId2" Type="http://schemas.openxmlformats.org/officeDocument/2006/relationships/tags" Target="../tags/tag167.xml"/><Relationship Id="rId11" Type="http://schemas.openxmlformats.org/officeDocument/2006/relationships/tags" Target="../tags/tag176.xml"/><Relationship Id="rId10" Type="http://schemas.openxmlformats.org/officeDocument/2006/relationships/tags" Target="../tags/tag175.xml"/><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9" Type="http://schemas.openxmlformats.org/officeDocument/2006/relationships/tags" Target="../tags/tag184.xml"/><Relationship Id="rId8" Type="http://schemas.openxmlformats.org/officeDocument/2006/relationships/tags" Target="../tags/tag183.xml"/><Relationship Id="rId7" Type="http://schemas.openxmlformats.org/officeDocument/2006/relationships/tags" Target="../tags/tag182.xml"/><Relationship Id="rId6" Type="http://schemas.openxmlformats.org/officeDocument/2006/relationships/tags" Target="../tags/tag181.xml"/><Relationship Id="rId5" Type="http://schemas.openxmlformats.org/officeDocument/2006/relationships/tags" Target="../tags/tag180.xml"/><Relationship Id="rId4" Type="http://schemas.openxmlformats.org/officeDocument/2006/relationships/tags" Target="../tags/tag179.xml"/><Relationship Id="rId3" Type="http://schemas.openxmlformats.org/officeDocument/2006/relationships/tags" Target="../tags/tag178.xml"/><Relationship Id="rId2" Type="http://schemas.openxmlformats.org/officeDocument/2006/relationships/tags" Target="../tags/tag177.xml"/><Relationship Id="rId14" Type="http://schemas.openxmlformats.org/officeDocument/2006/relationships/tags" Target="../tags/tag189.xml"/><Relationship Id="rId13" Type="http://schemas.openxmlformats.org/officeDocument/2006/relationships/tags" Target="../tags/tag188.xml"/><Relationship Id="rId12" Type="http://schemas.openxmlformats.org/officeDocument/2006/relationships/tags" Target="../tags/tag187.xml"/><Relationship Id="rId11" Type="http://schemas.openxmlformats.org/officeDocument/2006/relationships/tags" Target="../tags/tag186.xml"/><Relationship Id="rId10" Type="http://schemas.openxmlformats.org/officeDocument/2006/relationships/tags" Target="../tags/tag185.xml"/><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9" Type="http://schemas.openxmlformats.org/officeDocument/2006/relationships/tags" Target="../tags/tag197.xml"/><Relationship Id="rId8" Type="http://schemas.openxmlformats.org/officeDocument/2006/relationships/tags" Target="../tags/tag196.xml"/><Relationship Id="rId7" Type="http://schemas.openxmlformats.org/officeDocument/2006/relationships/tags" Target="../tags/tag195.xml"/><Relationship Id="rId6" Type="http://schemas.openxmlformats.org/officeDocument/2006/relationships/tags" Target="../tags/tag194.xml"/><Relationship Id="rId5" Type="http://schemas.openxmlformats.org/officeDocument/2006/relationships/tags" Target="../tags/tag193.xml"/><Relationship Id="rId4" Type="http://schemas.openxmlformats.org/officeDocument/2006/relationships/tags" Target="../tags/tag192.xml"/><Relationship Id="rId3" Type="http://schemas.openxmlformats.org/officeDocument/2006/relationships/tags" Target="../tags/tag191.xml"/><Relationship Id="rId2" Type="http://schemas.openxmlformats.org/officeDocument/2006/relationships/tags" Target="../tags/tag190.xml"/><Relationship Id="rId12" Type="http://schemas.openxmlformats.org/officeDocument/2006/relationships/tags" Target="../tags/tag200.xml"/><Relationship Id="rId11" Type="http://schemas.openxmlformats.org/officeDocument/2006/relationships/tags" Target="../tags/tag199.xml"/><Relationship Id="rId10" Type="http://schemas.openxmlformats.org/officeDocument/2006/relationships/tags" Target="../tags/tag198.xml"/><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9" Type="http://schemas.openxmlformats.org/officeDocument/2006/relationships/tags" Target="../tags/tag208.xml"/><Relationship Id="rId8" Type="http://schemas.openxmlformats.org/officeDocument/2006/relationships/tags" Target="../tags/tag207.xml"/><Relationship Id="rId7" Type="http://schemas.openxmlformats.org/officeDocument/2006/relationships/tags" Target="../tags/tag206.xml"/><Relationship Id="rId6" Type="http://schemas.openxmlformats.org/officeDocument/2006/relationships/tags" Target="../tags/tag205.xml"/><Relationship Id="rId5" Type="http://schemas.openxmlformats.org/officeDocument/2006/relationships/tags" Target="../tags/tag204.xml"/><Relationship Id="rId4" Type="http://schemas.openxmlformats.org/officeDocument/2006/relationships/tags" Target="../tags/tag203.xml"/><Relationship Id="rId3" Type="http://schemas.openxmlformats.org/officeDocument/2006/relationships/tags" Target="../tags/tag202.xml"/><Relationship Id="rId2" Type="http://schemas.openxmlformats.org/officeDocument/2006/relationships/tags" Target="../tags/tag201.xml"/><Relationship Id="rId14" Type="http://schemas.openxmlformats.org/officeDocument/2006/relationships/tags" Target="../tags/tag213.xml"/><Relationship Id="rId13" Type="http://schemas.openxmlformats.org/officeDocument/2006/relationships/tags" Target="../tags/tag212.xml"/><Relationship Id="rId12" Type="http://schemas.openxmlformats.org/officeDocument/2006/relationships/tags" Target="../tags/tag211.xml"/><Relationship Id="rId11" Type="http://schemas.openxmlformats.org/officeDocument/2006/relationships/tags" Target="../tags/tag210.xml"/><Relationship Id="rId10" Type="http://schemas.openxmlformats.org/officeDocument/2006/relationships/tags" Target="../tags/tag209.xml"/><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9" Type="http://schemas.openxmlformats.org/officeDocument/2006/relationships/tags" Target="../tags/tag221.xml"/><Relationship Id="rId8" Type="http://schemas.openxmlformats.org/officeDocument/2006/relationships/tags" Target="../tags/tag220.xml"/><Relationship Id="rId7" Type="http://schemas.openxmlformats.org/officeDocument/2006/relationships/tags" Target="../tags/tag219.xml"/><Relationship Id="rId6" Type="http://schemas.openxmlformats.org/officeDocument/2006/relationships/tags" Target="../tags/tag218.xml"/><Relationship Id="rId5" Type="http://schemas.openxmlformats.org/officeDocument/2006/relationships/tags" Target="../tags/tag217.xml"/><Relationship Id="rId4" Type="http://schemas.openxmlformats.org/officeDocument/2006/relationships/tags" Target="../tags/tag216.xml"/><Relationship Id="rId3" Type="http://schemas.openxmlformats.org/officeDocument/2006/relationships/tags" Target="../tags/tag215.xml"/><Relationship Id="rId2" Type="http://schemas.openxmlformats.org/officeDocument/2006/relationships/tags" Target="../tags/tag214.xml"/><Relationship Id="rId11" Type="http://schemas.openxmlformats.org/officeDocument/2006/relationships/tags" Target="../tags/tag223.xml"/><Relationship Id="rId10" Type="http://schemas.openxmlformats.org/officeDocument/2006/relationships/tags" Target="../tags/tag222.xml"/><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9" Type="http://schemas.openxmlformats.org/officeDocument/2006/relationships/tags" Target="../tags/tag231.xml"/><Relationship Id="rId8" Type="http://schemas.openxmlformats.org/officeDocument/2006/relationships/tags" Target="../tags/tag230.xml"/><Relationship Id="rId7" Type="http://schemas.openxmlformats.org/officeDocument/2006/relationships/tags" Target="../tags/tag229.xml"/><Relationship Id="rId6" Type="http://schemas.openxmlformats.org/officeDocument/2006/relationships/tags" Target="../tags/tag228.xml"/><Relationship Id="rId5" Type="http://schemas.openxmlformats.org/officeDocument/2006/relationships/tags" Target="../tags/tag227.xml"/><Relationship Id="rId4" Type="http://schemas.openxmlformats.org/officeDocument/2006/relationships/tags" Target="../tags/tag226.xml"/><Relationship Id="rId3" Type="http://schemas.openxmlformats.org/officeDocument/2006/relationships/tags" Target="../tags/tag225.xml"/><Relationship Id="rId2" Type="http://schemas.openxmlformats.org/officeDocument/2006/relationships/tags" Target="../tags/tag224.xml"/><Relationship Id="rId10" Type="http://schemas.openxmlformats.org/officeDocument/2006/relationships/tags" Target="../tags/tag232.xml"/><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9" Type="http://schemas.openxmlformats.org/officeDocument/2006/relationships/tags" Target="../tags/tag240.xml"/><Relationship Id="rId8" Type="http://schemas.openxmlformats.org/officeDocument/2006/relationships/tags" Target="../tags/tag239.xml"/><Relationship Id="rId7" Type="http://schemas.openxmlformats.org/officeDocument/2006/relationships/tags" Target="../tags/tag238.xml"/><Relationship Id="rId6" Type="http://schemas.openxmlformats.org/officeDocument/2006/relationships/tags" Target="../tags/tag237.xml"/><Relationship Id="rId5" Type="http://schemas.openxmlformats.org/officeDocument/2006/relationships/tags" Target="../tags/tag236.xml"/><Relationship Id="rId4" Type="http://schemas.openxmlformats.org/officeDocument/2006/relationships/tags" Target="../tags/tag235.xml"/><Relationship Id="rId3" Type="http://schemas.openxmlformats.org/officeDocument/2006/relationships/tags" Target="../tags/tag234.xml"/><Relationship Id="rId2" Type="http://schemas.openxmlformats.org/officeDocument/2006/relationships/tags" Target="../tags/tag233.xml"/><Relationship Id="rId10" Type="http://schemas.openxmlformats.org/officeDocument/2006/relationships/tags" Target="../tags/tag241.xml"/><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9" Type="http://schemas.openxmlformats.org/officeDocument/2006/relationships/tags" Target="../tags/tag249.xml"/><Relationship Id="rId8" Type="http://schemas.openxmlformats.org/officeDocument/2006/relationships/tags" Target="../tags/tag248.xml"/><Relationship Id="rId7" Type="http://schemas.openxmlformats.org/officeDocument/2006/relationships/tags" Target="../tags/tag247.xml"/><Relationship Id="rId6" Type="http://schemas.openxmlformats.org/officeDocument/2006/relationships/tags" Target="../tags/tag246.xml"/><Relationship Id="rId5" Type="http://schemas.openxmlformats.org/officeDocument/2006/relationships/tags" Target="../tags/tag245.xml"/><Relationship Id="rId4" Type="http://schemas.openxmlformats.org/officeDocument/2006/relationships/tags" Target="../tags/tag244.xml"/><Relationship Id="rId3" Type="http://schemas.openxmlformats.org/officeDocument/2006/relationships/tags" Target="../tags/tag243.xml"/><Relationship Id="rId2" Type="http://schemas.openxmlformats.org/officeDocument/2006/relationships/tags" Target="../tags/tag242.xml"/><Relationship Id="rId18" Type="http://schemas.openxmlformats.org/officeDocument/2006/relationships/tags" Target="../tags/tag258.xml"/><Relationship Id="rId17" Type="http://schemas.openxmlformats.org/officeDocument/2006/relationships/tags" Target="../tags/tag257.xml"/><Relationship Id="rId16" Type="http://schemas.openxmlformats.org/officeDocument/2006/relationships/tags" Target="../tags/tag256.xml"/><Relationship Id="rId15" Type="http://schemas.openxmlformats.org/officeDocument/2006/relationships/tags" Target="../tags/tag255.xml"/><Relationship Id="rId14" Type="http://schemas.openxmlformats.org/officeDocument/2006/relationships/tags" Target="../tags/tag254.xml"/><Relationship Id="rId13" Type="http://schemas.openxmlformats.org/officeDocument/2006/relationships/tags" Target="../tags/tag253.xml"/><Relationship Id="rId12" Type="http://schemas.openxmlformats.org/officeDocument/2006/relationships/tags" Target="../tags/tag252.xml"/><Relationship Id="rId11" Type="http://schemas.openxmlformats.org/officeDocument/2006/relationships/tags" Target="../tags/tag251.xml"/><Relationship Id="rId10" Type="http://schemas.openxmlformats.org/officeDocument/2006/relationships/tags" Target="../tags/tag250.xml"/><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8" Type="http://schemas.openxmlformats.org/officeDocument/2006/relationships/tags" Target="../tags/tag265.xml"/><Relationship Id="rId7" Type="http://schemas.openxmlformats.org/officeDocument/2006/relationships/tags" Target="../tags/tag264.xml"/><Relationship Id="rId6" Type="http://schemas.openxmlformats.org/officeDocument/2006/relationships/tags" Target="../tags/tag263.xml"/><Relationship Id="rId5" Type="http://schemas.openxmlformats.org/officeDocument/2006/relationships/tags" Target="../tags/tag262.xml"/><Relationship Id="rId4" Type="http://schemas.openxmlformats.org/officeDocument/2006/relationships/tags" Target="../tags/tag261.xml"/><Relationship Id="rId3" Type="http://schemas.openxmlformats.org/officeDocument/2006/relationships/tags" Target="../tags/tag260.xml"/><Relationship Id="rId2" Type="http://schemas.openxmlformats.org/officeDocument/2006/relationships/tags" Target="../tags/tag259.xml"/><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9" Type="http://schemas.openxmlformats.org/officeDocument/2006/relationships/tags" Target="../tags/tag273.xml"/><Relationship Id="rId8" Type="http://schemas.openxmlformats.org/officeDocument/2006/relationships/tags" Target="../tags/tag272.xml"/><Relationship Id="rId7" Type="http://schemas.openxmlformats.org/officeDocument/2006/relationships/tags" Target="../tags/tag271.xml"/><Relationship Id="rId6" Type="http://schemas.openxmlformats.org/officeDocument/2006/relationships/tags" Target="../tags/tag270.xml"/><Relationship Id="rId5" Type="http://schemas.openxmlformats.org/officeDocument/2006/relationships/tags" Target="../tags/tag269.xml"/><Relationship Id="rId4" Type="http://schemas.openxmlformats.org/officeDocument/2006/relationships/tags" Target="../tags/tag268.xml"/><Relationship Id="rId3" Type="http://schemas.openxmlformats.org/officeDocument/2006/relationships/tags" Target="../tags/tag267.xml"/><Relationship Id="rId2" Type="http://schemas.openxmlformats.org/officeDocument/2006/relationships/tags" Target="../tags/tag266.xml"/><Relationship Id="rId11" Type="http://schemas.openxmlformats.org/officeDocument/2006/relationships/tags" Target="../tags/tag275.xml"/><Relationship Id="rId10" Type="http://schemas.openxmlformats.org/officeDocument/2006/relationships/tags" Target="../tags/tag274.xml"/><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9" Type="http://schemas.openxmlformats.org/officeDocument/2006/relationships/tags" Target="../tags/tag283.xml"/><Relationship Id="rId8" Type="http://schemas.openxmlformats.org/officeDocument/2006/relationships/tags" Target="../tags/tag282.xml"/><Relationship Id="rId7" Type="http://schemas.openxmlformats.org/officeDocument/2006/relationships/tags" Target="../tags/tag281.xml"/><Relationship Id="rId6" Type="http://schemas.openxmlformats.org/officeDocument/2006/relationships/tags" Target="../tags/tag280.xml"/><Relationship Id="rId5" Type="http://schemas.openxmlformats.org/officeDocument/2006/relationships/tags" Target="../tags/tag279.xml"/><Relationship Id="rId4" Type="http://schemas.openxmlformats.org/officeDocument/2006/relationships/tags" Target="../tags/tag278.xml"/><Relationship Id="rId3" Type="http://schemas.openxmlformats.org/officeDocument/2006/relationships/tags" Target="../tags/tag277.xml"/><Relationship Id="rId2" Type="http://schemas.openxmlformats.org/officeDocument/2006/relationships/tags" Target="../tags/tag276.xml"/><Relationship Id="rId14" Type="http://schemas.openxmlformats.org/officeDocument/2006/relationships/tags" Target="../tags/tag288.xml"/><Relationship Id="rId13" Type="http://schemas.openxmlformats.org/officeDocument/2006/relationships/tags" Target="../tags/tag287.xml"/><Relationship Id="rId12" Type="http://schemas.openxmlformats.org/officeDocument/2006/relationships/tags" Target="../tags/tag286.xml"/><Relationship Id="rId11" Type="http://schemas.openxmlformats.org/officeDocument/2006/relationships/tags" Target="../tags/tag285.xml"/><Relationship Id="rId10" Type="http://schemas.openxmlformats.org/officeDocument/2006/relationships/tags" Target="../tags/tag284.xml"/><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9" Type="http://schemas.openxmlformats.org/officeDocument/2006/relationships/tags" Target="../tags/tag296.xml"/><Relationship Id="rId8" Type="http://schemas.openxmlformats.org/officeDocument/2006/relationships/tags" Target="../tags/tag295.xml"/><Relationship Id="rId7" Type="http://schemas.openxmlformats.org/officeDocument/2006/relationships/tags" Target="../tags/tag294.xml"/><Relationship Id="rId6" Type="http://schemas.openxmlformats.org/officeDocument/2006/relationships/tags" Target="../tags/tag293.xml"/><Relationship Id="rId5" Type="http://schemas.openxmlformats.org/officeDocument/2006/relationships/tags" Target="../tags/tag292.xml"/><Relationship Id="rId4" Type="http://schemas.openxmlformats.org/officeDocument/2006/relationships/tags" Target="../tags/tag291.xml"/><Relationship Id="rId3" Type="http://schemas.openxmlformats.org/officeDocument/2006/relationships/tags" Target="../tags/tag290.xml"/><Relationship Id="rId2" Type="http://schemas.openxmlformats.org/officeDocument/2006/relationships/tags" Target="../tags/tag289.xml"/><Relationship Id="rId12" Type="http://schemas.openxmlformats.org/officeDocument/2006/relationships/tags" Target="../tags/tag299.xml"/><Relationship Id="rId11" Type="http://schemas.openxmlformats.org/officeDocument/2006/relationships/tags" Target="../tags/tag298.xml"/><Relationship Id="rId10" Type="http://schemas.openxmlformats.org/officeDocument/2006/relationships/tags" Target="../tags/tag297.xml"/><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9" Type="http://schemas.openxmlformats.org/officeDocument/2006/relationships/tags" Target="../tags/tag307.xml"/><Relationship Id="rId8" Type="http://schemas.openxmlformats.org/officeDocument/2006/relationships/tags" Target="../tags/tag306.xml"/><Relationship Id="rId7" Type="http://schemas.openxmlformats.org/officeDocument/2006/relationships/tags" Target="../tags/tag305.xml"/><Relationship Id="rId6" Type="http://schemas.openxmlformats.org/officeDocument/2006/relationships/tags" Target="../tags/tag304.xml"/><Relationship Id="rId5" Type="http://schemas.openxmlformats.org/officeDocument/2006/relationships/tags" Target="../tags/tag303.xml"/><Relationship Id="rId4" Type="http://schemas.openxmlformats.org/officeDocument/2006/relationships/tags" Target="../tags/tag302.xml"/><Relationship Id="rId3" Type="http://schemas.openxmlformats.org/officeDocument/2006/relationships/tags" Target="../tags/tag301.xml"/><Relationship Id="rId2" Type="http://schemas.openxmlformats.org/officeDocument/2006/relationships/tags" Target="../tags/tag300.xml"/><Relationship Id="rId11" Type="http://schemas.openxmlformats.org/officeDocument/2006/relationships/tags" Target="../tags/tag309.xml"/><Relationship Id="rId10" Type="http://schemas.openxmlformats.org/officeDocument/2006/relationships/tags" Target="../tags/tag308.xml"/><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9" Type="http://schemas.openxmlformats.org/officeDocument/2006/relationships/tags" Target="../tags/tag317.xml"/><Relationship Id="rId8" Type="http://schemas.openxmlformats.org/officeDocument/2006/relationships/tags" Target="../tags/tag316.xml"/><Relationship Id="rId7" Type="http://schemas.openxmlformats.org/officeDocument/2006/relationships/tags" Target="../tags/tag315.xml"/><Relationship Id="rId6" Type="http://schemas.openxmlformats.org/officeDocument/2006/relationships/tags" Target="../tags/tag314.xml"/><Relationship Id="rId5" Type="http://schemas.openxmlformats.org/officeDocument/2006/relationships/tags" Target="../tags/tag313.xml"/><Relationship Id="rId4" Type="http://schemas.openxmlformats.org/officeDocument/2006/relationships/tags" Target="../tags/tag312.xml"/><Relationship Id="rId3" Type="http://schemas.openxmlformats.org/officeDocument/2006/relationships/tags" Target="../tags/tag311.xml"/><Relationship Id="rId2" Type="http://schemas.openxmlformats.org/officeDocument/2006/relationships/tags" Target="../tags/tag310.xml"/><Relationship Id="rId12" Type="http://schemas.openxmlformats.org/officeDocument/2006/relationships/tags" Target="../tags/tag320.xml"/><Relationship Id="rId11" Type="http://schemas.openxmlformats.org/officeDocument/2006/relationships/tags" Target="../tags/tag319.xml"/><Relationship Id="rId10" Type="http://schemas.openxmlformats.org/officeDocument/2006/relationships/tags" Target="../tags/tag318.xml"/><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9" Type="http://schemas.openxmlformats.org/officeDocument/2006/relationships/tags" Target="../tags/tag328.xml"/><Relationship Id="rId8" Type="http://schemas.openxmlformats.org/officeDocument/2006/relationships/tags" Target="../tags/tag327.xml"/><Relationship Id="rId7" Type="http://schemas.openxmlformats.org/officeDocument/2006/relationships/tags" Target="../tags/tag326.xml"/><Relationship Id="rId6" Type="http://schemas.openxmlformats.org/officeDocument/2006/relationships/tags" Target="../tags/tag325.xml"/><Relationship Id="rId5" Type="http://schemas.openxmlformats.org/officeDocument/2006/relationships/tags" Target="../tags/tag324.xml"/><Relationship Id="rId4" Type="http://schemas.openxmlformats.org/officeDocument/2006/relationships/tags" Target="../tags/tag323.xml"/><Relationship Id="rId3" Type="http://schemas.openxmlformats.org/officeDocument/2006/relationships/tags" Target="../tags/tag322.xml"/><Relationship Id="rId2" Type="http://schemas.openxmlformats.org/officeDocument/2006/relationships/tags" Target="../tags/tag321.xml"/><Relationship Id="rId14" Type="http://schemas.openxmlformats.org/officeDocument/2006/relationships/tags" Target="../tags/tag333.xml"/><Relationship Id="rId13" Type="http://schemas.openxmlformats.org/officeDocument/2006/relationships/tags" Target="../tags/tag332.xml"/><Relationship Id="rId12" Type="http://schemas.openxmlformats.org/officeDocument/2006/relationships/tags" Target="../tags/tag331.xml"/><Relationship Id="rId11" Type="http://schemas.openxmlformats.org/officeDocument/2006/relationships/tags" Target="../tags/tag330.xml"/><Relationship Id="rId10" Type="http://schemas.openxmlformats.org/officeDocument/2006/relationships/tags" Target="../tags/tag329.xml"/><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9" Type="http://schemas.openxmlformats.org/officeDocument/2006/relationships/tags" Target="../tags/tag341.xml"/><Relationship Id="rId8" Type="http://schemas.openxmlformats.org/officeDocument/2006/relationships/tags" Target="../tags/tag340.xml"/><Relationship Id="rId7" Type="http://schemas.openxmlformats.org/officeDocument/2006/relationships/tags" Target="../tags/tag339.xml"/><Relationship Id="rId6" Type="http://schemas.openxmlformats.org/officeDocument/2006/relationships/tags" Target="../tags/tag338.xml"/><Relationship Id="rId5" Type="http://schemas.openxmlformats.org/officeDocument/2006/relationships/tags" Target="../tags/tag337.xml"/><Relationship Id="rId4" Type="http://schemas.openxmlformats.org/officeDocument/2006/relationships/tags" Target="../tags/tag336.xml"/><Relationship Id="rId3" Type="http://schemas.openxmlformats.org/officeDocument/2006/relationships/tags" Target="../tags/tag335.xml"/><Relationship Id="rId2" Type="http://schemas.openxmlformats.org/officeDocument/2006/relationships/tags" Target="../tags/tag334.xml"/><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7" Type="http://schemas.openxmlformats.org/officeDocument/2006/relationships/tags" Target="../tags/tag347.xml"/><Relationship Id="rId6" Type="http://schemas.openxmlformats.org/officeDocument/2006/relationships/tags" Target="../tags/tag346.xml"/><Relationship Id="rId5" Type="http://schemas.openxmlformats.org/officeDocument/2006/relationships/tags" Target="../tags/tag345.xml"/><Relationship Id="rId4" Type="http://schemas.openxmlformats.org/officeDocument/2006/relationships/tags" Target="../tags/tag344.xml"/><Relationship Id="rId3" Type="http://schemas.openxmlformats.org/officeDocument/2006/relationships/tags" Target="../tags/tag343.xml"/><Relationship Id="rId2" Type="http://schemas.openxmlformats.org/officeDocument/2006/relationships/tags" Target="../tags/tag342.xml"/><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9" Type="http://schemas.openxmlformats.org/officeDocument/2006/relationships/tags" Target="../tags/tag355.xml"/><Relationship Id="rId8" Type="http://schemas.openxmlformats.org/officeDocument/2006/relationships/tags" Target="../tags/tag354.xml"/><Relationship Id="rId7" Type="http://schemas.openxmlformats.org/officeDocument/2006/relationships/tags" Target="../tags/tag353.xml"/><Relationship Id="rId6" Type="http://schemas.openxmlformats.org/officeDocument/2006/relationships/tags" Target="../tags/tag352.xml"/><Relationship Id="rId5" Type="http://schemas.openxmlformats.org/officeDocument/2006/relationships/tags" Target="../tags/tag351.xml"/><Relationship Id="rId4" Type="http://schemas.openxmlformats.org/officeDocument/2006/relationships/tags" Target="../tags/tag350.xml"/><Relationship Id="rId3" Type="http://schemas.openxmlformats.org/officeDocument/2006/relationships/tags" Target="../tags/tag349.xml"/><Relationship Id="rId2" Type="http://schemas.openxmlformats.org/officeDocument/2006/relationships/tags" Target="../tags/tag348.xml"/><Relationship Id="rId12" Type="http://schemas.openxmlformats.org/officeDocument/2006/relationships/tags" Target="../tags/tag358.xml"/><Relationship Id="rId11" Type="http://schemas.openxmlformats.org/officeDocument/2006/relationships/tags" Target="../tags/tag357.xml"/><Relationship Id="rId10" Type="http://schemas.openxmlformats.org/officeDocument/2006/relationships/tags" Target="../tags/tag356.xml"/><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3968" y="136131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3968" y="384098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10" name="日期占位符 9"/>
          <p:cNvSpPr>
            <a:spLocks noGrp="1"/>
          </p:cNvSpPr>
          <p:nvPr>
            <p:ph type="dt" sz="half" idx="2"/>
            <p:custDataLst>
              <p:tags r:id="rId2"/>
            </p:custDataLst>
          </p:nvPr>
        </p:nvSpPr>
        <p:spPr>
          <a:xfrm>
            <a:off x="605155" y="6314440"/>
            <a:ext cx="2707005" cy="316865"/>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11" name="页脚占位符 10"/>
          <p:cNvSpPr>
            <a:spLocks noGrp="1"/>
          </p:cNvSpPr>
          <p:nvPr>
            <p:ph type="ftr" sz="quarter" idx="3"/>
            <p:custDataLst>
              <p:tags r:id="rId3"/>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12" name="灯片编号占位符 11"/>
          <p:cNvSpPr>
            <a:spLocks noGrp="1"/>
          </p:cNvSpPr>
          <p:nvPr>
            <p:ph type="sldNum" sz="quarter" idx="4"/>
            <p:custDataLst>
              <p:tags r:id="rId4"/>
            </p:custDataLst>
          </p:nvPr>
        </p:nvSpPr>
        <p:spPr>
          <a:xfrm>
            <a:off x="8877300" y="6314440"/>
            <a:ext cx="2711450" cy="316865"/>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584" y="482457"/>
            <a:ext cx="10972888" cy="711206"/>
          </a:xfrm>
        </p:spPr>
        <p:txBody>
          <a:bodyPr/>
          <a:lstStyle/>
          <a:p>
            <a:r>
              <a:rPr lang="zh-CN" altLang="en-US"/>
              <a:t>单击此处编辑母版标题样式</a:t>
            </a:r>
            <a:endParaRPr lang="zh-CN" altLang="en-US"/>
          </a:p>
        </p:txBody>
      </p:sp>
      <p:sp>
        <p:nvSpPr>
          <p:cNvPr id="3" name="内容占位符 2"/>
          <p:cNvSpPr>
            <a:spLocks noGrp="1"/>
          </p:cNvSpPr>
          <p:nvPr>
            <p:ph idx="1"/>
          </p:nvPr>
        </p:nvSpPr>
        <p:spPr>
          <a:xfrm>
            <a:off x="609556" y="1524000"/>
            <a:ext cx="10972888" cy="47244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9"/>
          <p:cNvSpPr>
            <a:spLocks noGrp="1"/>
          </p:cNvSpPr>
          <p:nvPr>
            <p:ph type="dt" sz="half" idx="2"/>
            <p:custDataLst>
              <p:tags r:id="rId2"/>
            </p:custDataLst>
          </p:nvPr>
        </p:nvSpPr>
        <p:spPr>
          <a:xfrm>
            <a:off x="605155" y="6314440"/>
            <a:ext cx="2707005" cy="316865"/>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11" name="页脚占位符 10"/>
          <p:cNvSpPr>
            <a:spLocks noGrp="1"/>
          </p:cNvSpPr>
          <p:nvPr>
            <p:ph type="ftr" sz="quarter" idx="3"/>
            <p:custDataLst>
              <p:tags r:id="rId3"/>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12" name="灯片编号占位符 11"/>
          <p:cNvSpPr>
            <a:spLocks noGrp="1"/>
          </p:cNvSpPr>
          <p:nvPr>
            <p:ph type="sldNum" sz="quarter" idx="4"/>
            <p:custDataLst>
              <p:tags r:id="rId4"/>
            </p:custDataLst>
          </p:nvPr>
        </p:nvSpPr>
        <p:spPr>
          <a:xfrm>
            <a:off x="8877300" y="6314440"/>
            <a:ext cx="2711450" cy="316865"/>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8" name="日期占位符 7"/>
          <p:cNvSpPr>
            <a:spLocks noGrp="1"/>
          </p:cNvSpPr>
          <p:nvPr>
            <p:ph type="dt" sz="half" idx="2"/>
            <p:custDataLst>
              <p:tags r:id="rId2"/>
            </p:custDataLst>
          </p:nvPr>
        </p:nvSpPr>
        <p:spPr>
          <a:xfrm>
            <a:off x="605155" y="6314440"/>
            <a:ext cx="2707005" cy="316865"/>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9" name="页脚占位符 8"/>
          <p:cNvSpPr>
            <a:spLocks noGrp="1"/>
          </p:cNvSpPr>
          <p:nvPr>
            <p:ph type="ftr" sz="quarter" idx="3"/>
            <p:custDataLst>
              <p:tags r:id="rId3"/>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10" name="灯片编号占位符 9"/>
          <p:cNvSpPr>
            <a:spLocks noGrp="1"/>
          </p:cNvSpPr>
          <p:nvPr>
            <p:ph type="sldNum" sz="quarter" idx="4"/>
            <p:custDataLst>
              <p:tags r:id="rId4"/>
            </p:custDataLst>
          </p:nvPr>
        </p:nvSpPr>
        <p:spPr>
          <a:xfrm>
            <a:off x="8877300" y="6314440"/>
            <a:ext cx="2711450" cy="316865"/>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10" name="日期占位符 9"/>
          <p:cNvSpPr>
            <a:spLocks noGrp="1"/>
          </p:cNvSpPr>
          <p:nvPr>
            <p:ph type="dt" sz="half" idx="2"/>
            <p:custDataLst>
              <p:tags r:id="rId2"/>
            </p:custDataLst>
          </p:nvPr>
        </p:nvSpPr>
        <p:spPr>
          <a:xfrm>
            <a:off x="605155" y="6314440"/>
            <a:ext cx="2707005" cy="316865"/>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11" name="页脚占位符 10"/>
          <p:cNvSpPr>
            <a:spLocks noGrp="1"/>
          </p:cNvSpPr>
          <p:nvPr>
            <p:ph type="ftr" sz="quarter" idx="3"/>
            <p:custDataLst>
              <p:tags r:id="rId3"/>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12" name="灯片编号占位符 11"/>
          <p:cNvSpPr>
            <a:spLocks noGrp="1"/>
          </p:cNvSpPr>
          <p:nvPr>
            <p:ph type="sldNum" sz="quarter" idx="4"/>
            <p:custDataLst>
              <p:tags r:id="rId4"/>
            </p:custDataLst>
          </p:nvPr>
        </p:nvSpPr>
        <p:spPr>
          <a:xfrm>
            <a:off x="8877300" y="6314440"/>
            <a:ext cx="2711450" cy="316865"/>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09556" y="482457"/>
            <a:ext cx="10972888" cy="711206"/>
          </a:xfr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09584" y="1523857"/>
            <a:ext cx="5257842" cy="47244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322060" y="1524000"/>
            <a:ext cx="5266690" cy="47244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2" name="页脚占位符 11"/>
          <p:cNvSpPr>
            <a:spLocks noGrp="1"/>
          </p:cNvSpPr>
          <p:nvPr>
            <p:ph type="ftr" sz="quarter" idx="3"/>
            <p:custDataLst>
              <p:tags r:id="rId2"/>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14" name="日期占位符 13"/>
          <p:cNvSpPr>
            <a:spLocks noGrp="1"/>
          </p:cNvSpPr>
          <p:nvPr>
            <p:ph type="dt" sz="half" idx="10"/>
            <p:custDataLst>
              <p:tags r:id="rId3"/>
            </p:custDataLst>
          </p:nvPr>
        </p:nvSpPr>
        <p:spPr>
          <a:xfrm>
            <a:off x="603250" y="6314440"/>
            <a:ext cx="2708910" cy="316865"/>
          </a:xfrm>
        </p:spPr>
        <p:txBody>
          <a:bodyPr/>
          <a:lstStyle/>
          <a:p>
            <a:fld id="{760FBDFE-C587-4B4C-A407-44438C67B59E}" type="datetimeFigureOut">
              <a:rPr lang="zh-CN" altLang="en-US" smtClean="0"/>
            </a:fld>
            <a:endParaRPr lang="zh-CN" altLang="en-US"/>
          </a:p>
        </p:txBody>
      </p:sp>
      <p:sp>
        <p:nvSpPr>
          <p:cNvPr id="15" name="灯片编号占位符 14"/>
          <p:cNvSpPr>
            <a:spLocks noGrp="1"/>
          </p:cNvSpPr>
          <p:nvPr>
            <p:ph type="sldNum" sz="quarter" idx="4"/>
            <p:custDataLst>
              <p:tags r:id="rId4"/>
            </p:custDataLst>
          </p:nvPr>
        </p:nvSpPr>
        <p:spPr>
          <a:xfrm>
            <a:off x="8877300" y="6314440"/>
            <a:ext cx="2711450" cy="316865"/>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556" y="482601"/>
            <a:ext cx="10972888" cy="711206"/>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607060" y="1524000"/>
            <a:ext cx="5257842" cy="914407"/>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540000"/>
            <a:ext cx="5257800" cy="370843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324411" y="1523712"/>
            <a:ext cx="5257842" cy="914407"/>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324600" y="2540000"/>
            <a:ext cx="5257800" cy="370843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9" name="日期占位符 18"/>
          <p:cNvSpPr>
            <a:spLocks noGrp="1"/>
          </p:cNvSpPr>
          <p:nvPr>
            <p:ph type="dt" sz="half" idx="10"/>
            <p:custDataLst>
              <p:tags r:id="rId2"/>
            </p:custDataLst>
          </p:nvPr>
        </p:nvSpPr>
        <p:spPr>
          <a:xfrm>
            <a:off x="603250" y="6314440"/>
            <a:ext cx="2708910" cy="316865"/>
          </a:xfrm>
        </p:spPr>
        <p:txBody>
          <a:bodyPr/>
          <a:lstStyle/>
          <a:p>
            <a:fld id="{760FBDFE-C587-4B4C-A407-44438C67B59E}" type="datetimeFigureOut">
              <a:rPr lang="zh-CN" altLang="en-US" smtClean="0"/>
            </a:fld>
            <a:endParaRPr lang="zh-CN" altLang="en-US"/>
          </a:p>
        </p:txBody>
      </p:sp>
      <p:sp>
        <p:nvSpPr>
          <p:cNvPr id="20" name="页脚占位符 19"/>
          <p:cNvSpPr>
            <a:spLocks noGrp="1"/>
          </p:cNvSpPr>
          <p:nvPr>
            <p:ph type="ftr" sz="quarter" idx="11"/>
            <p:custDataLst>
              <p:tags r:id="rId3"/>
            </p:custDataLst>
          </p:nvPr>
        </p:nvSpPr>
        <p:spPr/>
        <p:txBody>
          <a:bodyPr/>
          <a:lstStyle/>
          <a:p>
            <a:endParaRPr lang="zh-CN" altLang="en-US"/>
          </a:p>
        </p:txBody>
      </p:sp>
      <p:sp>
        <p:nvSpPr>
          <p:cNvPr id="21" name="灯片编号占位符 20"/>
          <p:cNvSpPr>
            <a:spLocks noGrp="1"/>
          </p:cNvSpPr>
          <p:nvPr>
            <p:ph type="sldNum" sz="quarter" idx="12"/>
            <p:custDataLst>
              <p:tags r:id="rId4"/>
            </p:custDataLst>
          </p:nvPr>
        </p:nvSpPr>
        <p:spPr>
          <a:xfrm>
            <a:off x="8877300" y="6314440"/>
            <a:ext cx="2709545" cy="316865"/>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09556" y="482473"/>
            <a:ext cx="10972888" cy="711206"/>
          </a:xfrm>
        </p:spPr>
        <p:txBody>
          <a:bodyPr/>
          <a:lstStyle/>
          <a:p>
            <a:r>
              <a:rPr lang="zh-CN" altLang="en-US"/>
              <a:t>单击此处编辑母版标题样式</a:t>
            </a:r>
            <a:endParaRPr lang="zh-CN" altLang="en-US"/>
          </a:p>
        </p:txBody>
      </p:sp>
      <p:sp>
        <p:nvSpPr>
          <p:cNvPr id="3" name="日期占位符 2"/>
          <p:cNvSpPr>
            <a:spLocks noGrp="1"/>
          </p:cNvSpPr>
          <p:nvPr>
            <p:ph type="dt" sz="half" idx="2"/>
            <p:custDataLst>
              <p:tags r:id="rId2"/>
            </p:custDataLst>
          </p:nvPr>
        </p:nvSpPr>
        <p:spPr>
          <a:xfrm>
            <a:off x="605155" y="6314440"/>
            <a:ext cx="2707005" cy="316865"/>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7" name="页脚占位符 6"/>
          <p:cNvSpPr>
            <a:spLocks noGrp="1"/>
          </p:cNvSpPr>
          <p:nvPr>
            <p:ph type="ftr" sz="quarter" idx="3"/>
            <p:custDataLst>
              <p:tags r:id="rId3"/>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11" name="灯片编号占位符 10"/>
          <p:cNvSpPr>
            <a:spLocks noGrp="1"/>
          </p:cNvSpPr>
          <p:nvPr>
            <p:ph type="sldNum" sz="quarter" idx="4"/>
            <p:custDataLst>
              <p:tags r:id="rId4"/>
            </p:custDataLst>
          </p:nvPr>
        </p:nvSpPr>
        <p:spPr>
          <a:xfrm>
            <a:off x="8877300" y="6314440"/>
            <a:ext cx="2711450" cy="316865"/>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584" y="609457"/>
            <a:ext cx="3556028"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4772660" y="609600"/>
            <a:ext cx="6807254" cy="5638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609600" y="2311400"/>
            <a:ext cx="3556000" cy="3937031"/>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30" name="页脚占位符 29"/>
          <p:cNvSpPr>
            <a:spLocks noGrp="1"/>
          </p:cNvSpPr>
          <p:nvPr>
            <p:ph type="ftr" sz="quarter" idx="3"/>
            <p:custDataLst>
              <p:tags r:id="rId2"/>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31" name="灯片编号占位符 30"/>
          <p:cNvSpPr>
            <a:spLocks noGrp="1"/>
          </p:cNvSpPr>
          <p:nvPr>
            <p:ph type="sldNum" sz="quarter" idx="4"/>
            <p:custDataLst>
              <p:tags r:id="rId3"/>
            </p:custDataLst>
          </p:nvPr>
        </p:nvSpPr>
        <p:spPr>
          <a:xfrm>
            <a:off x="8877300" y="6314440"/>
            <a:ext cx="2711450" cy="316865"/>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
        <p:nvSpPr>
          <p:cNvPr id="32" name="日期占位符 31"/>
          <p:cNvSpPr>
            <a:spLocks noGrp="1"/>
          </p:cNvSpPr>
          <p:nvPr>
            <p:ph type="dt" sz="half" idx="10"/>
            <p:custDataLst>
              <p:tags r:id="rId4"/>
            </p:custDataLst>
          </p:nvPr>
        </p:nvSpPr>
        <p:spPr>
          <a:xfrm>
            <a:off x="603250" y="6314440"/>
            <a:ext cx="2708910" cy="316865"/>
          </a:xfrm>
        </p:spPr>
        <p:txBody>
          <a:bodyPr/>
          <a:lstStyle/>
          <a:p>
            <a:fld id="{760FBDFE-C587-4B4C-A407-44438C67B59E}" type="datetimeFigureOut">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547860" y="609600"/>
            <a:ext cx="2032016" cy="563884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600" y="609600"/>
            <a:ext cx="8636069" cy="563880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2"/>
            <p:custDataLst>
              <p:tags r:id="rId2"/>
            </p:custDataLst>
          </p:nvPr>
        </p:nvSpPr>
        <p:spPr>
          <a:xfrm>
            <a:off x="605155" y="6314440"/>
            <a:ext cx="2707005" cy="316865"/>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11" name="页脚占位符 10"/>
          <p:cNvSpPr>
            <a:spLocks noGrp="1"/>
          </p:cNvSpPr>
          <p:nvPr>
            <p:ph type="ftr" sz="quarter" idx="3"/>
            <p:custDataLst>
              <p:tags r:id="rId3"/>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12" name="灯片编号占位符 11"/>
          <p:cNvSpPr>
            <a:spLocks noGrp="1"/>
          </p:cNvSpPr>
          <p:nvPr>
            <p:ph type="sldNum" sz="quarter" idx="4"/>
            <p:custDataLst>
              <p:tags r:id="rId4"/>
            </p:custDataLst>
          </p:nvPr>
        </p:nvSpPr>
        <p:spPr>
          <a:xfrm>
            <a:off x="8877300" y="6314440"/>
            <a:ext cx="2711450" cy="316865"/>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09600" y="609600"/>
            <a:ext cx="10973435" cy="56388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2" name="日期占位符 11"/>
          <p:cNvSpPr>
            <a:spLocks noGrp="1"/>
          </p:cNvSpPr>
          <p:nvPr>
            <p:ph type="dt" sz="half" idx="2"/>
            <p:custDataLst>
              <p:tags r:id="rId2"/>
            </p:custDataLst>
          </p:nvPr>
        </p:nvSpPr>
        <p:spPr>
          <a:xfrm>
            <a:off x="605155" y="6314440"/>
            <a:ext cx="2707005" cy="316865"/>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13" name="页脚占位符 12"/>
          <p:cNvSpPr>
            <a:spLocks noGrp="1"/>
          </p:cNvSpPr>
          <p:nvPr>
            <p:ph type="ftr" sz="quarter" idx="3"/>
            <p:custDataLst>
              <p:tags r:id="rId3"/>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14" name="灯片编号占位符 13"/>
          <p:cNvSpPr>
            <a:spLocks noGrp="1"/>
          </p:cNvSpPr>
          <p:nvPr>
            <p:ph type="sldNum" sz="quarter" idx="4"/>
            <p:custDataLst>
              <p:tags r:id="rId4"/>
            </p:custDataLst>
          </p:nvPr>
        </p:nvSpPr>
        <p:spPr>
          <a:xfrm>
            <a:off x="8877300" y="6314440"/>
            <a:ext cx="2711450" cy="316865"/>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14" name="标题 1"/>
          <p:cNvSpPr>
            <a:spLocks noGrp="1"/>
          </p:cNvSpPr>
          <p:nvPr>
            <p:ph type="title"/>
            <p:custDataLst>
              <p:tags r:id="rId2"/>
            </p:custDataLst>
          </p:nvPr>
        </p:nvSpPr>
        <p:spPr/>
        <p:txBody>
          <a:bodyPr/>
          <a:p>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p:txBody>
          <a:bodyPr wrap="square">
            <a:normAutofit/>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showMasterSp="0">
  <p:cSld name="目录">
    <p:spTree>
      <p:nvGrpSpPr>
        <p:cNvPr id="1" name=""/>
        <p:cNvGrpSpPr/>
        <p:nvPr/>
      </p:nvGrpSpPr>
      <p:grpSpPr>
        <a:xfrm>
          <a:off x="0" y="0"/>
          <a:ext cx="0" cy="0"/>
          <a:chOff x="0" y="0"/>
          <a:chExt cx="0" cy="0"/>
        </a:xfrm>
      </p:grpSpPr>
      <p:sp>
        <p:nvSpPr>
          <p:cNvPr id="5" name="标题 1"/>
          <p:cNvSpPr>
            <a:spLocks noGrp="1"/>
          </p:cNvSpPr>
          <p:nvPr>
            <p:ph type="title" hasCustomPrompt="1"/>
            <p:custDataLst>
              <p:tags r:id="rId2"/>
            </p:custDataLst>
          </p:nvPr>
        </p:nvSpPr>
        <p:spPr>
          <a:xfrm>
            <a:off x="1310005" y="2241868"/>
            <a:ext cx="1276350" cy="2374265"/>
          </a:xfrm>
        </p:spPr>
        <p:txBody>
          <a:bodyPr vert="eaVert" wrap="square" anchor="b">
            <a:normAutofit/>
          </a:bodyPr>
          <a:lstStyle>
            <a:lvl1pPr algn="ctr">
              <a:defRPr kumimoji="0" lang="zh-CN" altLang="en-US" sz="6000" b="0" i="0" u="none" strike="noStrike" kern="1200" cap="none" spc="0" normalizeH="0" baseline="0" noProof="1" dirty="0">
                <a:solidFill>
                  <a:schemeClr val="accent1"/>
                </a:solidFill>
                <a:effectLst/>
                <a:latin typeface="+mj-lt"/>
                <a:ea typeface="+mj-ea"/>
                <a:cs typeface="黑体" panose="02010609060101010101" charset="-122"/>
                <a:sym typeface="黑体" panose="02010609060101010101" charset="-122"/>
              </a:defRPr>
            </a:lvl1pPr>
          </a:lstStyle>
          <a:p>
            <a:r>
              <a:rPr lang="zh-CN" altLang="en-US" dirty="0"/>
              <a:t>标题</a:t>
            </a:r>
            <a:endParaRPr lang="zh-CN" altLang="en-US" dirty="0"/>
          </a:p>
        </p:txBody>
      </p:sp>
      <p:sp>
        <p:nvSpPr>
          <p:cNvPr id="9" name="灯片编号占位符 5"/>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fld>
            <a:endParaRPr lang="zh-CN" altLang="en-US"/>
          </a:p>
        </p:txBody>
      </p:sp>
      <p:sp>
        <p:nvSpPr>
          <p:cNvPr id="8" name="页脚占位符 4"/>
          <p:cNvSpPr>
            <a:spLocks noGrp="1"/>
          </p:cNvSpPr>
          <p:nvPr>
            <p:ph type="ftr" sz="quarter" idx="11"/>
            <p:custDataLst>
              <p:tags r:id="rId4"/>
            </p:custDataLst>
          </p:nvPr>
        </p:nvSpPr>
        <p:spPr/>
        <p:txBody>
          <a:bodyPr/>
          <a:lstStyle/>
          <a:p>
            <a:endParaRPr lang="zh-CN" altLang="en-US"/>
          </a:p>
        </p:txBody>
      </p:sp>
      <p:sp>
        <p:nvSpPr>
          <p:cNvPr id="7" name="日期占位符 3"/>
          <p:cNvSpPr>
            <a:spLocks noGrp="1"/>
          </p:cNvSpPr>
          <p:nvPr>
            <p:ph type="dt" sz="half" idx="10"/>
            <p:custDataLst>
              <p:tags r:id="rId5"/>
            </p:custDataLst>
          </p:nvPr>
        </p:nvSpPr>
        <p:spPr/>
        <p:txBody>
          <a:bodyPr wrap="square">
            <a:normAutofit/>
          </a:bodyPr>
          <a:lstStyle/>
          <a:p>
            <a:fld id="{5592522B-0F24-4480-B9DD-A9474A6880D6}" type="datetimeFigureOut">
              <a:rPr lang="zh-CN" altLang="en-US" smtClean="0"/>
            </a:fld>
            <a:endParaRPr lang="zh-CN" altLang="en-US"/>
          </a:p>
        </p:txBody>
      </p:sp>
      <p:pic>
        <p:nvPicPr>
          <p:cNvPr id="6" name="图片 5" descr="图片1"/>
          <p:cNvPicPr>
            <a:picLocks noChangeAspect="1"/>
          </p:cNvPicPr>
          <p:nvPr userDrawn="1">
            <p:custDataLst>
              <p:tags r:id="rId6"/>
            </p:custDataLst>
          </p:nvPr>
        </p:nvPicPr>
        <p:blipFill>
          <a:blip r:embed="rId7"/>
          <a:srcRect b="31694"/>
          <a:stretch>
            <a:fillRect/>
          </a:stretch>
        </p:blipFill>
        <p:spPr>
          <a:xfrm>
            <a:off x="635" y="2121535"/>
            <a:ext cx="12191365" cy="4724400"/>
          </a:xfrm>
          <a:custGeom>
            <a:avLst/>
            <a:gdLst/>
            <a:ahLst/>
            <a:cxnLst>
              <a:cxn ang="3">
                <a:pos x="hc" y="t"/>
              </a:cxn>
              <a:cxn ang="cd2">
                <a:pos x="l" y="vc"/>
              </a:cxn>
              <a:cxn ang="cd4">
                <a:pos x="hc" y="b"/>
              </a:cxn>
              <a:cxn ang="0">
                <a:pos x="r" y="vc"/>
              </a:cxn>
            </a:cxnLst>
            <a:rect l="l" t="t" r="r" b="b"/>
            <a:pathLst>
              <a:path w="19251" h="10800">
                <a:moveTo>
                  <a:pt x="0" y="0"/>
                </a:moveTo>
                <a:lnTo>
                  <a:pt x="19251" y="0"/>
                </a:lnTo>
                <a:lnTo>
                  <a:pt x="19251" y="10800"/>
                </a:lnTo>
                <a:lnTo>
                  <a:pt x="0" y="10800"/>
                </a:lnTo>
                <a:lnTo>
                  <a:pt x="0" y="0"/>
                </a:lnTo>
                <a:close/>
              </a:path>
            </a:pathLst>
          </a:custGeom>
        </p:spPr>
      </p:pic>
      <p:sp>
        <p:nvSpPr>
          <p:cNvPr id="2" name="矩形 1"/>
          <p:cNvSpPr/>
          <p:nvPr userDrawn="1"/>
        </p:nvSpPr>
        <p:spPr>
          <a:xfrm>
            <a:off x="635" y="0"/>
            <a:ext cx="12190730" cy="3123565"/>
          </a:xfrm>
          <a:prstGeom prst="rect">
            <a:avLst/>
          </a:prstGeom>
          <a:solidFill>
            <a:srgbClr val="FFFFFF"/>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3" name="内容占位符 2"/>
          <p:cNvSpPr>
            <a:spLocks noGrp="1"/>
          </p:cNvSpPr>
          <p:nvPr>
            <p:ph sz="half" idx="1"/>
            <p:custDataLst>
              <p:tags r:id="rId2"/>
            </p:custDataLst>
          </p:nvPr>
        </p:nvSpPr>
        <p:spPr>
          <a:xfrm>
            <a:off x="695960" y="1301750"/>
            <a:ext cx="5323840" cy="487585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3"/>
            </p:custDataLst>
          </p:nvPr>
        </p:nvSpPr>
        <p:spPr>
          <a:xfrm>
            <a:off x="6172200" y="1301750"/>
            <a:ext cx="5323840" cy="487585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5"/>
            </p:custDataLst>
          </p:nvPr>
        </p:nvSpPr>
        <p:spPr/>
        <p:txBody>
          <a:bodyPr/>
          <a:lstStyle/>
          <a:p>
            <a:endParaRPr lang="zh-CN" altLang="en-US"/>
          </a:p>
        </p:txBody>
      </p:sp>
      <p:sp>
        <p:nvSpPr>
          <p:cNvPr id="7" name="灯片编号占位符 6"/>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
        <p:nvSpPr>
          <p:cNvPr id="8" name="标题 1"/>
          <p:cNvSpPr>
            <a:spLocks noGrp="1"/>
          </p:cNvSpPr>
          <p:nvPr>
            <p:ph type="title"/>
            <p:custDataLst>
              <p:tags r:id="rId7"/>
            </p:custDataLst>
          </p:nvPr>
        </p:nvSpPr>
        <p:spPr/>
        <p:txBody>
          <a:bodyPr/>
          <a:p>
            <a:r>
              <a:rPr lang="zh-CN" altLang="en-US" smtClean="0"/>
              <a:t>单击此处编辑母版标题样式</a:t>
            </a:r>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3" name="文本占位符 2"/>
          <p:cNvSpPr>
            <a:spLocks noGrp="1"/>
          </p:cNvSpPr>
          <p:nvPr>
            <p:ph type="body" idx="1"/>
            <p:custDataLst>
              <p:tags r:id="rId2"/>
            </p:custDataLst>
          </p:nvPr>
        </p:nvSpPr>
        <p:spPr>
          <a:xfrm>
            <a:off x="695960" y="1301750"/>
            <a:ext cx="5323840" cy="411303"/>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smtClean="0"/>
              <a:t>单击此处编辑母版文本样式</a:t>
            </a:r>
            <a:endParaRPr lang="zh-CN" altLang="en-US" smtClean="0"/>
          </a:p>
        </p:txBody>
      </p:sp>
      <p:sp>
        <p:nvSpPr>
          <p:cNvPr id="4" name="内容占位符 3"/>
          <p:cNvSpPr>
            <a:spLocks noGrp="1"/>
          </p:cNvSpPr>
          <p:nvPr>
            <p:ph sz="half" idx="2"/>
            <p:custDataLst>
              <p:tags r:id="rId3"/>
            </p:custDataLst>
          </p:nvPr>
        </p:nvSpPr>
        <p:spPr>
          <a:xfrm>
            <a:off x="695960" y="1875099"/>
            <a:ext cx="5323840" cy="4300276"/>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custDataLst>
              <p:tags r:id="rId4"/>
            </p:custDataLst>
          </p:nvPr>
        </p:nvSpPr>
        <p:spPr>
          <a:xfrm>
            <a:off x="6172200" y="1301750"/>
            <a:ext cx="5323840" cy="411303"/>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smtClean="0"/>
              <a:t>单击此处编辑母版文本样式</a:t>
            </a:r>
            <a:endParaRPr lang="zh-CN" altLang="en-US" smtClean="0"/>
          </a:p>
        </p:txBody>
      </p:sp>
      <p:sp>
        <p:nvSpPr>
          <p:cNvPr id="6" name="内容占位符 5"/>
          <p:cNvSpPr>
            <a:spLocks noGrp="1"/>
          </p:cNvSpPr>
          <p:nvPr>
            <p:ph sz="quarter" idx="4"/>
            <p:custDataLst>
              <p:tags r:id="rId5"/>
            </p:custDataLst>
          </p:nvPr>
        </p:nvSpPr>
        <p:spPr>
          <a:xfrm>
            <a:off x="6172200" y="1875099"/>
            <a:ext cx="5323840" cy="4300276"/>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6"/>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a:lstStyle/>
          <a:p>
            <a:fld id="{49AE70B2-8BF9-45C0-BB95-33D1B9D3A854}" type="slidenum">
              <a:rPr lang="zh-CN" altLang="en-US" smtClean="0"/>
            </a:fld>
            <a:endParaRPr lang="zh-CN" altLang="en-US"/>
          </a:p>
        </p:txBody>
      </p:sp>
      <p:sp>
        <p:nvSpPr>
          <p:cNvPr id="10" name="标题 1"/>
          <p:cNvSpPr>
            <a:spLocks noGrp="1"/>
          </p:cNvSpPr>
          <p:nvPr>
            <p:ph type="title"/>
            <p:custDataLst>
              <p:tags r:id="rId9"/>
            </p:custDataLst>
          </p:nvPr>
        </p:nvSpPr>
        <p:spPr/>
        <p:txBody>
          <a:bodyPr/>
          <a:p>
            <a:r>
              <a:rPr lang="zh-CN" altLang="en-US" smtClean="0"/>
              <a:t>单击此处编辑母版标题样式</a:t>
            </a:r>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6" name="标题 1"/>
          <p:cNvSpPr>
            <a:spLocks noGrp="1"/>
          </p:cNvSpPr>
          <p:nvPr>
            <p:ph type="title"/>
            <p:custDataLst>
              <p:tags r:id="rId5"/>
            </p:custDataLst>
          </p:nvPr>
        </p:nvSpPr>
        <p:spPr/>
        <p:txBody>
          <a:bodyPr/>
          <a:p>
            <a:r>
              <a:rPr lang="zh-CN" altLang="en-US" smtClean="0"/>
              <a:t>单击此处编辑母版标题样式</a:t>
            </a:r>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仅内容">
    <p:spTree>
      <p:nvGrpSpPr>
        <p:cNvPr id="1" name=""/>
        <p:cNvGrpSpPr/>
        <p:nvPr/>
      </p:nvGrpSpPr>
      <p:grpSpPr>
        <a:xfrm>
          <a:off x="0" y="0"/>
          <a:ext cx="0" cy="0"/>
          <a:chOff x="0" y="0"/>
          <a:chExt cx="0" cy="0"/>
        </a:xfrm>
      </p:grpSpPr>
      <p:sp>
        <p:nvSpPr>
          <p:cNvPr id="3" name="内容占位符 2"/>
          <p:cNvSpPr>
            <a:spLocks noGrp="1"/>
          </p:cNvSpPr>
          <p:nvPr>
            <p:ph idx="1"/>
            <p:custDataLst>
              <p:tags r:id="rId2"/>
            </p:custDataLst>
          </p:nvPr>
        </p:nvSpPr>
        <p:spPr>
          <a:xfrm>
            <a:off x="695960" y="360045"/>
            <a:ext cx="10801985" cy="581787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标题和副标题">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6" name="Text Placeholder 5"/>
          <p:cNvSpPr>
            <a:spLocks noGrp="1"/>
          </p:cNvSpPr>
          <p:nvPr>
            <p:ph type="body" idx="13" hasCustomPrompt="1"/>
            <p:custDataLst>
              <p:tags r:id="rId5"/>
            </p:custDataLst>
          </p:nvPr>
        </p:nvSpPr>
        <p:spPr>
          <a:xfrm>
            <a:off x="695960" y="1301750"/>
            <a:ext cx="10799088" cy="405553"/>
          </a:xfrm>
        </p:spPr>
        <p:txBody>
          <a:bodyPr/>
          <a:lstStyle>
            <a:lvl5pPr>
              <a:buNone/>
              <a:defRPr/>
            </a:lvl5pPr>
          </a:lstStyle>
          <a:p>
            <a:pPr lvl="0"/>
            <a:r>
              <a:rPr lang="zh-CN" altLang="en-US" smtClean="0"/>
              <a:t>单击此处编辑副标题</a:t>
            </a:r>
            <a:endParaRPr lang="zh-CN" altLang="en-US" smtClean="0"/>
          </a:p>
        </p:txBody>
      </p:sp>
      <p:sp>
        <p:nvSpPr>
          <p:cNvPr id="7" name="标题 1"/>
          <p:cNvSpPr>
            <a:spLocks noGrp="1"/>
          </p:cNvSpPr>
          <p:nvPr>
            <p:ph type="title"/>
            <p:custDataLst>
              <p:tags r:id="rId6"/>
            </p:custDataLst>
          </p:nvPr>
        </p:nvSpPr>
        <p:spPr/>
        <p:txBody>
          <a:bodyPr/>
          <a:p>
            <a:r>
              <a:rPr lang="zh-CN" altLang="en-US" smtClean="0"/>
              <a:t>单击此处编辑母版标题样式</a:t>
            </a:r>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showMasterSp="0" userDrawn="1">
  <p:cSld name="封面页_1_4">
    <p:bg>
      <p:bgRef idx="1001">
        <a:schemeClr val="bg2"/>
      </p:bgRef>
    </p:bg>
    <p:spTree>
      <p:nvGrpSpPr>
        <p:cNvPr id="1" name=""/>
        <p:cNvGrpSpPr/>
        <p:nvPr/>
      </p:nvGrpSpPr>
      <p:grpSpPr>
        <a:xfrm>
          <a:off x="0" y="0"/>
          <a:ext cx="0" cy="0"/>
          <a:chOff x="0" y="0"/>
          <a:chExt cx="0" cy="0"/>
        </a:xfrm>
      </p:grpSpPr>
      <p:pic>
        <p:nvPicPr>
          <p:cNvPr id="9" name="图片 8" descr="图片1"/>
          <p:cNvPicPr>
            <a:picLocks noChangeAspect="1"/>
          </p:cNvPicPr>
          <p:nvPr userDrawn="1">
            <p:custDataLst>
              <p:tags r:id="rId2"/>
            </p:custDataLst>
          </p:nvPr>
        </p:nvPicPr>
        <p:blipFill>
          <a:blip r:embed="rId3"/>
          <a:srcRect b="1099"/>
          <a:stretch>
            <a:fillRect/>
          </a:stretch>
        </p:blipFill>
        <p:spPr>
          <a:xfrm>
            <a:off x="-12700" y="0"/>
            <a:ext cx="12224385" cy="6858000"/>
          </a:xfrm>
          <a:custGeom>
            <a:avLst/>
            <a:gdLst/>
            <a:ahLst/>
            <a:cxnLst>
              <a:cxn ang="3">
                <a:pos x="hc" y="t"/>
              </a:cxn>
              <a:cxn ang="cd2">
                <a:pos x="l" y="vc"/>
              </a:cxn>
              <a:cxn ang="cd4">
                <a:pos x="hc" y="b"/>
              </a:cxn>
              <a:cxn ang="0">
                <a:pos x="r" y="vc"/>
              </a:cxn>
            </a:cxnLst>
            <a:rect l="l" t="t" r="r" b="b"/>
            <a:pathLst>
              <a:path w="19251" h="10800">
                <a:moveTo>
                  <a:pt x="0" y="0"/>
                </a:moveTo>
                <a:lnTo>
                  <a:pt x="19251" y="0"/>
                </a:lnTo>
                <a:lnTo>
                  <a:pt x="19251" y="10800"/>
                </a:lnTo>
                <a:lnTo>
                  <a:pt x="0" y="10800"/>
                </a:lnTo>
                <a:lnTo>
                  <a:pt x="0" y="0"/>
                </a:lnTo>
                <a:close/>
              </a:path>
            </a:pathLst>
          </a:custGeom>
        </p:spPr>
      </p:pic>
      <p:sp>
        <p:nvSpPr>
          <p:cNvPr id="7" name="日期"/>
          <p:cNvSpPr>
            <a:spLocks noGrp="1"/>
          </p:cNvSpPr>
          <p:nvPr>
            <p:ph type="body" idx="16386" hasCustomPrompt="1"/>
            <p:custDataLst>
              <p:tags r:id="rId4"/>
            </p:custDataLst>
          </p:nvPr>
        </p:nvSpPr>
        <p:spPr>
          <a:xfrm>
            <a:off x="2145771" y="1981200"/>
            <a:ext cx="7875058" cy="457200"/>
          </a:xfrm>
          <a:noFill/>
        </p:spPr>
        <p:txBody>
          <a:bodyPr vert="horz" wrap="square" lIns="0" tIns="0" rIns="0" bIns="0" anchor="t" anchorCtr="0">
            <a:normAutofit/>
          </a:bodyPr>
          <a:lstStyle>
            <a:lvl1pPr marL="0" indent="0" algn="ctr">
              <a:lnSpc>
                <a:spcPct val="125000"/>
              </a:lnSpc>
              <a:spcBef>
                <a:spcPct val="0"/>
              </a:spcBef>
              <a:spcAft>
                <a:spcPct val="0"/>
              </a:spcAft>
              <a:buNone/>
              <a:defRPr sz="2400" b="0" spc="0">
                <a:solidFill>
                  <a:srgbClr val="193834"/>
                </a:solidFill>
                <a:latin typeface="+mn-ea"/>
                <a:ea typeface="+mn-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20XX YEAR</a:t>
            </a:r>
            <a:endParaRPr lang="zh-CN" altLang="en-US" dirty="0"/>
          </a:p>
        </p:txBody>
      </p:sp>
      <p:sp>
        <p:nvSpPr>
          <p:cNvPr id="6" name="标题 5"/>
          <p:cNvSpPr>
            <a:spLocks noGrp="1"/>
          </p:cNvSpPr>
          <p:nvPr>
            <p:ph type="ctrTitle" idx="16385" hasCustomPrompt="1"/>
            <p:custDataLst>
              <p:tags r:id="rId5"/>
            </p:custDataLst>
          </p:nvPr>
        </p:nvSpPr>
        <p:spPr>
          <a:xfrm>
            <a:off x="1903677" y="2489200"/>
            <a:ext cx="8384646" cy="1879600"/>
          </a:xfrm>
          <a:noFill/>
        </p:spPr>
        <p:txBody>
          <a:bodyPr vert="horz" wrap="square" lIns="0" tIns="0" rIns="0" bIns="0" anchor="t" anchorCtr="0">
            <a:normAutofit/>
          </a:bodyPr>
          <a:lstStyle>
            <a:lvl1pPr marL="0" indent="0" algn="ctr">
              <a:lnSpc>
                <a:spcPct val="100000"/>
              </a:lnSpc>
              <a:spcBef>
                <a:spcPct val="0"/>
              </a:spcBef>
              <a:spcAft>
                <a:spcPct val="0"/>
              </a:spcAft>
              <a:buNone/>
              <a:defRPr sz="6000" b="1" spc="0">
                <a:solidFill>
                  <a:schemeClr val="accent1"/>
                </a:solidFill>
              </a:defRPr>
            </a:lvl1pPr>
          </a:lstStyle>
          <a:p>
            <a:r>
              <a:rPr lang="zh-CN" altLang="en-US" dirty="0"/>
              <a:t>单击此处添加文档标题</a:t>
            </a:r>
            <a:endParaRPr lang="zh-CN" altLang="en-US" dirty="0"/>
          </a:p>
        </p:txBody>
      </p:sp>
      <p:sp>
        <p:nvSpPr>
          <p:cNvPr id="19" name="署名占位符 10"/>
          <p:cNvSpPr>
            <a:spLocks noGrp="1"/>
          </p:cNvSpPr>
          <p:nvPr>
            <p:ph type="body" sz="quarter" idx="16387" hasCustomPrompt="1"/>
            <p:custDataLst>
              <p:tags r:id="rId6"/>
            </p:custDataLst>
          </p:nvPr>
        </p:nvSpPr>
        <p:spPr>
          <a:xfrm>
            <a:off x="4812771" y="4419600"/>
            <a:ext cx="2541058" cy="533404"/>
          </a:xfrm>
          <a:prstGeom prst="roundRect">
            <a:avLst>
              <a:gd name="adj" fmla="val 50000"/>
            </a:avLst>
          </a:prstGeom>
          <a:solidFill>
            <a:schemeClr val="accent1"/>
          </a:solidFill>
        </p:spPr>
        <p:txBody>
          <a:bodyPr vert="horz" wrap="square" lIns="0" tIns="0" rIns="0" bIns="0" anchor="ctr" anchorCtr="0">
            <a:normAutofit/>
          </a:bodyPr>
          <a:lstStyle>
            <a:lvl1pPr marL="0" indent="0" algn="ctr">
              <a:lnSpc>
                <a:spcPct val="100000"/>
              </a:lnSpc>
              <a:spcBef>
                <a:spcPct val="0"/>
              </a:spcBef>
              <a:spcAft>
                <a:spcPct val="0"/>
              </a:spcAft>
              <a:buNone/>
              <a:defRPr sz="2400" b="0" spc="0">
                <a:solidFill>
                  <a:srgbClr val="FFFFFF"/>
                </a:solidFill>
              </a:defRPr>
            </a:lvl1pPr>
          </a:lstStyle>
          <a:p>
            <a:pPr lvl="0"/>
            <a:r>
              <a:rPr lang="zh-CN" altLang="en-US" dirty="0"/>
              <a:t>BY WPS</a:t>
            </a:r>
            <a:endParaRPr lang="zh-CN" alt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showMasterSp="0" userDrawn="1">
  <p:cSld name="章节页_1_4">
    <p:spTree>
      <p:nvGrpSpPr>
        <p:cNvPr id="1" name=""/>
        <p:cNvGrpSpPr/>
        <p:nvPr/>
      </p:nvGrpSpPr>
      <p:grpSpPr>
        <a:xfrm>
          <a:off x="0" y="0"/>
          <a:ext cx="0" cy="0"/>
          <a:chOff x="0" y="0"/>
          <a:chExt cx="0" cy="0"/>
        </a:xfrm>
      </p:grpSpPr>
      <p:pic>
        <p:nvPicPr>
          <p:cNvPr id="9" name="图片 8" descr="图片1"/>
          <p:cNvPicPr>
            <a:picLocks noChangeAspect="1"/>
          </p:cNvPicPr>
          <p:nvPr userDrawn="1">
            <p:custDataLst>
              <p:tags r:id="rId2"/>
            </p:custDataLst>
          </p:nvPr>
        </p:nvPicPr>
        <p:blipFill>
          <a:blip r:embed="rId3"/>
          <a:srcRect b="20604"/>
          <a:stretch>
            <a:fillRect/>
          </a:stretch>
        </p:blipFill>
        <p:spPr>
          <a:xfrm>
            <a:off x="0" y="1352550"/>
            <a:ext cx="12192000" cy="5490845"/>
          </a:xfrm>
          <a:custGeom>
            <a:avLst/>
            <a:gdLst/>
            <a:ahLst/>
            <a:cxnLst>
              <a:cxn ang="3">
                <a:pos x="hc" y="t"/>
              </a:cxn>
              <a:cxn ang="cd2">
                <a:pos x="l" y="vc"/>
              </a:cxn>
              <a:cxn ang="cd4">
                <a:pos x="hc" y="b"/>
              </a:cxn>
              <a:cxn ang="0">
                <a:pos x="r" y="vc"/>
              </a:cxn>
            </a:cxnLst>
            <a:rect l="l" t="t" r="r" b="b"/>
            <a:pathLst>
              <a:path w="19251" h="10800">
                <a:moveTo>
                  <a:pt x="0" y="0"/>
                </a:moveTo>
                <a:lnTo>
                  <a:pt x="19251" y="0"/>
                </a:lnTo>
                <a:lnTo>
                  <a:pt x="19251" y="10800"/>
                </a:lnTo>
                <a:lnTo>
                  <a:pt x="0" y="10800"/>
                </a:lnTo>
                <a:lnTo>
                  <a:pt x="0" y="0"/>
                </a:lnTo>
                <a:close/>
              </a:path>
            </a:pathLst>
          </a:custGeom>
        </p:spPr>
      </p:pic>
      <p:sp>
        <p:nvSpPr>
          <p:cNvPr id="2" name="矩形 1"/>
          <p:cNvSpPr/>
          <p:nvPr userDrawn="1"/>
        </p:nvSpPr>
        <p:spPr>
          <a:xfrm>
            <a:off x="0" y="0"/>
            <a:ext cx="12192000" cy="2691765"/>
          </a:xfrm>
          <a:prstGeom prst="rect">
            <a:avLst/>
          </a:prstGeom>
          <a:solidFill>
            <a:srgbClr val="FFFFFF"/>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标题 5"/>
          <p:cNvSpPr>
            <a:spLocks noGrp="1"/>
          </p:cNvSpPr>
          <p:nvPr>
            <p:ph type="title" idx="16385" hasCustomPrompt="1"/>
            <p:custDataLst>
              <p:tags r:id="rId4"/>
            </p:custDataLst>
          </p:nvPr>
        </p:nvSpPr>
        <p:spPr>
          <a:xfrm>
            <a:off x="1903942" y="3530600"/>
            <a:ext cx="8384117" cy="1524000"/>
          </a:xfrm>
          <a:noFill/>
        </p:spPr>
        <p:txBody>
          <a:bodyPr vert="horz" lIns="0" tIns="0" rIns="0" bIns="0" anchor="t" anchorCtr="0">
            <a:normAutofit/>
          </a:bodyPr>
          <a:lstStyle>
            <a:lvl1pPr marL="0" indent="0" algn="ctr">
              <a:spcBef>
                <a:spcPct val="0"/>
              </a:spcBef>
              <a:spcAft>
                <a:spcPct val="0"/>
              </a:spcAft>
              <a:buNone/>
              <a:defRPr sz="4800" b="0" spc="0">
                <a:solidFill>
                  <a:schemeClr val="accent1"/>
                </a:solidFill>
              </a:defRPr>
            </a:lvl1pPr>
          </a:lstStyle>
          <a:p>
            <a:r>
              <a:rPr lang="zh-CN" altLang="en-US" dirty="0"/>
              <a:t>单击此处添加章节标题</a:t>
            </a:r>
            <a:endParaRPr lang="zh-CN" altLang="en-US" dirty="0"/>
          </a:p>
        </p:txBody>
      </p:sp>
      <p:sp>
        <p:nvSpPr>
          <p:cNvPr id="7" name="文本占位符 6"/>
          <p:cNvSpPr>
            <a:spLocks noGrp="1"/>
          </p:cNvSpPr>
          <p:nvPr>
            <p:ph type="body" idx="16386" hasCustomPrompt="1"/>
            <p:custDataLst>
              <p:tags r:id="rId5"/>
            </p:custDataLst>
          </p:nvPr>
        </p:nvSpPr>
        <p:spPr>
          <a:xfrm>
            <a:off x="5332413" y="1905000"/>
            <a:ext cx="1527175" cy="1524000"/>
          </a:xfrm>
          <a:noFill/>
        </p:spPr>
        <p:txBody>
          <a:bodyPr vert="horz" wrap="none" lIns="0" tIns="0" rIns="0" bIns="0" anchor="ctr" anchorCtr="0">
            <a:normAutofit/>
          </a:bodyPr>
          <a:lstStyle>
            <a:lvl1pPr marL="0" indent="0" algn="ctr">
              <a:lnSpc>
                <a:spcPct val="109000"/>
              </a:lnSpc>
              <a:spcBef>
                <a:spcPct val="0"/>
              </a:spcBef>
              <a:spcAft>
                <a:spcPct val="0"/>
              </a:spcAft>
              <a:buNone/>
              <a:defRPr sz="7200" b="1" spc="0">
                <a:solidFill>
                  <a:srgbClr val="193834"/>
                </a:solidFill>
              </a:defRPr>
            </a:lvl1pPr>
          </a:lstStyle>
          <a:p>
            <a:pPr lvl="0"/>
            <a:r>
              <a:rPr lang="zh-CN" altLang="en-US" smtClean="0"/>
              <a:t>01</a:t>
            </a:r>
            <a:endParaRPr lang="zh-CN" altLang="en-US" smtClean="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showMasterSp="0" userDrawn="1">
  <p:cSld name="结束页_1_4">
    <p:spTree>
      <p:nvGrpSpPr>
        <p:cNvPr id="1" name=""/>
        <p:cNvGrpSpPr/>
        <p:nvPr/>
      </p:nvGrpSpPr>
      <p:grpSpPr>
        <a:xfrm>
          <a:off x="0" y="0"/>
          <a:ext cx="0" cy="0"/>
          <a:chOff x="0" y="0"/>
          <a:chExt cx="0" cy="0"/>
        </a:xfrm>
      </p:grpSpPr>
      <p:pic>
        <p:nvPicPr>
          <p:cNvPr id="6" name="图片 5" descr="图片1"/>
          <p:cNvPicPr>
            <a:picLocks noChangeAspect="1"/>
          </p:cNvPicPr>
          <p:nvPr userDrawn="1">
            <p:custDataLst>
              <p:tags r:id="rId2"/>
            </p:custDataLst>
          </p:nvPr>
        </p:nvPicPr>
        <p:blipFill>
          <a:blip r:embed="rId3"/>
          <a:srcRect b="1099"/>
          <a:stretch>
            <a:fillRect/>
          </a:stretch>
        </p:blipFill>
        <p:spPr>
          <a:xfrm>
            <a:off x="-12700" y="0"/>
            <a:ext cx="12224385" cy="6858000"/>
          </a:xfrm>
          <a:custGeom>
            <a:avLst/>
            <a:gdLst/>
            <a:ahLst/>
            <a:cxnLst>
              <a:cxn ang="3">
                <a:pos x="hc" y="t"/>
              </a:cxn>
              <a:cxn ang="cd2">
                <a:pos x="l" y="vc"/>
              </a:cxn>
              <a:cxn ang="cd4">
                <a:pos x="hc" y="b"/>
              </a:cxn>
              <a:cxn ang="0">
                <a:pos x="r" y="vc"/>
              </a:cxn>
            </a:cxnLst>
            <a:rect l="l" t="t" r="r" b="b"/>
            <a:pathLst>
              <a:path w="19251" h="10800">
                <a:moveTo>
                  <a:pt x="0" y="0"/>
                </a:moveTo>
                <a:lnTo>
                  <a:pt x="19251" y="0"/>
                </a:lnTo>
                <a:lnTo>
                  <a:pt x="19251" y="10800"/>
                </a:lnTo>
                <a:lnTo>
                  <a:pt x="0" y="10800"/>
                </a:lnTo>
                <a:lnTo>
                  <a:pt x="0" y="0"/>
                </a:lnTo>
                <a:close/>
              </a:path>
            </a:pathLst>
          </a:custGeom>
        </p:spPr>
      </p:pic>
      <p:sp>
        <p:nvSpPr>
          <p:cNvPr id="10" name="副标题 9"/>
          <p:cNvSpPr>
            <a:spLocks noGrp="1"/>
          </p:cNvSpPr>
          <p:nvPr>
            <p:ph type="body" idx="16386" hasCustomPrompt="1"/>
            <p:custDataLst>
              <p:tags r:id="rId4"/>
            </p:custDataLst>
          </p:nvPr>
        </p:nvSpPr>
        <p:spPr>
          <a:xfrm>
            <a:off x="3364971" y="2667000"/>
            <a:ext cx="5449358" cy="457200"/>
          </a:xfrm>
          <a:noFill/>
        </p:spPr>
        <p:txBody>
          <a:bodyPr vert="horz" lIns="0" tIns="0" rIns="0" bIns="0" anchor="t">
            <a:normAutofit/>
          </a:bodyPr>
          <a:lstStyle>
            <a:lvl1pPr marL="0" indent="0" algn="ctr">
              <a:lnSpc>
                <a:spcPct val="125000"/>
              </a:lnSpc>
              <a:spcBef>
                <a:spcPct val="0"/>
              </a:spcBef>
              <a:spcAft>
                <a:spcPct val="0"/>
              </a:spcAft>
              <a:buNone/>
              <a:defRPr sz="2400" b="0" spc="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THE END</a:t>
            </a:r>
            <a:endParaRPr lang="zh-CN" altLang="en-US"/>
          </a:p>
        </p:txBody>
      </p:sp>
      <p:sp>
        <p:nvSpPr>
          <p:cNvPr id="7" name="标题 6"/>
          <p:cNvSpPr>
            <a:spLocks noGrp="1"/>
          </p:cNvSpPr>
          <p:nvPr>
            <p:ph type="ctrTitle" idx="16385" hasCustomPrompt="1"/>
            <p:custDataLst>
              <p:tags r:id="rId5"/>
            </p:custDataLst>
          </p:nvPr>
        </p:nvSpPr>
        <p:spPr>
          <a:xfrm>
            <a:off x="3364089" y="3175000"/>
            <a:ext cx="5451122" cy="1016000"/>
          </a:xfrm>
          <a:noFill/>
        </p:spPr>
        <p:txBody>
          <a:bodyPr vert="horz" wrap="square" lIns="0" tIns="0" rIns="0" bIns="0" anchor="t" anchorCtr="0">
            <a:normAutofit/>
          </a:bodyPr>
          <a:lstStyle>
            <a:lvl1pPr marL="0" indent="0" algn="ctr">
              <a:lnSpc>
                <a:spcPct val="100000"/>
              </a:lnSpc>
              <a:spcBef>
                <a:spcPct val="0"/>
              </a:spcBef>
              <a:spcAft>
                <a:spcPct val="0"/>
              </a:spcAft>
              <a:buNone/>
              <a:defRPr sz="6400" spc="0">
                <a:solidFill>
                  <a:schemeClr val="accent1"/>
                </a:solidFill>
              </a:defRPr>
            </a:lvl1pPr>
          </a:lstStyle>
          <a:p>
            <a:r>
              <a:rPr lang="zh-CN" altLang="en-US" dirty="0"/>
              <a:t>谢谢观看</a:t>
            </a:r>
            <a:endParaRPr lang="zh-CN" alt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目录页-1-5-4">
    <p:bg>
      <p:bgRef idx="1001">
        <a:schemeClr val="bg1"/>
      </p:bgRef>
    </p:bg>
    <p:spTree>
      <p:nvGrpSpPr>
        <p:cNvPr id="1" name=""/>
        <p:cNvGrpSpPr/>
        <p:nvPr/>
      </p:nvGrpSpPr>
      <p:grpSpPr>
        <a:xfrm>
          <a:off x="0" y="0"/>
          <a:ext cx="0" cy="0"/>
          <a:chOff x="0" y="0"/>
          <a:chExt cx="0" cy="0"/>
        </a:xfrm>
      </p:grpSpPr>
      <p:sp>
        <p:nvSpPr>
          <p:cNvPr id="7" name="Subtitle 6"/>
          <p:cNvSpPr>
            <a:spLocks noGrp="1"/>
          </p:cNvSpPr>
          <p:nvPr>
            <p:ph type="subTitle" idx="17826305" hasCustomPrompt="1"/>
            <p:custDataLst>
              <p:tags r:id="rId2"/>
            </p:custDataLst>
          </p:nvPr>
        </p:nvSpPr>
        <p:spPr>
          <a:xfrm>
            <a:off x="761471" y="2667000"/>
            <a:ext cx="2363258" cy="457200"/>
          </a:xfrm>
          <a:noFill/>
        </p:spPr>
        <p:txBody>
          <a:bodyPr lIns="0" tIns="0" rIns="0" bIns="0" anchor="t">
            <a:normAutofit/>
          </a:bodyPr>
          <a:lstStyle>
            <a:lvl1pPr marL="0" indent="0" algn="ctr">
              <a:lnSpc>
                <a:spcPct val="125000"/>
              </a:lnSpc>
              <a:spcBef>
                <a:spcPct val="0"/>
              </a:spcBef>
              <a:spcAft>
                <a:spcPct val="0"/>
              </a:spcAft>
              <a:buNone/>
              <a:defRPr sz="2400" b="0" spc="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CONTENTS</a:t>
            </a:r>
            <a:endParaRPr lang="zh-CN" altLang="en-US"/>
          </a:p>
        </p:txBody>
      </p:sp>
      <p:sp>
        <p:nvSpPr>
          <p:cNvPr id="8" name="Title 7"/>
          <p:cNvSpPr>
            <a:spLocks noGrp="1"/>
          </p:cNvSpPr>
          <p:nvPr>
            <p:ph type="ctrTitle" idx="17826049" hasCustomPrompt="1"/>
            <p:custDataLst>
              <p:tags r:id="rId3"/>
            </p:custDataLst>
          </p:nvPr>
        </p:nvSpPr>
        <p:spPr>
          <a:xfrm>
            <a:off x="760942" y="3175000"/>
            <a:ext cx="2364317" cy="762000"/>
          </a:xfrm>
          <a:noFill/>
        </p:spPr>
        <p:txBody>
          <a:bodyPr lIns="0" tIns="0" rIns="0" bIns="0" anchor="t">
            <a:normAutofit/>
          </a:bodyPr>
          <a:lstStyle>
            <a:lvl1pPr marL="0" indent="0" algn="ctr">
              <a:lnSpc>
                <a:spcPct val="104000"/>
              </a:lnSpc>
              <a:spcBef>
                <a:spcPct val="0"/>
              </a:spcBef>
              <a:spcAft>
                <a:spcPct val="0"/>
              </a:spcAft>
              <a:buNone/>
              <a:defRPr sz="4800" b="1" spc="0">
                <a:solidFill>
                  <a:schemeClr val="tx1"/>
                </a:solidFill>
              </a:defRPr>
            </a:lvl1pPr>
          </a:lstStyle>
          <a:p>
            <a:r>
              <a:rPr lang="zh-CN" altLang="en-US"/>
              <a:t>目录</a:t>
            </a:r>
            <a:endParaRPr lang="zh-CN" altLang="en-US"/>
          </a:p>
        </p:txBody>
      </p:sp>
      <p:sp>
        <p:nvSpPr>
          <p:cNvPr id="9" name="Text Placeholder 8"/>
          <p:cNvSpPr>
            <a:spLocks noGrp="1"/>
          </p:cNvSpPr>
          <p:nvPr>
            <p:ph type="body" idx="319883777" hasCustomPrompt="1"/>
            <p:custDataLst>
              <p:tags r:id="rId4"/>
            </p:custDataLst>
          </p:nvPr>
        </p:nvSpPr>
        <p:spPr>
          <a:xfrm>
            <a:off x="4070350" y="2286000"/>
            <a:ext cx="596900" cy="508000"/>
          </a:xfrm>
          <a:noFill/>
        </p:spPr>
        <p:txBody>
          <a:bodyPr wrap="none" lIns="0" tIns="0" rIns="0" bIns="0" anchor="ctr">
            <a:noAutofit/>
          </a:bodyPr>
          <a:lstStyle>
            <a:lvl1pPr marL="0" indent="0" algn="ctr">
              <a:lnSpc>
                <a:spcPct val="109000"/>
              </a:lnSpc>
              <a:spcBef>
                <a:spcPct val="0"/>
              </a:spcBef>
              <a:spcAft>
                <a:spcPct val="0"/>
              </a:spcAft>
              <a:buNone/>
              <a:defRPr sz="4000" b="0" spc="0">
                <a:solidFill>
                  <a:schemeClr val="accent1"/>
                </a:solidFill>
              </a:defRPr>
            </a:lvl1pPr>
          </a:lstStyle>
          <a:p>
            <a:pPr lvl="0"/>
            <a:r>
              <a:rPr lang="zh-CN" altLang="en-US" smtClean="0"/>
              <a:t>01</a:t>
            </a:r>
            <a:endParaRPr lang="zh-CN" altLang="en-US" smtClean="0"/>
          </a:p>
        </p:txBody>
      </p:sp>
      <p:sp>
        <p:nvSpPr>
          <p:cNvPr id="10" name="装饰  9"/>
          <p:cNvSpPr>
            <a:spLocks noGrp="1"/>
          </p:cNvSpPr>
          <p:nvPr>
            <p:ph type="body" idx="319883522" hasCustomPrompt="1"/>
            <p:custDataLst>
              <p:tags r:id="rId5"/>
            </p:custDataLst>
          </p:nvPr>
        </p:nvSpPr>
        <p:spPr>
          <a:xfrm>
            <a:off x="4851400" y="2209800"/>
            <a:ext cx="25400" cy="762000"/>
          </a:xfrm>
          <a:custGeom>
            <a:avLst/>
            <a:gdLst>
              <a:gd name="connisteX0" fmla="*/ 0 w 25400"/>
              <a:gd name="connsiteY0" fmla="*/ 12700 h 762000"/>
              <a:gd name="connisteX1" fmla="*/ 12700 w 25400"/>
              <a:gd name="connsiteY1" fmla="*/ 0 h 762000"/>
              <a:gd name="connisteX2" fmla="*/ 12700 w 25400"/>
              <a:gd name="connsiteY2" fmla="*/ 0 h 762000"/>
              <a:gd name="connisteX3" fmla="*/ 25400 w 25400"/>
              <a:gd name="connsiteY3" fmla="*/ 12700 h 762000"/>
              <a:gd name="connisteX4" fmla="*/ 25400 w 25400"/>
              <a:gd name="connsiteY4" fmla="*/ 749300 h 762000"/>
              <a:gd name="connisteX5" fmla="*/ 12700 w 25400"/>
              <a:gd name="connsiteY5" fmla="*/ 762000 h 762000"/>
              <a:gd name="connisteX6" fmla="*/ 12700 w 25400"/>
              <a:gd name="connsiteY6" fmla="*/ 762000 h 762000"/>
              <a:gd name="connisteX7" fmla="*/ 0 w 25400"/>
              <a:gd name="connsiteY7" fmla="*/ 749300 h 762000"/>
              <a:gd name="connisteX8" fmla="*/ 0 w 25400"/>
              <a:gd name="connsiteY8" fmla="*/ 127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25400" h="7620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chemeClr val="accent1">
              <a:alpha val="50000"/>
            </a:schemeClr>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1" name="Text Placeholder 10"/>
          <p:cNvSpPr>
            <a:spLocks noGrp="1"/>
          </p:cNvSpPr>
          <p:nvPr>
            <p:ph type="body" idx="51446017" hasCustomPrompt="1"/>
            <p:custDataLst>
              <p:tags r:id="rId6"/>
            </p:custDataLst>
          </p:nvPr>
        </p:nvSpPr>
        <p:spPr>
          <a:xfrm>
            <a:off x="5080000" y="2133600"/>
            <a:ext cx="2324100" cy="914400"/>
          </a:xfrm>
          <a:noFill/>
        </p:spPr>
        <p:txBody>
          <a:bodyPr lIns="0" tIns="0" rIns="0" bIns="0" anchor="ctr">
            <a:normAutofit/>
          </a:bodyPr>
          <a:lstStyle>
            <a:lvl1pPr marL="0" indent="0" algn="l">
              <a:lnSpc>
                <a:spcPct val="118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2" name="Text Placeholder 11"/>
          <p:cNvSpPr>
            <a:spLocks noGrp="1"/>
          </p:cNvSpPr>
          <p:nvPr>
            <p:ph type="body" idx="319949313" hasCustomPrompt="1"/>
            <p:custDataLst>
              <p:tags r:id="rId7"/>
            </p:custDataLst>
          </p:nvPr>
        </p:nvSpPr>
        <p:spPr>
          <a:xfrm>
            <a:off x="7994650" y="2286000"/>
            <a:ext cx="596900" cy="508000"/>
          </a:xfrm>
          <a:noFill/>
        </p:spPr>
        <p:txBody>
          <a:bodyPr wrap="none" lIns="0" tIns="0" rIns="0" bIns="0" anchor="ctr">
            <a:noAutofit/>
          </a:bodyPr>
          <a:lstStyle>
            <a:lvl1pPr marL="0" indent="0" algn="ctr">
              <a:lnSpc>
                <a:spcPct val="109000"/>
              </a:lnSpc>
              <a:spcBef>
                <a:spcPct val="0"/>
              </a:spcBef>
              <a:spcAft>
                <a:spcPct val="0"/>
              </a:spcAft>
              <a:buNone/>
              <a:defRPr sz="4000" b="0" spc="0">
                <a:solidFill>
                  <a:schemeClr val="accent1"/>
                </a:solidFill>
              </a:defRPr>
            </a:lvl1pPr>
          </a:lstStyle>
          <a:p>
            <a:pPr lvl="0"/>
            <a:r>
              <a:rPr lang="zh-CN" altLang="en-US" smtClean="0"/>
              <a:t>02</a:t>
            </a:r>
            <a:endParaRPr lang="zh-CN" altLang="en-US" smtClean="0"/>
          </a:p>
        </p:txBody>
      </p:sp>
      <p:sp>
        <p:nvSpPr>
          <p:cNvPr id="13" name="装饰  2"/>
          <p:cNvSpPr>
            <a:spLocks noGrp="1"/>
          </p:cNvSpPr>
          <p:nvPr>
            <p:ph type="body" idx="319949058" hasCustomPrompt="1"/>
            <p:custDataLst>
              <p:tags r:id="rId8"/>
            </p:custDataLst>
          </p:nvPr>
        </p:nvSpPr>
        <p:spPr>
          <a:xfrm>
            <a:off x="8775700" y="2209800"/>
            <a:ext cx="25400" cy="762000"/>
          </a:xfrm>
          <a:custGeom>
            <a:avLst/>
            <a:gdLst>
              <a:gd name="connisteX0" fmla="*/ 0 w 25400"/>
              <a:gd name="connsiteY0" fmla="*/ 12700 h 762000"/>
              <a:gd name="connisteX1" fmla="*/ 12700 w 25400"/>
              <a:gd name="connsiteY1" fmla="*/ 0 h 762000"/>
              <a:gd name="connisteX2" fmla="*/ 12700 w 25400"/>
              <a:gd name="connsiteY2" fmla="*/ 0 h 762000"/>
              <a:gd name="connisteX3" fmla="*/ 25400 w 25400"/>
              <a:gd name="connsiteY3" fmla="*/ 12700 h 762000"/>
              <a:gd name="connisteX4" fmla="*/ 25400 w 25400"/>
              <a:gd name="connsiteY4" fmla="*/ 749300 h 762000"/>
              <a:gd name="connisteX5" fmla="*/ 12700 w 25400"/>
              <a:gd name="connsiteY5" fmla="*/ 762000 h 762000"/>
              <a:gd name="connisteX6" fmla="*/ 12700 w 25400"/>
              <a:gd name="connsiteY6" fmla="*/ 762000 h 762000"/>
              <a:gd name="connisteX7" fmla="*/ 0 w 25400"/>
              <a:gd name="connsiteY7" fmla="*/ 749300 h 762000"/>
              <a:gd name="connisteX8" fmla="*/ 0 w 25400"/>
              <a:gd name="connsiteY8" fmla="*/ 127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25400" h="7620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chemeClr val="accent1">
              <a:alpha val="50000"/>
            </a:schemeClr>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5" name="Text Placeholder 14"/>
          <p:cNvSpPr>
            <a:spLocks noGrp="1"/>
          </p:cNvSpPr>
          <p:nvPr>
            <p:ph type="body" idx="51511553" hasCustomPrompt="1"/>
            <p:custDataLst>
              <p:tags r:id="rId9"/>
            </p:custDataLst>
          </p:nvPr>
        </p:nvSpPr>
        <p:spPr>
          <a:xfrm>
            <a:off x="9004300" y="2133600"/>
            <a:ext cx="2324100" cy="914400"/>
          </a:xfrm>
          <a:noFill/>
        </p:spPr>
        <p:txBody>
          <a:bodyPr lIns="0" tIns="0" rIns="0" bIns="0" anchor="ctr">
            <a:normAutofit/>
          </a:bodyPr>
          <a:lstStyle>
            <a:lvl1pPr marL="0" indent="0" algn="l">
              <a:lnSpc>
                <a:spcPct val="118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6" name="Text Placeholder 15"/>
          <p:cNvSpPr>
            <a:spLocks noGrp="1"/>
          </p:cNvSpPr>
          <p:nvPr>
            <p:ph type="body" idx="320014849" hasCustomPrompt="1"/>
            <p:custDataLst>
              <p:tags r:id="rId10"/>
            </p:custDataLst>
          </p:nvPr>
        </p:nvSpPr>
        <p:spPr>
          <a:xfrm>
            <a:off x="4070350" y="3962400"/>
            <a:ext cx="596900" cy="508000"/>
          </a:xfrm>
          <a:noFill/>
        </p:spPr>
        <p:txBody>
          <a:bodyPr wrap="none" lIns="0" tIns="0" rIns="0" bIns="0" anchor="ctr">
            <a:noAutofit/>
          </a:bodyPr>
          <a:lstStyle>
            <a:lvl1pPr marL="0" indent="0" algn="ctr">
              <a:lnSpc>
                <a:spcPct val="109000"/>
              </a:lnSpc>
              <a:spcBef>
                <a:spcPct val="0"/>
              </a:spcBef>
              <a:spcAft>
                <a:spcPct val="0"/>
              </a:spcAft>
              <a:buNone/>
              <a:defRPr sz="4000" b="0" spc="0">
                <a:solidFill>
                  <a:schemeClr val="accent1"/>
                </a:solidFill>
              </a:defRPr>
            </a:lvl1pPr>
          </a:lstStyle>
          <a:p>
            <a:pPr lvl="0"/>
            <a:r>
              <a:rPr lang="zh-CN" altLang="en-US" smtClean="0"/>
              <a:t>03</a:t>
            </a:r>
            <a:endParaRPr lang="zh-CN" altLang="en-US" smtClean="0"/>
          </a:p>
        </p:txBody>
      </p:sp>
      <p:sp>
        <p:nvSpPr>
          <p:cNvPr id="17" name="装饰  6"/>
          <p:cNvSpPr>
            <a:spLocks noGrp="1"/>
          </p:cNvSpPr>
          <p:nvPr>
            <p:ph type="body" idx="320014594" hasCustomPrompt="1"/>
            <p:custDataLst>
              <p:tags r:id="rId11"/>
            </p:custDataLst>
          </p:nvPr>
        </p:nvSpPr>
        <p:spPr>
          <a:xfrm>
            <a:off x="4851400" y="3886200"/>
            <a:ext cx="25400" cy="762000"/>
          </a:xfrm>
          <a:custGeom>
            <a:avLst/>
            <a:gdLst>
              <a:gd name="connisteX0" fmla="*/ 0 w 25400"/>
              <a:gd name="connsiteY0" fmla="*/ 12700 h 762000"/>
              <a:gd name="connisteX1" fmla="*/ 12700 w 25400"/>
              <a:gd name="connsiteY1" fmla="*/ 0 h 762000"/>
              <a:gd name="connisteX2" fmla="*/ 12700 w 25400"/>
              <a:gd name="connsiteY2" fmla="*/ 0 h 762000"/>
              <a:gd name="connisteX3" fmla="*/ 25400 w 25400"/>
              <a:gd name="connsiteY3" fmla="*/ 12700 h 762000"/>
              <a:gd name="connisteX4" fmla="*/ 25400 w 25400"/>
              <a:gd name="connsiteY4" fmla="*/ 749300 h 762000"/>
              <a:gd name="connisteX5" fmla="*/ 12700 w 25400"/>
              <a:gd name="connsiteY5" fmla="*/ 762000 h 762000"/>
              <a:gd name="connisteX6" fmla="*/ 12700 w 25400"/>
              <a:gd name="connsiteY6" fmla="*/ 762000 h 762000"/>
              <a:gd name="connisteX7" fmla="*/ 0 w 25400"/>
              <a:gd name="connsiteY7" fmla="*/ 749300 h 762000"/>
              <a:gd name="connisteX8" fmla="*/ 0 w 25400"/>
              <a:gd name="connsiteY8" fmla="*/ 127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25400" h="7620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chemeClr val="accent1">
              <a:alpha val="50000"/>
            </a:schemeClr>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8" name="Text Placeholder 17"/>
          <p:cNvSpPr>
            <a:spLocks noGrp="1"/>
          </p:cNvSpPr>
          <p:nvPr>
            <p:ph type="body" idx="51577089" hasCustomPrompt="1"/>
            <p:custDataLst>
              <p:tags r:id="rId12"/>
            </p:custDataLst>
          </p:nvPr>
        </p:nvSpPr>
        <p:spPr>
          <a:xfrm>
            <a:off x="5080000" y="3810000"/>
            <a:ext cx="2324100" cy="914400"/>
          </a:xfrm>
          <a:noFill/>
        </p:spPr>
        <p:txBody>
          <a:bodyPr lIns="0" tIns="0" rIns="0" bIns="0" anchor="ctr">
            <a:normAutofit/>
          </a:bodyPr>
          <a:lstStyle>
            <a:lvl1pPr marL="0" indent="0" algn="l">
              <a:lnSpc>
                <a:spcPct val="118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9" name="Text Placeholder 18"/>
          <p:cNvSpPr>
            <a:spLocks noGrp="1"/>
          </p:cNvSpPr>
          <p:nvPr>
            <p:ph type="body" idx="320080385" hasCustomPrompt="1"/>
            <p:custDataLst>
              <p:tags r:id="rId13"/>
            </p:custDataLst>
          </p:nvPr>
        </p:nvSpPr>
        <p:spPr>
          <a:xfrm>
            <a:off x="7994650" y="3962400"/>
            <a:ext cx="596900" cy="508000"/>
          </a:xfrm>
          <a:noFill/>
        </p:spPr>
        <p:txBody>
          <a:bodyPr wrap="none" lIns="0" tIns="0" rIns="0" bIns="0" anchor="ctr">
            <a:noAutofit/>
          </a:bodyPr>
          <a:lstStyle>
            <a:lvl1pPr marL="0" indent="0" algn="ctr">
              <a:lnSpc>
                <a:spcPct val="109000"/>
              </a:lnSpc>
              <a:spcBef>
                <a:spcPct val="0"/>
              </a:spcBef>
              <a:spcAft>
                <a:spcPct val="0"/>
              </a:spcAft>
              <a:buNone/>
              <a:defRPr sz="4000" b="0" spc="0">
                <a:solidFill>
                  <a:schemeClr val="accent1"/>
                </a:solidFill>
              </a:defRPr>
            </a:lvl1pPr>
          </a:lstStyle>
          <a:p>
            <a:pPr lvl="0"/>
            <a:r>
              <a:rPr lang="zh-CN" altLang="en-US" smtClean="0"/>
              <a:t>04</a:t>
            </a:r>
            <a:endParaRPr lang="zh-CN" altLang="en-US" smtClean="0"/>
          </a:p>
        </p:txBody>
      </p:sp>
      <p:sp>
        <p:nvSpPr>
          <p:cNvPr id="20" name="装饰  9"/>
          <p:cNvSpPr>
            <a:spLocks noGrp="1"/>
          </p:cNvSpPr>
          <p:nvPr>
            <p:ph type="body" idx="320080130" hasCustomPrompt="1"/>
            <p:custDataLst>
              <p:tags r:id="rId14"/>
            </p:custDataLst>
          </p:nvPr>
        </p:nvSpPr>
        <p:spPr>
          <a:xfrm>
            <a:off x="8775700" y="3886200"/>
            <a:ext cx="25400" cy="762000"/>
          </a:xfrm>
          <a:custGeom>
            <a:avLst/>
            <a:gdLst>
              <a:gd name="connisteX0" fmla="*/ 0 w 25400"/>
              <a:gd name="connsiteY0" fmla="*/ 12700 h 762000"/>
              <a:gd name="connisteX1" fmla="*/ 12700 w 25400"/>
              <a:gd name="connsiteY1" fmla="*/ 0 h 762000"/>
              <a:gd name="connisteX2" fmla="*/ 12700 w 25400"/>
              <a:gd name="connsiteY2" fmla="*/ 0 h 762000"/>
              <a:gd name="connisteX3" fmla="*/ 25400 w 25400"/>
              <a:gd name="connsiteY3" fmla="*/ 12700 h 762000"/>
              <a:gd name="connisteX4" fmla="*/ 25400 w 25400"/>
              <a:gd name="connsiteY4" fmla="*/ 749300 h 762000"/>
              <a:gd name="connisteX5" fmla="*/ 12700 w 25400"/>
              <a:gd name="connsiteY5" fmla="*/ 762000 h 762000"/>
              <a:gd name="connisteX6" fmla="*/ 12700 w 25400"/>
              <a:gd name="connsiteY6" fmla="*/ 762000 h 762000"/>
              <a:gd name="connisteX7" fmla="*/ 0 w 25400"/>
              <a:gd name="connsiteY7" fmla="*/ 749300 h 762000"/>
              <a:gd name="connisteX8" fmla="*/ 0 w 25400"/>
              <a:gd name="connsiteY8" fmla="*/ 127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25400" h="7620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chemeClr val="accent1">
              <a:alpha val="50000"/>
            </a:schemeClr>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1" name="Text Placeholder 20"/>
          <p:cNvSpPr>
            <a:spLocks noGrp="1"/>
          </p:cNvSpPr>
          <p:nvPr>
            <p:ph type="body" idx="51642625" hasCustomPrompt="1"/>
            <p:custDataLst>
              <p:tags r:id="rId15"/>
            </p:custDataLst>
          </p:nvPr>
        </p:nvSpPr>
        <p:spPr>
          <a:xfrm>
            <a:off x="9004300" y="3810000"/>
            <a:ext cx="2324100" cy="914400"/>
          </a:xfrm>
          <a:noFill/>
        </p:spPr>
        <p:txBody>
          <a:bodyPr lIns="0" tIns="0" rIns="0" bIns="0" anchor="ctr">
            <a:normAutofit/>
          </a:bodyPr>
          <a:lstStyle>
            <a:lvl1pPr marL="0" indent="0" algn="l">
              <a:lnSpc>
                <a:spcPct val="118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Tree>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目录页-1-5_4">
    <p:bg>
      <p:bgRef idx="1001">
        <a:schemeClr val="bg1"/>
      </p:bgRef>
    </p:bg>
    <p:spTree>
      <p:nvGrpSpPr>
        <p:cNvPr id="1" name=""/>
        <p:cNvGrpSpPr/>
        <p:nvPr/>
      </p:nvGrpSpPr>
      <p:grpSpPr>
        <a:xfrm>
          <a:off x="0" y="0"/>
          <a:ext cx="0" cy="0"/>
          <a:chOff x="0" y="0"/>
          <a:chExt cx="0" cy="0"/>
        </a:xfrm>
      </p:grpSpPr>
      <p:sp>
        <p:nvSpPr>
          <p:cNvPr id="7" name="副标题 6"/>
          <p:cNvSpPr>
            <a:spLocks noGrp="1"/>
          </p:cNvSpPr>
          <p:nvPr>
            <p:ph type="subTitle" idx="16386" hasCustomPrompt="1"/>
            <p:custDataLst>
              <p:tags r:id="rId2"/>
            </p:custDataLst>
          </p:nvPr>
        </p:nvSpPr>
        <p:spPr>
          <a:xfrm>
            <a:off x="761471" y="2667000"/>
            <a:ext cx="2363258" cy="457200"/>
          </a:xfrm>
          <a:noFill/>
        </p:spPr>
        <p:txBody>
          <a:bodyPr lIns="0" tIns="0" rIns="0" bIns="0" anchor="t">
            <a:normAutofit/>
          </a:bodyPr>
          <a:lstStyle>
            <a:lvl1pPr marL="0" indent="0" algn="ctr">
              <a:lnSpc>
                <a:spcPct val="125000"/>
              </a:lnSpc>
              <a:spcBef>
                <a:spcPct val="0"/>
              </a:spcBef>
              <a:spcAft>
                <a:spcPct val="0"/>
              </a:spcAft>
              <a:buNone/>
              <a:defRPr sz="2400" b="0" spc="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zh-CN" altLang="en-US"/>
              <a:t>CONTENTS</a:t>
            </a:r>
            <a:endParaRPr lang="zh-CN" altLang="en-US"/>
          </a:p>
        </p:txBody>
      </p:sp>
      <p:sp>
        <p:nvSpPr>
          <p:cNvPr id="8" name="标题 7"/>
          <p:cNvSpPr>
            <a:spLocks noGrp="1"/>
          </p:cNvSpPr>
          <p:nvPr>
            <p:ph type="ctrTitle" idx="16385" hasCustomPrompt="1"/>
            <p:custDataLst>
              <p:tags r:id="rId3"/>
            </p:custDataLst>
          </p:nvPr>
        </p:nvSpPr>
        <p:spPr>
          <a:xfrm>
            <a:off x="760942" y="3175000"/>
            <a:ext cx="2364317" cy="762000"/>
          </a:xfrm>
          <a:noFill/>
        </p:spPr>
        <p:txBody>
          <a:bodyPr lIns="0" tIns="0" rIns="0" bIns="0" anchor="t">
            <a:normAutofit/>
          </a:bodyPr>
          <a:lstStyle>
            <a:lvl1pPr marL="0" indent="0" algn="ctr">
              <a:lnSpc>
                <a:spcPct val="104000"/>
              </a:lnSpc>
              <a:spcBef>
                <a:spcPct val="0"/>
              </a:spcBef>
              <a:spcAft>
                <a:spcPct val="0"/>
              </a:spcAft>
              <a:buNone/>
              <a:defRPr sz="4800" b="1" spc="0">
                <a:solidFill>
                  <a:schemeClr val="tx1"/>
                </a:solidFill>
              </a:defRPr>
            </a:lvl1pPr>
          </a:lstStyle>
          <a:p>
            <a:pPr lvl="0"/>
            <a:r>
              <a:rPr lang="zh-CN" altLang="en-US"/>
              <a:t>目录</a:t>
            </a:r>
            <a:endParaRPr lang="zh-CN" altLang="en-US"/>
          </a:p>
        </p:txBody>
      </p:sp>
      <p:sp>
        <p:nvSpPr>
          <p:cNvPr id="9" name="文本占位符 8"/>
          <p:cNvSpPr>
            <a:spLocks noGrp="1"/>
          </p:cNvSpPr>
          <p:nvPr>
            <p:ph type="body" idx="16388" hasCustomPrompt="1"/>
            <p:custDataLst>
              <p:tags r:id="rId4"/>
            </p:custDataLst>
          </p:nvPr>
        </p:nvSpPr>
        <p:spPr>
          <a:xfrm>
            <a:off x="4070350" y="2286000"/>
            <a:ext cx="596900" cy="508000"/>
          </a:xfrm>
          <a:noFill/>
        </p:spPr>
        <p:txBody>
          <a:bodyPr wrap="none" lIns="0" tIns="0" rIns="0" bIns="0" anchor="ctr">
            <a:noAutofit/>
          </a:bodyPr>
          <a:lstStyle>
            <a:lvl1pPr marL="0" indent="0" algn="ctr">
              <a:lnSpc>
                <a:spcPct val="109000"/>
              </a:lnSpc>
              <a:spcBef>
                <a:spcPct val="0"/>
              </a:spcBef>
              <a:spcAft>
                <a:spcPct val="0"/>
              </a:spcAft>
              <a:buNone/>
              <a:defRPr sz="4000" b="0" spc="0">
                <a:solidFill>
                  <a:schemeClr val="accent1"/>
                </a:solidFill>
              </a:defRPr>
            </a:lvl1pPr>
          </a:lstStyle>
          <a:p>
            <a:pPr lvl="0"/>
            <a:r>
              <a:rPr lang="zh-CN" altLang="en-US" smtClean="0"/>
              <a:t>01</a:t>
            </a:r>
            <a:endParaRPr lang="zh-CN" altLang="en-US" smtClean="0"/>
          </a:p>
        </p:txBody>
      </p:sp>
      <p:sp>
        <p:nvSpPr>
          <p:cNvPr id="10" name="装饰  9"/>
          <p:cNvSpPr>
            <a:spLocks noGrp="1"/>
          </p:cNvSpPr>
          <p:nvPr>
            <p:ph type="body" idx="16395" hasCustomPrompt="1"/>
            <p:custDataLst>
              <p:tags r:id="rId5"/>
            </p:custDataLst>
          </p:nvPr>
        </p:nvSpPr>
        <p:spPr>
          <a:xfrm>
            <a:off x="4851400" y="2209800"/>
            <a:ext cx="25400" cy="762000"/>
          </a:xfrm>
          <a:custGeom>
            <a:avLst/>
            <a:gdLst>
              <a:gd name="connisteX0" fmla="*/ 0 w 25400"/>
              <a:gd name="connsiteY0" fmla="*/ 12700 h 762000"/>
              <a:gd name="connisteX1" fmla="*/ 12700 w 25400"/>
              <a:gd name="connsiteY1" fmla="*/ 0 h 762000"/>
              <a:gd name="connisteX2" fmla="*/ 12700 w 25400"/>
              <a:gd name="connsiteY2" fmla="*/ 0 h 762000"/>
              <a:gd name="connisteX3" fmla="*/ 25400 w 25400"/>
              <a:gd name="connsiteY3" fmla="*/ 12700 h 762000"/>
              <a:gd name="connisteX4" fmla="*/ 25400 w 25400"/>
              <a:gd name="connsiteY4" fmla="*/ 749300 h 762000"/>
              <a:gd name="connisteX5" fmla="*/ 12700 w 25400"/>
              <a:gd name="connsiteY5" fmla="*/ 762000 h 762000"/>
              <a:gd name="connisteX6" fmla="*/ 12700 w 25400"/>
              <a:gd name="connsiteY6" fmla="*/ 762000 h 762000"/>
              <a:gd name="connisteX7" fmla="*/ 0 w 25400"/>
              <a:gd name="connsiteY7" fmla="*/ 749300 h 762000"/>
              <a:gd name="connisteX8" fmla="*/ 0 w 25400"/>
              <a:gd name="connsiteY8" fmla="*/ 127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25400" h="7620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chemeClr val="accent1">
              <a:alpha val="50000"/>
            </a:schemeClr>
          </a:soli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1" name="文本占位符 10"/>
          <p:cNvSpPr>
            <a:spLocks noGrp="1"/>
          </p:cNvSpPr>
          <p:nvPr>
            <p:ph type="body" idx="16387" hasCustomPrompt="1"/>
            <p:custDataLst>
              <p:tags r:id="rId6"/>
            </p:custDataLst>
          </p:nvPr>
        </p:nvSpPr>
        <p:spPr>
          <a:xfrm>
            <a:off x="5080000" y="2133600"/>
            <a:ext cx="2324100" cy="914400"/>
          </a:xfrm>
          <a:noFill/>
        </p:spPr>
        <p:txBody>
          <a:bodyPr lIns="0" tIns="0" rIns="0" bIns="0" anchor="ctr">
            <a:normAutofit/>
          </a:bodyPr>
          <a:lstStyle>
            <a:lvl1pPr marL="0" indent="0" algn="l">
              <a:lnSpc>
                <a:spcPct val="118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2" name="文本占位符 11"/>
          <p:cNvSpPr>
            <a:spLocks noGrp="1"/>
          </p:cNvSpPr>
          <p:nvPr>
            <p:ph type="body" idx="16390" hasCustomPrompt="1"/>
            <p:custDataLst>
              <p:tags r:id="rId7"/>
            </p:custDataLst>
          </p:nvPr>
        </p:nvSpPr>
        <p:spPr>
          <a:xfrm>
            <a:off x="7994650" y="2286000"/>
            <a:ext cx="596900" cy="508000"/>
          </a:xfrm>
          <a:noFill/>
        </p:spPr>
        <p:txBody>
          <a:bodyPr wrap="none" lIns="0" tIns="0" rIns="0" bIns="0" anchor="ctr">
            <a:noAutofit/>
          </a:bodyPr>
          <a:lstStyle>
            <a:lvl1pPr marL="0" indent="0" algn="ctr">
              <a:lnSpc>
                <a:spcPct val="109000"/>
              </a:lnSpc>
              <a:spcBef>
                <a:spcPct val="0"/>
              </a:spcBef>
              <a:spcAft>
                <a:spcPct val="0"/>
              </a:spcAft>
              <a:buNone/>
              <a:defRPr sz="4000" b="0" spc="0">
                <a:solidFill>
                  <a:schemeClr val="accent1"/>
                </a:solidFill>
              </a:defRPr>
            </a:lvl1pPr>
          </a:lstStyle>
          <a:p>
            <a:pPr lvl="0"/>
            <a:r>
              <a:rPr lang="zh-CN" altLang="en-US" smtClean="0"/>
              <a:t>02</a:t>
            </a:r>
            <a:endParaRPr lang="zh-CN" altLang="en-US" smtClean="0"/>
          </a:p>
        </p:txBody>
      </p:sp>
      <p:sp>
        <p:nvSpPr>
          <p:cNvPr id="13" name="装饰  2"/>
          <p:cNvSpPr>
            <a:spLocks noGrp="1"/>
          </p:cNvSpPr>
          <p:nvPr>
            <p:ph type="body" idx="16396" hasCustomPrompt="1"/>
            <p:custDataLst>
              <p:tags r:id="rId8"/>
            </p:custDataLst>
          </p:nvPr>
        </p:nvSpPr>
        <p:spPr>
          <a:xfrm>
            <a:off x="8775700" y="2209800"/>
            <a:ext cx="25400" cy="762000"/>
          </a:xfrm>
          <a:custGeom>
            <a:avLst/>
            <a:gdLst>
              <a:gd name="connisteX0" fmla="*/ 0 w 25400"/>
              <a:gd name="connsiteY0" fmla="*/ 12700 h 762000"/>
              <a:gd name="connisteX1" fmla="*/ 12700 w 25400"/>
              <a:gd name="connsiteY1" fmla="*/ 0 h 762000"/>
              <a:gd name="connisteX2" fmla="*/ 12700 w 25400"/>
              <a:gd name="connsiteY2" fmla="*/ 0 h 762000"/>
              <a:gd name="connisteX3" fmla="*/ 25400 w 25400"/>
              <a:gd name="connsiteY3" fmla="*/ 12700 h 762000"/>
              <a:gd name="connisteX4" fmla="*/ 25400 w 25400"/>
              <a:gd name="connsiteY4" fmla="*/ 749300 h 762000"/>
              <a:gd name="connisteX5" fmla="*/ 12700 w 25400"/>
              <a:gd name="connsiteY5" fmla="*/ 762000 h 762000"/>
              <a:gd name="connisteX6" fmla="*/ 12700 w 25400"/>
              <a:gd name="connsiteY6" fmla="*/ 762000 h 762000"/>
              <a:gd name="connisteX7" fmla="*/ 0 w 25400"/>
              <a:gd name="connsiteY7" fmla="*/ 749300 h 762000"/>
              <a:gd name="connisteX8" fmla="*/ 0 w 25400"/>
              <a:gd name="connsiteY8" fmla="*/ 127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25400" h="7620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chemeClr val="accent1">
              <a:alpha val="50000"/>
            </a:schemeClr>
          </a:soli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5" name="文本占位符 14"/>
          <p:cNvSpPr>
            <a:spLocks noGrp="1"/>
          </p:cNvSpPr>
          <p:nvPr>
            <p:ph type="body" idx="16389" hasCustomPrompt="1"/>
            <p:custDataLst>
              <p:tags r:id="rId9"/>
            </p:custDataLst>
          </p:nvPr>
        </p:nvSpPr>
        <p:spPr>
          <a:xfrm>
            <a:off x="9004300" y="2133600"/>
            <a:ext cx="2324100" cy="914400"/>
          </a:xfrm>
          <a:noFill/>
        </p:spPr>
        <p:txBody>
          <a:bodyPr lIns="0" tIns="0" rIns="0" bIns="0" anchor="ctr">
            <a:normAutofit/>
          </a:bodyPr>
          <a:lstStyle>
            <a:lvl1pPr marL="0" indent="0" algn="l">
              <a:lnSpc>
                <a:spcPct val="118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6" name="文本占位符 15"/>
          <p:cNvSpPr>
            <a:spLocks noGrp="1"/>
          </p:cNvSpPr>
          <p:nvPr>
            <p:ph type="body" idx="16392" hasCustomPrompt="1"/>
            <p:custDataLst>
              <p:tags r:id="rId10"/>
            </p:custDataLst>
          </p:nvPr>
        </p:nvSpPr>
        <p:spPr>
          <a:xfrm>
            <a:off x="4070350" y="3962400"/>
            <a:ext cx="596900" cy="508000"/>
          </a:xfrm>
          <a:noFill/>
        </p:spPr>
        <p:txBody>
          <a:bodyPr wrap="none" lIns="0" tIns="0" rIns="0" bIns="0" anchor="ctr">
            <a:noAutofit/>
          </a:bodyPr>
          <a:lstStyle>
            <a:lvl1pPr marL="0" indent="0" algn="ctr">
              <a:lnSpc>
                <a:spcPct val="109000"/>
              </a:lnSpc>
              <a:spcBef>
                <a:spcPct val="0"/>
              </a:spcBef>
              <a:spcAft>
                <a:spcPct val="0"/>
              </a:spcAft>
              <a:buNone/>
              <a:defRPr sz="4000" b="0" spc="0">
                <a:solidFill>
                  <a:schemeClr val="accent1"/>
                </a:solidFill>
              </a:defRPr>
            </a:lvl1pPr>
          </a:lstStyle>
          <a:p>
            <a:pPr lvl="0"/>
            <a:r>
              <a:rPr lang="zh-CN" altLang="en-US" smtClean="0"/>
              <a:t>03</a:t>
            </a:r>
            <a:endParaRPr lang="zh-CN" altLang="en-US" smtClean="0"/>
          </a:p>
        </p:txBody>
      </p:sp>
      <p:sp>
        <p:nvSpPr>
          <p:cNvPr id="17" name="装饰  6"/>
          <p:cNvSpPr>
            <a:spLocks noGrp="1"/>
          </p:cNvSpPr>
          <p:nvPr>
            <p:ph type="body" idx="16397" hasCustomPrompt="1"/>
            <p:custDataLst>
              <p:tags r:id="rId11"/>
            </p:custDataLst>
          </p:nvPr>
        </p:nvSpPr>
        <p:spPr>
          <a:xfrm>
            <a:off x="4851400" y="3886200"/>
            <a:ext cx="25400" cy="762000"/>
          </a:xfrm>
          <a:custGeom>
            <a:avLst/>
            <a:gdLst>
              <a:gd name="connisteX0" fmla="*/ 0 w 25400"/>
              <a:gd name="connsiteY0" fmla="*/ 12700 h 762000"/>
              <a:gd name="connisteX1" fmla="*/ 12700 w 25400"/>
              <a:gd name="connsiteY1" fmla="*/ 0 h 762000"/>
              <a:gd name="connisteX2" fmla="*/ 12700 w 25400"/>
              <a:gd name="connsiteY2" fmla="*/ 0 h 762000"/>
              <a:gd name="connisteX3" fmla="*/ 25400 w 25400"/>
              <a:gd name="connsiteY3" fmla="*/ 12700 h 762000"/>
              <a:gd name="connisteX4" fmla="*/ 25400 w 25400"/>
              <a:gd name="connsiteY4" fmla="*/ 749300 h 762000"/>
              <a:gd name="connisteX5" fmla="*/ 12700 w 25400"/>
              <a:gd name="connsiteY5" fmla="*/ 762000 h 762000"/>
              <a:gd name="connisteX6" fmla="*/ 12700 w 25400"/>
              <a:gd name="connsiteY6" fmla="*/ 762000 h 762000"/>
              <a:gd name="connisteX7" fmla="*/ 0 w 25400"/>
              <a:gd name="connsiteY7" fmla="*/ 749300 h 762000"/>
              <a:gd name="connisteX8" fmla="*/ 0 w 25400"/>
              <a:gd name="connsiteY8" fmla="*/ 127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25400" h="7620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chemeClr val="accent1">
              <a:alpha val="50000"/>
            </a:schemeClr>
          </a:soli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8" name="文本占位符 17"/>
          <p:cNvSpPr>
            <a:spLocks noGrp="1"/>
          </p:cNvSpPr>
          <p:nvPr>
            <p:ph type="body" idx="16391" hasCustomPrompt="1"/>
            <p:custDataLst>
              <p:tags r:id="rId12"/>
            </p:custDataLst>
          </p:nvPr>
        </p:nvSpPr>
        <p:spPr>
          <a:xfrm>
            <a:off x="5080000" y="3810000"/>
            <a:ext cx="2324100" cy="914400"/>
          </a:xfrm>
          <a:noFill/>
        </p:spPr>
        <p:txBody>
          <a:bodyPr lIns="0" tIns="0" rIns="0" bIns="0" anchor="ctr">
            <a:normAutofit/>
          </a:bodyPr>
          <a:lstStyle>
            <a:lvl1pPr marL="0" indent="0" algn="l">
              <a:lnSpc>
                <a:spcPct val="118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9" name="文本占位符 18"/>
          <p:cNvSpPr>
            <a:spLocks noGrp="1"/>
          </p:cNvSpPr>
          <p:nvPr>
            <p:ph type="body" idx="16394" hasCustomPrompt="1"/>
            <p:custDataLst>
              <p:tags r:id="rId13"/>
            </p:custDataLst>
          </p:nvPr>
        </p:nvSpPr>
        <p:spPr>
          <a:xfrm>
            <a:off x="7994650" y="3962400"/>
            <a:ext cx="596900" cy="508000"/>
          </a:xfrm>
          <a:noFill/>
        </p:spPr>
        <p:txBody>
          <a:bodyPr wrap="none" lIns="0" tIns="0" rIns="0" bIns="0" anchor="ctr">
            <a:noAutofit/>
          </a:bodyPr>
          <a:lstStyle>
            <a:lvl1pPr marL="0" indent="0" algn="ctr">
              <a:lnSpc>
                <a:spcPct val="109000"/>
              </a:lnSpc>
              <a:spcBef>
                <a:spcPct val="0"/>
              </a:spcBef>
              <a:spcAft>
                <a:spcPct val="0"/>
              </a:spcAft>
              <a:buNone/>
              <a:defRPr sz="4000" b="0" spc="0">
                <a:solidFill>
                  <a:schemeClr val="accent1"/>
                </a:solidFill>
              </a:defRPr>
            </a:lvl1pPr>
          </a:lstStyle>
          <a:p>
            <a:pPr lvl="0"/>
            <a:r>
              <a:rPr lang="zh-CN" altLang="en-US" smtClean="0"/>
              <a:t>04</a:t>
            </a:r>
            <a:endParaRPr lang="zh-CN" altLang="en-US" smtClean="0"/>
          </a:p>
        </p:txBody>
      </p:sp>
      <p:sp>
        <p:nvSpPr>
          <p:cNvPr id="20" name="装饰  9"/>
          <p:cNvSpPr>
            <a:spLocks noGrp="1"/>
          </p:cNvSpPr>
          <p:nvPr>
            <p:ph type="body" idx="16398" hasCustomPrompt="1"/>
            <p:custDataLst>
              <p:tags r:id="rId14"/>
            </p:custDataLst>
          </p:nvPr>
        </p:nvSpPr>
        <p:spPr>
          <a:xfrm>
            <a:off x="8775700" y="3886200"/>
            <a:ext cx="25400" cy="762000"/>
          </a:xfrm>
          <a:custGeom>
            <a:avLst/>
            <a:gdLst>
              <a:gd name="connisteX0" fmla="*/ 0 w 25400"/>
              <a:gd name="connsiteY0" fmla="*/ 12700 h 762000"/>
              <a:gd name="connisteX1" fmla="*/ 12700 w 25400"/>
              <a:gd name="connsiteY1" fmla="*/ 0 h 762000"/>
              <a:gd name="connisteX2" fmla="*/ 12700 w 25400"/>
              <a:gd name="connsiteY2" fmla="*/ 0 h 762000"/>
              <a:gd name="connisteX3" fmla="*/ 25400 w 25400"/>
              <a:gd name="connsiteY3" fmla="*/ 12700 h 762000"/>
              <a:gd name="connisteX4" fmla="*/ 25400 w 25400"/>
              <a:gd name="connsiteY4" fmla="*/ 749300 h 762000"/>
              <a:gd name="connisteX5" fmla="*/ 12700 w 25400"/>
              <a:gd name="connsiteY5" fmla="*/ 762000 h 762000"/>
              <a:gd name="connisteX6" fmla="*/ 12700 w 25400"/>
              <a:gd name="connsiteY6" fmla="*/ 762000 h 762000"/>
              <a:gd name="connisteX7" fmla="*/ 0 w 25400"/>
              <a:gd name="connsiteY7" fmla="*/ 749300 h 762000"/>
              <a:gd name="connisteX8" fmla="*/ 0 w 25400"/>
              <a:gd name="connsiteY8" fmla="*/ 127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25400" h="7620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chemeClr val="accent1">
              <a:alpha val="50000"/>
            </a:schemeClr>
          </a:soli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1" name="文本占位符 20"/>
          <p:cNvSpPr>
            <a:spLocks noGrp="1"/>
          </p:cNvSpPr>
          <p:nvPr>
            <p:ph type="body" idx="16393" hasCustomPrompt="1"/>
            <p:custDataLst>
              <p:tags r:id="rId15"/>
            </p:custDataLst>
          </p:nvPr>
        </p:nvSpPr>
        <p:spPr>
          <a:xfrm>
            <a:off x="9004300" y="3810000"/>
            <a:ext cx="2324100" cy="914400"/>
          </a:xfrm>
          <a:noFill/>
        </p:spPr>
        <p:txBody>
          <a:bodyPr lIns="0" tIns="0" rIns="0" bIns="0" anchor="ctr">
            <a:normAutofit/>
          </a:bodyPr>
          <a:lstStyle>
            <a:lvl1pPr marL="0" indent="0" algn="l">
              <a:lnSpc>
                <a:spcPct val="118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Tree>
  </p:cSld>
  <p:clrMapOvr>
    <a:overrideClrMapping bg1="lt1" tx1="dk1" bg2="lt2" tx2="dk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目录页-1-5_3">
    <p:bg>
      <p:bgRef idx="1001">
        <a:schemeClr val="bg1"/>
      </p:bgRef>
    </p:bg>
    <p:spTree>
      <p:nvGrpSpPr>
        <p:cNvPr id="1" name=""/>
        <p:cNvGrpSpPr/>
        <p:nvPr/>
      </p:nvGrpSpPr>
      <p:grpSpPr>
        <a:xfrm>
          <a:off x="0" y="0"/>
          <a:ext cx="0" cy="0"/>
          <a:chOff x="0" y="0"/>
          <a:chExt cx="0" cy="0"/>
        </a:xfrm>
      </p:grpSpPr>
      <p:sp>
        <p:nvSpPr>
          <p:cNvPr id="7" name="副标题 6"/>
          <p:cNvSpPr>
            <a:spLocks noGrp="1"/>
          </p:cNvSpPr>
          <p:nvPr>
            <p:ph type="subTitle" idx="16386" hasCustomPrompt="1"/>
            <p:custDataLst>
              <p:tags r:id="rId2"/>
            </p:custDataLst>
          </p:nvPr>
        </p:nvSpPr>
        <p:spPr>
          <a:xfrm>
            <a:off x="761471" y="2667000"/>
            <a:ext cx="2363258" cy="457200"/>
          </a:xfrm>
          <a:noFill/>
        </p:spPr>
        <p:txBody>
          <a:bodyPr lIns="0" tIns="0" rIns="0" bIns="0" anchor="t">
            <a:normAutofit/>
          </a:bodyPr>
          <a:lstStyle>
            <a:lvl1pPr marL="0" indent="0" algn="ctr">
              <a:lnSpc>
                <a:spcPct val="125000"/>
              </a:lnSpc>
              <a:spcBef>
                <a:spcPct val="0"/>
              </a:spcBef>
              <a:spcAft>
                <a:spcPct val="0"/>
              </a:spcAft>
              <a:buNone/>
              <a:defRPr sz="2400" b="0" spc="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zh-CN" altLang="en-US"/>
              <a:t>CONTENTS</a:t>
            </a:r>
            <a:endParaRPr lang="zh-CN" altLang="en-US"/>
          </a:p>
        </p:txBody>
      </p:sp>
      <p:sp>
        <p:nvSpPr>
          <p:cNvPr id="8" name="标题 7"/>
          <p:cNvSpPr>
            <a:spLocks noGrp="1"/>
          </p:cNvSpPr>
          <p:nvPr>
            <p:ph type="ctrTitle" idx="16385" hasCustomPrompt="1"/>
            <p:custDataLst>
              <p:tags r:id="rId3"/>
            </p:custDataLst>
          </p:nvPr>
        </p:nvSpPr>
        <p:spPr>
          <a:xfrm>
            <a:off x="760942" y="3175000"/>
            <a:ext cx="2364317" cy="762000"/>
          </a:xfrm>
          <a:noFill/>
        </p:spPr>
        <p:txBody>
          <a:bodyPr lIns="0" tIns="0" rIns="0" bIns="0" anchor="t">
            <a:normAutofit/>
          </a:bodyPr>
          <a:lstStyle>
            <a:lvl1pPr marL="0" indent="0" algn="ctr">
              <a:lnSpc>
                <a:spcPct val="104000"/>
              </a:lnSpc>
              <a:spcBef>
                <a:spcPct val="0"/>
              </a:spcBef>
              <a:spcAft>
                <a:spcPct val="0"/>
              </a:spcAft>
              <a:buNone/>
              <a:defRPr sz="4800" b="1" spc="0">
                <a:solidFill>
                  <a:schemeClr val="tx1"/>
                </a:solidFill>
              </a:defRPr>
            </a:lvl1pPr>
          </a:lstStyle>
          <a:p>
            <a:pPr lvl="0"/>
            <a:r>
              <a:t>目录</a:t>
            </a:r>
          </a:p>
        </p:txBody>
      </p:sp>
      <p:sp>
        <p:nvSpPr>
          <p:cNvPr id="9" name="文本占位符 8"/>
          <p:cNvSpPr>
            <a:spLocks noGrp="1"/>
          </p:cNvSpPr>
          <p:nvPr>
            <p:ph type="body" idx="16388" hasCustomPrompt="1"/>
            <p:custDataLst>
              <p:tags r:id="rId4"/>
            </p:custDataLst>
          </p:nvPr>
        </p:nvSpPr>
        <p:spPr>
          <a:xfrm>
            <a:off x="4070350" y="2286000"/>
            <a:ext cx="596900" cy="508000"/>
          </a:xfrm>
          <a:noFill/>
        </p:spPr>
        <p:txBody>
          <a:bodyPr wrap="none" lIns="0" tIns="0" rIns="0" bIns="0" anchor="ctr">
            <a:noAutofit/>
          </a:bodyPr>
          <a:lstStyle>
            <a:lvl1pPr marL="0" indent="0" algn="ctr">
              <a:lnSpc>
                <a:spcPct val="109000"/>
              </a:lnSpc>
              <a:spcBef>
                <a:spcPct val="0"/>
              </a:spcBef>
              <a:spcAft>
                <a:spcPct val="0"/>
              </a:spcAft>
              <a:buNone/>
              <a:defRPr sz="4000" b="0" spc="0">
                <a:solidFill>
                  <a:schemeClr val="accent1"/>
                </a:solidFill>
              </a:defRPr>
            </a:lvl1pPr>
          </a:lstStyle>
          <a:p>
            <a:pPr lvl="0"/>
            <a:r>
              <a:rPr lang="zh-CN" altLang="en-US" smtClean="0"/>
              <a:t>01</a:t>
            </a:r>
            <a:endParaRPr lang="zh-CN" altLang="en-US" smtClean="0"/>
          </a:p>
        </p:txBody>
      </p:sp>
      <p:sp>
        <p:nvSpPr>
          <p:cNvPr id="10" name="装饰  9"/>
          <p:cNvSpPr>
            <a:spLocks noGrp="1"/>
          </p:cNvSpPr>
          <p:nvPr>
            <p:ph type="body" idx="16393" hasCustomPrompt="1"/>
            <p:custDataLst>
              <p:tags r:id="rId5"/>
            </p:custDataLst>
          </p:nvPr>
        </p:nvSpPr>
        <p:spPr>
          <a:xfrm>
            <a:off x="4851400" y="2209800"/>
            <a:ext cx="25400" cy="762000"/>
          </a:xfrm>
          <a:custGeom>
            <a:avLst/>
            <a:gdLst>
              <a:gd name="connisteX0" fmla="*/ 0 w 25400"/>
              <a:gd name="connsiteY0" fmla="*/ 12700 h 762000"/>
              <a:gd name="connisteX1" fmla="*/ 12700 w 25400"/>
              <a:gd name="connsiteY1" fmla="*/ 0 h 762000"/>
              <a:gd name="connisteX2" fmla="*/ 12700 w 25400"/>
              <a:gd name="connsiteY2" fmla="*/ 0 h 762000"/>
              <a:gd name="connisteX3" fmla="*/ 25400 w 25400"/>
              <a:gd name="connsiteY3" fmla="*/ 12700 h 762000"/>
              <a:gd name="connisteX4" fmla="*/ 25400 w 25400"/>
              <a:gd name="connsiteY4" fmla="*/ 749300 h 762000"/>
              <a:gd name="connisteX5" fmla="*/ 12700 w 25400"/>
              <a:gd name="connsiteY5" fmla="*/ 762000 h 762000"/>
              <a:gd name="connisteX6" fmla="*/ 12700 w 25400"/>
              <a:gd name="connsiteY6" fmla="*/ 762000 h 762000"/>
              <a:gd name="connisteX7" fmla="*/ 0 w 25400"/>
              <a:gd name="connsiteY7" fmla="*/ 749300 h 762000"/>
              <a:gd name="connisteX8" fmla="*/ 0 w 25400"/>
              <a:gd name="connsiteY8" fmla="*/ 127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25400" h="7620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chemeClr val="accent1">
              <a:alpha val="50000"/>
            </a:schemeClr>
          </a:soli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1" name="文本占位符 10"/>
          <p:cNvSpPr>
            <a:spLocks noGrp="1"/>
          </p:cNvSpPr>
          <p:nvPr>
            <p:ph type="body" idx="16387" hasCustomPrompt="1"/>
            <p:custDataLst>
              <p:tags r:id="rId6"/>
            </p:custDataLst>
          </p:nvPr>
        </p:nvSpPr>
        <p:spPr>
          <a:xfrm>
            <a:off x="5080000" y="2133600"/>
            <a:ext cx="2324100" cy="914400"/>
          </a:xfrm>
          <a:noFill/>
        </p:spPr>
        <p:txBody>
          <a:bodyPr lIns="0" tIns="0" rIns="0" bIns="0" anchor="ctr">
            <a:normAutofit/>
          </a:bodyPr>
          <a:lstStyle>
            <a:lvl1pPr marL="0" indent="0" algn="l">
              <a:lnSpc>
                <a:spcPct val="118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2" name="文本占位符 11"/>
          <p:cNvSpPr>
            <a:spLocks noGrp="1"/>
          </p:cNvSpPr>
          <p:nvPr>
            <p:ph type="body" idx="16390" hasCustomPrompt="1"/>
            <p:custDataLst>
              <p:tags r:id="rId7"/>
            </p:custDataLst>
          </p:nvPr>
        </p:nvSpPr>
        <p:spPr>
          <a:xfrm>
            <a:off x="7994650" y="2286000"/>
            <a:ext cx="596900" cy="508000"/>
          </a:xfrm>
          <a:noFill/>
        </p:spPr>
        <p:txBody>
          <a:bodyPr wrap="none" lIns="0" tIns="0" rIns="0" bIns="0" anchor="ctr">
            <a:noAutofit/>
          </a:bodyPr>
          <a:lstStyle>
            <a:lvl1pPr marL="0" indent="0" algn="ctr">
              <a:lnSpc>
                <a:spcPct val="109000"/>
              </a:lnSpc>
              <a:spcBef>
                <a:spcPct val="0"/>
              </a:spcBef>
              <a:spcAft>
                <a:spcPct val="0"/>
              </a:spcAft>
              <a:buNone/>
              <a:defRPr sz="4000" b="0" spc="0">
                <a:solidFill>
                  <a:schemeClr val="accent1"/>
                </a:solidFill>
              </a:defRPr>
            </a:lvl1pPr>
          </a:lstStyle>
          <a:p>
            <a:pPr lvl="0"/>
            <a:r>
              <a:rPr lang="zh-CN" altLang="en-US" smtClean="0"/>
              <a:t>02</a:t>
            </a:r>
            <a:endParaRPr lang="zh-CN" altLang="en-US" smtClean="0"/>
          </a:p>
        </p:txBody>
      </p:sp>
      <p:sp>
        <p:nvSpPr>
          <p:cNvPr id="13" name="装饰  2"/>
          <p:cNvSpPr>
            <a:spLocks noGrp="1"/>
          </p:cNvSpPr>
          <p:nvPr>
            <p:ph type="body" idx="16394" hasCustomPrompt="1"/>
            <p:custDataLst>
              <p:tags r:id="rId8"/>
            </p:custDataLst>
          </p:nvPr>
        </p:nvSpPr>
        <p:spPr>
          <a:xfrm>
            <a:off x="8775700" y="2209800"/>
            <a:ext cx="25400" cy="762000"/>
          </a:xfrm>
          <a:custGeom>
            <a:avLst/>
            <a:gdLst>
              <a:gd name="connisteX0" fmla="*/ 0 w 25400"/>
              <a:gd name="connsiteY0" fmla="*/ 12700 h 762000"/>
              <a:gd name="connisteX1" fmla="*/ 12700 w 25400"/>
              <a:gd name="connsiteY1" fmla="*/ 0 h 762000"/>
              <a:gd name="connisteX2" fmla="*/ 12700 w 25400"/>
              <a:gd name="connsiteY2" fmla="*/ 0 h 762000"/>
              <a:gd name="connisteX3" fmla="*/ 25400 w 25400"/>
              <a:gd name="connsiteY3" fmla="*/ 12700 h 762000"/>
              <a:gd name="connisteX4" fmla="*/ 25400 w 25400"/>
              <a:gd name="connsiteY4" fmla="*/ 749300 h 762000"/>
              <a:gd name="connisteX5" fmla="*/ 12700 w 25400"/>
              <a:gd name="connsiteY5" fmla="*/ 762000 h 762000"/>
              <a:gd name="connisteX6" fmla="*/ 12700 w 25400"/>
              <a:gd name="connsiteY6" fmla="*/ 762000 h 762000"/>
              <a:gd name="connisteX7" fmla="*/ 0 w 25400"/>
              <a:gd name="connsiteY7" fmla="*/ 749300 h 762000"/>
              <a:gd name="connisteX8" fmla="*/ 0 w 25400"/>
              <a:gd name="connsiteY8" fmla="*/ 127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25400" h="7620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chemeClr val="accent1">
              <a:alpha val="50000"/>
            </a:schemeClr>
          </a:soli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5" name="文本占位符 14"/>
          <p:cNvSpPr>
            <a:spLocks noGrp="1"/>
          </p:cNvSpPr>
          <p:nvPr>
            <p:ph type="body" idx="16389" hasCustomPrompt="1"/>
            <p:custDataLst>
              <p:tags r:id="rId9"/>
            </p:custDataLst>
          </p:nvPr>
        </p:nvSpPr>
        <p:spPr>
          <a:xfrm>
            <a:off x="9004300" y="2133600"/>
            <a:ext cx="2324100" cy="914400"/>
          </a:xfrm>
          <a:noFill/>
        </p:spPr>
        <p:txBody>
          <a:bodyPr lIns="0" tIns="0" rIns="0" bIns="0" anchor="ctr">
            <a:normAutofit/>
          </a:bodyPr>
          <a:lstStyle>
            <a:lvl1pPr marL="0" indent="0" algn="l">
              <a:lnSpc>
                <a:spcPct val="118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6" name="文本占位符 15"/>
          <p:cNvSpPr>
            <a:spLocks noGrp="1"/>
          </p:cNvSpPr>
          <p:nvPr>
            <p:ph type="body" idx="16392" hasCustomPrompt="1"/>
            <p:custDataLst>
              <p:tags r:id="rId10"/>
            </p:custDataLst>
          </p:nvPr>
        </p:nvSpPr>
        <p:spPr>
          <a:xfrm>
            <a:off x="4070350" y="3962400"/>
            <a:ext cx="596900" cy="508000"/>
          </a:xfrm>
          <a:noFill/>
        </p:spPr>
        <p:txBody>
          <a:bodyPr wrap="none" lIns="0" tIns="0" rIns="0" bIns="0" anchor="ctr">
            <a:noAutofit/>
          </a:bodyPr>
          <a:lstStyle>
            <a:lvl1pPr marL="0" indent="0" algn="ctr">
              <a:lnSpc>
                <a:spcPct val="109000"/>
              </a:lnSpc>
              <a:spcBef>
                <a:spcPct val="0"/>
              </a:spcBef>
              <a:spcAft>
                <a:spcPct val="0"/>
              </a:spcAft>
              <a:buNone/>
              <a:defRPr sz="4000" b="0" spc="0">
                <a:solidFill>
                  <a:schemeClr val="accent1"/>
                </a:solidFill>
              </a:defRPr>
            </a:lvl1pPr>
          </a:lstStyle>
          <a:p>
            <a:pPr lvl="0"/>
            <a:r>
              <a:rPr lang="zh-CN" altLang="en-US" smtClean="0"/>
              <a:t>03</a:t>
            </a:r>
            <a:endParaRPr lang="zh-CN" altLang="en-US" smtClean="0"/>
          </a:p>
        </p:txBody>
      </p:sp>
      <p:sp>
        <p:nvSpPr>
          <p:cNvPr id="17" name="装饰  6"/>
          <p:cNvSpPr>
            <a:spLocks noGrp="1"/>
          </p:cNvSpPr>
          <p:nvPr>
            <p:ph type="body" idx="16395" hasCustomPrompt="1"/>
            <p:custDataLst>
              <p:tags r:id="rId11"/>
            </p:custDataLst>
          </p:nvPr>
        </p:nvSpPr>
        <p:spPr>
          <a:xfrm>
            <a:off x="4851400" y="3886200"/>
            <a:ext cx="25400" cy="762000"/>
          </a:xfrm>
          <a:custGeom>
            <a:avLst/>
            <a:gdLst>
              <a:gd name="connisteX0" fmla="*/ 0 w 25400"/>
              <a:gd name="connsiteY0" fmla="*/ 12700 h 762000"/>
              <a:gd name="connisteX1" fmla="*/ 12700 w 25400"/>
              <a:gd name="connsiteY1" fmla="*/ 0 h 762000"/>
              <a:gd name="connisteX2" fmla="*/ 12700 w 25400"/>
              <a:gd name="connsiteY2" fmla="*/ 0 h 762000"/>
              <a:gd name="connisteX3" fmla="*/ 25400 w 25400"/>
              <a:gd name="connsiteY3" fmla="*/ 12700 h 762000"/>
              <a:gd name="connisteX4" fmla="*/ 25400 w 25400"/>
              <a:gd name="connsiteY4" fmla="*/ 749300 h 762000"/>
              <a:gd name="connisteX5" fmla="*/ 12700 w 25400"/>
              <a:gd name="connsiteY5" fmla="*/ 762000 h 762000"/>
              <a:gd name="connisteX6" fmla="*/ 12700 w 25400"/>
              <a:gd name="connsiteY6" fmla="*/ 762000 h 762000"/>
              <a:gd name="connisteX7" fmla="*/ 0 w 25400"/>
              <a:gd name="connsiteY7" fmla="*/ 749300 h 762000"/>
              <a:gd name="connisteX8" fmla="*/ 0 w 25400"/>
              <a:gd name="connsiteY8" fmla="*/ 127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25400" h="7620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chemeClr val="accent1">
              <a:alpha val="50000"/>
            </a:schemeClr>
          </a:soli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8" name="文本占位符 17"/>
          <p:cNvSpPr>
            <a:spLocks noGrp="1"/>
          </p:cNvSpPr>
          <p:nvPr>
            <p:ph type="body" idx="16391" hasCustomPrompt="1"/>
            <p:custDataLst>
              <p:tags r:id="rId12"/>
            </p:custDataLst>
          </p:nvPr>
        </p:nvSpPr>
        <p:spPr>
          <a:xfrm>
            <a:off x="5080000" y="3810000"/>
            <a:ext cx="2324100" cy="914400"/>
          </a:xfrm>
          <a:noFill/>
        </p:spPr>
        <p:txBody>
          <a:bodyPr lIns="0" tIns="0" rIns="0" bIns="0" anchor="ctr">
            <a:normAutofit/>
          </a:bodyPr>
          <a:lstStyle>
            <a:lvl1pPr marL="0" indent="0" algn="l">
              <a:lnSpc>
                <a:spcPct val="118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Tree>
  </p:cSld>
  <p:clrMapOvr>
    <a:overrideClrMapping bg1="lt1" tx1="dk1" bg2="lt2" tx2="dk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正文页-51_17">
    <p:bg>
      <p:bgRef idx="1001">
        <a:schemeClr val="bg1"/>
      </p:bgRef>
    </p:bg>
    <p:spTree>
      <p:nvGrpSpPr>
        <p:cNvPr id="1" name=""/>
        <p:cNvGrpSpPr/>
        <p:nvPr/>
      </p:nvGrpSpPr>
      <p:grpSpPr>
        <a:xfrm>
          <a:off x="0" y="0"/>
          <a:ext cx="0" cy="0"/>
          <a:chOff x="0" y="0"/>
          <a:chExt cx="0" cy="0"/>
        </a:xfrm>
      </p:grpSpPr>
      <p:sp>
        <p:nvSpPr>
          <p:cNvPr id="7" name="标题 6"/>
          <p:cNvSpPr>
            <a:spLocks noGrp="1"/>
          </p:cNvSpPr>
          <p:nvPr>
            <p:ph type="ctrTitle" idx="16385" hasCustomPrompt="1"/>
            <p:custDataLst>
              <p:tags r:id="rId2"/>
            </p:custDataLst>
          </p:nvPr>
        </p:nvSpPr>
        <p:spPr>
          <a:xfrm>
            <a:off x="609600" y="31750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pPr lvl="0"/>
            <a:r>
              <a:rPr lang="zh-CN" altLang="en-US"/>
              <a:t>单击此处添加标题</a:t>
            </a:r>
            <a:endParaRPr lang="zh-CN" altLang="en-US"/>
          </a:p>
        </p:txBody>
      </p:sp>
      <p:sp>
        <p:nvSpPr>
          <p:cNvPr id="8" name="内容占位符 7"/>
          <p:cNvSpPr>
            <a:spLocks noGrp="1"/>
          </p:cNvSpPr>
          <p:nvPr>
            <p:ph idx="16392" hasCustomPrompt="1"/>
            <p:custDataLst>
              <p:tags r:id="rId3"/>
            </p:custDataLst>
          </p:nvPr>
        </p:nvSpPr>
        <p:spPr>
          <a:xfrm>
            <a:off x="609600" y="609600"/>
            <a:ext cx="10972800" cy="2032000"/>
          </a:xfrm>
          <a:custGeom>
            <a:avLst/>
            <a:gdLst>
              <a:gd name="connisteX0" fmla="*/ 0 w 10972800"/>
              <a:gd name="connsiteY0" fmla="*/ 203200 h 2032000"/>
              <a:gd name="connisteX1" fmla="*/ 203200 w 10972800"/>
              <a:gd name="connsiteY1" fmla="*/ 0 h 2032000"/>
              <a:gd name="connisteX2" fmla="*/ 10769600 w 10972800"/>
              <a:gd name="connsiteY2" fmla="*/ 0 h 2032000"/>
              <a:gd name="connisteX3" fmla="*/ 10972800 w 10972800"/>
              <a:gd name="connsiteY3" fmla="*/ 203200 h 2032000"/>
              <a:gd name="connisteX4" fmla="*/ 10972800 w 10972800"/>
              <a:gd name="connsiteY4" fmla="*/ 1828800 h 2032000"/>
              <a:gd name="connisteX5" fmla="*/ 10769600 w 10972800"/>
              <a:gd name="connsiteY5" fmla="*/ 2032000 h 2032000"/>
              <a:gd name="connisteX6" fmla="*/ 203200 w 10972800"/>
              <a:gd name="connsiteY6" fmla="*/ 2032000 h 2032000"/>
              <a:gd name="connisteX7" fmla="*/ 0 w 10972800"/>
              <a:gd name="connsiteY7" fmla="*/ 1828800 h 2032000"/>
              <a:gd name="connisteX8" fmla="*/ 0 w 10972800"/>
              <a:gd name="connsiteY8" fmla="*/ 203200 h 203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0972800" h="2032000">
                <a:moveTo>
                  <a:pt x="0" y="203200"/>
                </a:moveTo>
                <a:cubicBezTo>
                  <a:pt x="0" y="90976"/>
                  <a:pt x="90976" y="0"/>
                  <a:pt x="203200" y="0"/>
                </a:cubicBezTo>
                <a:lnTo>
                  <a:pt x="10769600" y="0"/>
                </a:lnTo>
                <a:cubicBezTo>
                  <a:pt x="10881824" y="0"/>
                  <a:pt x="10972800" y="90976"/>
                  <a:pt x="10972800" y="203200"/>
                </a:cubicBezTo>
                <a:lnTo>
                  <a:pt x="10972800" y="1828800"/>
                </a:lnTo>
                <a:cubicBezTo>
                  <a:pt x="10972800" y="1941024"/>
                  <a:pt x="10881824" y="2032000"/>
                  <a:pt x="10769600" y="2032000"/>
                </a:cubicBezTo>
                <a:lnTo>
                  <a:pt x="203200" y="2032000"/>
                </a:lnTo>
                <a:cubicBezTo>
                  <a:pt x="90976" y="2032000"/>
                  <a:pt x="0" y="1941024"/>
                  <a:pt x="0" y="1828800"/>
                </a:cubicBezTo>
                <a:lnTo>
                  <a:pt x="0" y="203200"/>
                </a:lnTo>
                <a:close/>
              </a:path>
            </a:pathLst>
          </a:custGeom>
          <a:solidFill>
            <a:srgbClr val="DDDDDD"/>
          </a:solidFill>
          <a:ln>
            <a:noFill/>
          </a:ln>
        </p:spPr>
        <p:txBody>
          <a:bodyPr>
            <a:normAutofit/>
          </a:bodyPr>
          <a:lstStyle>
            <a:lvl1pPr marL="0" indent="0">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9" name="文本占位符 8"/>
          <p:cNvSpPr>
            <a:spLocks noGrp="1"/>
          </p:cNvSpPr>
          <p:nvPr>
            <p:ph type="body" idx="16386" hasCustomPrompt="1"/>
            <p:custDataLst>
              <p:tags r:id="rId4"/>
            </p:custDataLst>
          </p:nvPr>
        </p:nvSpPr>
        <p:spPr>
          <a:xfrm>
            <a:off x="609600" y="4165600"/>
            <a:ext cx="3251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0" name="文本占位符 9"/>
          <p:cNvSpPr>
            <a:spLocks noGrp="1"/>
          </p:cNvSpPr>
          <p:nvPr>
            <p:ph type="body" idx="16387" hasCustomPrompt="1"/>
            <p:custDataLst>
              <p:tags r:id="rId5"/>
            </p:custDataLst>
          </p:nvPr>
        </p:nvSpPr>
        <p:spPr>
          <a:xfrm>
            <a:off x="609600" y="4724400"/>
            <a:ext cx="3251200" cy="15240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1" name="文本占位符 10"/>
          <p:cNvSpPr>
            <a:spLocks noGrp="1"/>
          </p:cNvSpPr>
          <p:nvPr>
            <p:ph type="body" idx="16388" hasCustomPrompt="1"/>
            <p:custDataLst>
              <p:tags r:id="rId6"/>
            </p:custDataLst>
          </p:nvPr>
        </p:nvSpPr>
        <p:spPr>
          <a:xfrm>
            <a:off x="4470400" y="4165600"/>
            <a:ext cx="3251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2" name="文本占位符 11"/>
          <p:cNvSpPr>
            <a:spLocks noGrp="1"/>
          </p:cNvSpPr>
          <p:nvPr>
            <p:ph type="body" idx="16389" hasCustomPrompt="1"/>
            <p:custDataLst>
              <p:tags r:id="rId7"/>
            </p:custDataLst>
          </p:nvPr>
        </p:nvSpPr>
        <p:spPr>
          <a:xfrm>
            <a:off x="4470400" y="4724400"/>
            <a:ext cx="3251200" cy="15240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3" name="文本占位符 12"/>
          <p:cNvSpPr>
            <a:spLocks noGrp="1"/>
          </p:cNvSpPr>
          <p:nvPr>
            <p:ph type="body" idx="16390" hasCustomPrompt="1"/>
            <p:custDataLst>
              <p:tags r:id="rId8"/>
            </p:custDataLst>
          </p:nvPr>
        </p:nvSpPr>
        <p:spPr>
          <a:xfrm>
            <a:off x="8331200" y="4165600"/>
            <a:ext cx="3251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5" name="文本占位符 14"/>
          <p:cNvSpPr>
            <a:spLocks noGrp="1"/>
          </p:cNvSpPr>
          <p:nvPr>
            <p:ph type="body" idx="16391" hasCustomPrompt="1"/>
            <p:custDataLst>
              <p:tags r:id="rId9"/>
            </p:custDataLst>
          </p:nvPr>
        </p:nvSpPr>
        <p:spPr>
          <a:xfrm>
            <a:off x="8331200" y="4724400"/>
            <a:ext cx="3251200" cy="15240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正文页-10014_16">
    <p:bg>
      <p:bgRef idx="1001">
        <a:schemeClr val="bg1"/>
      </p:bgRef>
    </p:bg>
    <p:spTree>
      <p:nvGrpSpPr>
        <p:cNvPr id="1" name=""/>
        <p:cNvGrpSpPr/>
        <p:nvPr/>
      </p:nvGrpSpPr>
      <p:grpSpPr>
        <a:xfrm>
          <a:off x="0" y="0"/>
          <a:ext cx="0" cy="0"/>
          <a:chOff x="0" y="0"/>
          <a:chExt cx="0" cy="0"/>
        </a:xfrm>
      </p:grpSpPr>
      <p:sp>
        <p:nvSpPr>
          <p:cNvPr id="7" name="标题 6"/>
          <p:cNvSpPr>
            <a:spLocks noGrp="1"/>
          </p:cNvSpPr>
          <p:nvPr>
            <p:ph type="ctrTitle" idx="16385" hasCustomPrompt="1"/>
            <p:custDataLst>
              <p:tags r:id="rId2"/>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pPr lvl="0"/>
            <a:r>
              <a:rPr lang="zh-CN" altLang="en-US"/>
              <a:t>单击此处添加标题</a:t>
            </a:r>
            <a:endParaRPr lang="zh-CN" altLang="en-US"/>
          </a:p>
        </p:txBody>
      </p:sp>
      <p:sp>
        <p:nvSpPr>
          <p:cNvPr id="8" name="内容占位符 7"/>
          <p:cNvSpPr>
            <a:spLocks noGrp="1"/>
          </p:cNvSpPr>
          <p:nvPr>
            <p:ph idx="16392" hasCustomPrompt="1"/>
            <p:custDataLst>
              <p:tags r:id="rId3"/>
            </p:custDataLst>
          </p:nvPr>
        </p:nvSpPr>
        <p:spPr>
          <a:xfrm>
            <a:off x="609600" y="1524000"/>
            <a:ext cx="2438400" cy="2209800"/>
          </a:xfrm>
          <a:custGeom>
            <a:avLst/>
            <a:gdLst>
              <a:gd name="connisteX0" fmla="*/ 0 w 2438400"/>
              <a:gd name="connsiteY0" fmla="*/ 203200 h 2209800"/>
              <a:gd name="connisteX1" fmla="*/ 203200 w 2438400"/>
              <a:gd name="connsiteY1" fmla="*/ 0 h 2209800"/>
              <a:gd name="connisteX2" fmla="*/ 2235200 w 2438400"/>
              <a:gd name="connsiteY2" fmla="*/ 0 h 2209800"/>
              <a:gd name="connisteX3" fmla="*/ 2438400 w 2438400"/>
              <a:gd name="connsiteY3" fmla="*/ 203200 h 2209800"/>
              <a:gd name="connisteX4" fmla="*/ 2438400 w 2438400"/>
              <a:gd name="connsiteY4" fmla="*/ 2006600 h 2209800"/>
              <a:gd name="connisteX5" fmla="*/ 2235200 w 2438400"/>
              <a:gd name="connsiteY5" fmla="*/ 2209800 h 2209800"/>
              <a:gd name="connisteX6" fmla="*/ 203200 w 2438400"/>
              <a:gd name="connsiteY6" fmla="*/ 2209800 h 2209800"/>
              <a:gd name="connisteX7" fmla="*/ 0 w 2438400"/>
              <a:gd name="connsiteY7" fmla="*/ 2006600 h 2209800"/>
              <a:gd name="connisteX8" fmla="*/ 0 w 2438400"/>
              <a:gd name="connsiteY8" fmla="*/ 20320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2438400" h="2209800">
                <a:moveTo>
                  <a:pt x="0" y="203200"/>
                </a:moveTo>
                <a:cubicBezTo>
                  <a:pt x="0" y="90976"/>
                  <a:pt x="90976" y="0"/>
                  <a:pt x="203200" y="0"/>
                </a:cubicBezTo>
                <a:lnTo>
                  <a:pt x="2235200" y="0"/>
                </a:lnTo>
                <a:cubicBezTo>
                  <a:pt x="2347424" y="0"/>
                  <a:pt x="2438400" y="90976"/>
                  <a:pt x="2438400" y="203200"/>
                </a:cubicBezTo>
                <a:lnTo>
                  <a:pt x="2438400" y="2006600"/>
                </a:lnTo>
                <a:cubicBezTo>
                  <a:pt x="2438400" y="2118824"/>
                  <a:pt x="2347424" y="2209800"/>
                  <a:pt x="2235200" y="2209800"/>
                </a:cubicBezTo>
                <a:lnTo>
                  <a:pt x="203200" y="2209800"/>
                </a:lnTo>
                <a:cubicBezTo>
                  <a:pt x="90976" y="2209800"/>
                  <a:pt x="0" y="2118824"/>
                  <a:pt x="0" y="2006600"/>
                </a:cubicBezTo>
                <a:lnTo>
                  <a:pt x="0" y="20320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marL="0" indent="0">
              <a:buNone/>
              <a:defRPr/>
            </a:lvl5pPr>
          </a:lstStyle>
          <a:p>
            <a:pPr lvl="4"/>
            <a:r>
              <a:rPr lang="zh-CN" altLang="en-US" smtClean="0"/>
              <a:t> </a:t>
            </a:r>
            <a:endParaRPr lang="zh-CN" altLang="en-US" smtClean="0"/>
          </a:p>
        </p:txBody>
      </p:sp>
      <p:sp>
        <p:nvSpPr>
          <p:cNvPr id="9" name="文本占位符 8"/>
          <p:cNvSpPr>
            <a:spLocks noGrp="1"/>
          </p:cNvSpPr>
          <p:nvPr>
            <p:ph type="body" idx="16386" hasCustomPrompt="1"/>
            <p:custDataLst>
              <p:tags r:id="rId4"/>
            </p:custDataLst>
          </p:nvPr>
        </p:nvSpPr>
        <p:spPr>
          <a:xfrm>
            <a:off x="3352800" y="1739900"/>
            <a:ext cx="2590800" cy="406400"/>
          </a:xfrm>
          <a:noFill/>
        </p:spPr>
        <p:txBody>
          <a:bodyPr lIns="0" tIns="0" rIns="0" bIns="0" anchor="t">
            <a:normAutofit/>
          </a:bodyPr>
          <a:lstStyle>
            <a:lvl1pPr marL="0" indent="0" algn="l">
              <a:lnSpc>
                <a:spcPct val="111000"/>
              </a:lnSpc>
              <a:buNone/>
              <a:defRPr sz="2400" b="0" spc="0">
                <a:solidFill>
                  <a:schemeClr val="tx1"/>
                </a:solidFill>
              </a:defRPr>
            </a:lvl1pPr>
            <a:lvl5pPr marL="0" indent="0" algn="l">
              <a:lnSpc>
                <a:spcPct val="111000"/>
              </a:lnSpc>
              <a:spcBef>
                <a:spcPct val="0"/>
              </a:spcBef>
              <a:spcAft>
                <a:spcPct val="0"/>
              </a:spcAft>
              <a:buNone/>
              <a:defRPr/>
            </a:lvl5pPr>
          </a:lstStyle>
          <a:p>
            <a:pPr lvl="0"/>
            <a:r>
              <a:rPr lang="zh-CN" altLang="en-US" smtClean="0"/>
              <a:t>项标题</a:t>
            </a:r>
            <a:endParaRPr lang="zh-CN" altLang="en-US" smtClean="0"/>
          </a:p>
        </p:txBody>
      </p:sp>
      <p:sp>
        <p:nvSpPr>
          <p:cNvPr id="10" name="文本占位符 9"/>
          <p:cNvSpPr>
            <a:spLocks noGrp="1"/>
          </p:cNvSpPr>
          <p:nvPr>
            <p:ph type="body" idx="16387" hasCustomPrompt="1"/>
            <p:custDataLst>
              <p:tags r:id="rId5"/>
            </p:custDataLst>
          </p:nvPr>
        </p:nvSpPr>
        <p:spPr>
          <a:xfrm>
            <a:off x="3352800" y="2298700"/>
            <a:ext cx="2590800" cy="1219200"/>
          </a:xfrm>
          <a:noFill/>
        </p:spPr>
        <p:txBody>
          <a:bodyPr lIns="0" tIns="0" rIns="0" bIns="0" anchor="t">
            <a:normAutofit/>
          </a:bodyPr>
          <a:lstStyle>
            <a:lvl1pPr marL="0" indent="0" algn="l">
              <a:lnSpc>
                <a:spcPct val="125000"/>
              </a:lnSpc>
              <a:buNone/>
              <a:defRPr sz="1600" b="0" spc="0">
                <a:solidFill>
                  <a:schemeClr val="tx1"/>
                </a:solidFill>
              </a:defRPr>
            </a:lvl1pPr>
            <a:lvl5pPr marL="0" indent="0" algn="l">
              <a:lnSpc>
                <a:spcPct val="125000"/>
              </a:lnSpc>
              <a:spcBef>
                <a:spcPct val="0"/>
              </a:spcBef>
              <a:spcAft>
                <a:spcPct val="0"/>
              </a:spcAft>
              <a:buNone/>
              <a:defRPr/>
            </a:lvl5pPr>
          </a:lstStyle>
          <a:p>
            <a:pPr lvl="0"/>
            <a:r>
              <a:rPr lang="zh-CN" altLang="en-US" smtClean="0"/>
              <a:t>单击此处添加项正文</a:t>
            </a:r>
            <a:endParaRPr lang="zh-CN" altLang="en-US" smtClean="0"/>
          </a:p>
        </p:txBody>
      </p:sp>
      <p:sp>
        <p:nvSpPr>
          <p:cNvPr id="11" name="内容占位符 10"/>
          <p:cNvSpPr>
            <a:spLocks noGrp="1"/>
          </p:cNvSpPr>
          <p:nvPr>
            <p:ph idx="16393" hasCustomPrompt="1"/>
            <p:custDataLst>
              <p:tags r:id="rId6"/>
            </p:custDataLst>
          </p:nvPr>
        </p:nvSpPr>
        <p:spPr>
          <a:xfrm>
            <a:off x="6248400" y="1524000"/>
            <a:ext cx="2438400" cy="2209800"/>
          </a:xfrm>
          <a:custGeom>
            <a:avLst/>
            <a:gdLst>
              <a:gd name="connisteX0" fmla="*/ 0 w 2438400"/>
              <a:gd name="connsiteY0" fmla="*/ 203200 h 2209800"/>
              <a:gd name="connisteX1" fmla="*/ 203200 w 2438400"/>
              <a:gd name="connsiteY1" fmla="*/ 0 h 2209800"/>
              <a:gd name="connisteX2" fmla="*/ 2235200 w 2438400"/>
              <a:gd name="connsiteY2" fmla="*/ 0 h 2209800"/>
              <a:gd name="connisteX3" fmla="*/ 2438400 w 2438400"/>
              <a:gd name="connsiteY3" fmla="*/ 203200 h 2209800"/>
              <a:gd name="connisteX4" fmla="*/ 2438400 w 2438400"/>
              <a:gd name="connsiteY4" fmla="*/ 2006600 h 2209800"/>
              <a:gd name="connisteX5" fmla="*/ 2235200 w 2438400"/>
              <a:gd name="connsiteY5" fmla="*/ 2209800 h 2209800"/>
              <a:gd name="connisteX6" fmla="*/ 203200 w 2438400"/>
              <a:gd name="connsiteY6" fmla="*/ 2209800 h 2209800"/>
              <a:gd name="connisteX7" fmla="*/ 0 w 2438400"/>
              <a:gd name="connsiteY7" fmla="*/ 2006600 h 2209800"/>
              <a:gd name="connisteX8" fmla="*/ 0 w 2438400"/>
              <a:gd name="connsiteY8" fmla="*/ 20320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2438400" h="2209800">
                <a:moveTo>
                  <a:pt x="0" y="203200"/>
                </a:moveTo>
                <a:cubicBezTo>
                  <a:pt x="0" y="90976"/>
                  <a:pt x="90976" y="0"/>
                  <a:pt x="203200" y="0"/>
                </a:cubicBezTo>
                <a:lnTo>
                  <a:pt x="2235200" y="0"/>
                </a:lnTo>
                <a:cubicBezTo>
                  <a:pt x="2347424" y="0"/>
                  <a:pt x="2438400" y="90976"/>
                  <a:pt x="2438400" y="203200"/>
                </a:cubicBezTo>
                <a:lnTo>
                  <a:pt x="2438400" y="2006600"/>
                </a:lnTo>
                <a:cubicBezTo>
                  <a:pt x="2438400" y="2118824"/>
                  <a:pt x="2347424" y="2209800"/>
                  <a:pt x="2235200" y="2209800"/>
                </a:cubicBezTo>
                <a:lnTo>
                  <a:pt x="203200" y="2209800"/>
                </a:lnTo>
                <a:cubicBezTo>
                  <a:pt x="90976" y="2209800"/>
                  <a:pt x="0" y="2118824"/>
                  <a:pt x="0" y="2006600"/>
                </a:cubicBezTo>
                <a:lnTo>
                  <a:pt x="0" y="20320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marL="0" indent="0">
              <a:buNone/>
              <a:defRPr/>
            </a:lvl5pPr>
          </a:lstStyle>
          <a:p>
            <a:pPr lvl="4"/>
            <a:r>
              <a:rPr lang="zh-CN" altLang="en-US" smtClean="0"/>
              <a:t> </a:t>
            </a:r>
            <a:endParaRPr lang="zh-CN" altLang="en-US" smtClean="0"/>
          </a:p>
        </p:txBody>
      </p:sp>
      <p:sp>
        <p:nvSpPr>
          <p:cNvPr id="12" name="文本占位符 11"/>
          <p:cNvSpPr>
            <a:spLocks noGrp="1"/>
          </p:cNvSpPr>
          <p:nvPr>
            <p:ph type="body" idx="16388" hasCustomPrompt="1"/>
            <p:custDataLst>
              <p:tags r:id="rId7"/>
            </p:custDataLst>
          </p:nvPr>
        </p:nvSpPr>
        <p:spPr>
          <a:xfrm>
            <a:off x="8991600" y="1739900"/>
            <a:ext cx="2590800" cy="406400"/>
          </a:xfrm>
          <a:noFill/>
        </p:spPr>
        <p:txBody>
          <a:bodyPr lIns="0" tIns="0" rIns="0" bIns="0" anchor="t">
            <a:normAutofit/>
          </a:bodyPr>
          <a:lstStyle>
            <a:lvl1pPr marL="0" indent="0" algn="l">
              <a:lnSpc>
                <a:spcPct val="111000"/>
              </a:lnSpc>
              <a:buNone/>
              <a:defRPr sz="2400" b="0" spc="0">
                <a:solidFill>
                  <a:schemeClr val="tx1"/>
                </a:solidFill>
              </a:defRPr>
            </a:lvl1pPr>
            <a:lvl5pPr marL="0" indent="0" algn="l">
              <a:lnSpc>
                <a:spcPct val="111000"/>
              </a:lnSpc>
              <a:spcBef>
                <a:spcPct val="0"/>
              </a:spcBef>
              <a:spcAft>
                <a:spcPct val="0"/>
              </a:spcAft>
              <a:buNone/>
              <a:defRPr/>
            </a:lvl5pPr>
          </a:lstStyle>
          <a:p>
            <a:pPr lvl="0"/>
            <a:r>
              <a:rPr lang="zh-CN" altLang="en-US" smtClean="0"/>
              <a:t>项标题</a:t>
            </a:r>
            <a:endParaRPr lang="zh-CN" altLang="en-US" smtClean="0"/>
          </a:p>
        </p:txBody>
      </p:sp>
      <p:sp>
        <p:nvSpPr>
          <p:cNvPr id="13" name="文本占位符 12"/>
          <p:cNvSpPr>
            <a:spLocks noGrp="1"/>
          </p:cNvSpPr>
          <p:nvPr>
            <p:ph type="body" idx="16389" hasCustomPrompt="1"/>
            <p:custDataLst>
              <p:tags r:id="rId8"/>
            </p:custDataLst>
          </p:nvPr>
        </p:nvSpPr>
        <p:spPr>
          <a:xfrm>
            <a:off x="8991600" y="2298700"/>
            <a:ext cx="2590800" cy="1219200"/>
          </a:xfrm>
          <a:noFill/>
        </p:spPr>
        <p:txBody>
          <a:bodyPr lIns="0" tIns="0" rIns="0" bIns="0" anchor="t">
            <a:normAutofit/>
          </a:bodyPr>
          <a:lstStyle>
            <a:lvl1pPr marL="0" indent="0" algn="l">
              <a:lnSpc>
                <a:spcPct val="125000"/>
              </a:lnSpc>
              <a:buNone/>
              <a:defRPr sz="1600" b="0" spc="0">
                <a:solidFill>
                  <a:schemeClr val="tx1"/>
                </a:solidFill>
              </a:defRPr>
            </a:lvl1pPr>
            <a:lvl5pPr marL="0" indent="0" algn="l">
              <a:lnSpc>
                <a:spcPct val="125000"/>
              </a:lnSpc>
              <a:spcBef>
                <a:spcPct val="0"/>
              </a:spcBef>
              <a:spcAft>
                <a:spcPct val="0"/>
              </a:spcAft>
              <a:buNone/>
              <a:defRPr/>
            </a:lvl5pPr>
          </a:lstStyle>
          <a:p>
            <a:pPr lvl="0"/>
            <a:r>
              <a:rPr lang="zh-CN" altLang="en-US" smtClean="0"/>
              <a:t>单击此处添加项正文</a:t>
            </a:r>
            <a:endParaRPr lang="zh-CN" altLang="en-US" smtClean="0"/>
          </a:p>
        </p:txBody>
      </p:sp>
      <p:sp>
        <p:nvSpPr>
          <p:cNvPr id="15" name="内容占位符 14"/>
          <p:cNvSpPr>
            <a:spLocks noGrp="1"/>
          </p:cNvSpPr>
          <p:nvPr>
            <p:ph idx="16394" hasCustomPrompt="1"/>
            <p:custDataLst>
              <p:tags r:id="rId9"/>
            </p:custDataLst>
          </p:nvPr>
        </p:nvSpPr>
        <p:spPr>
          <a:xfrm>
            <a:off x="609600" y="4038600"/>
            <a:ext cx="2438400" cy="2209800"/>
          </a:xfrm>
          <a:custGeom>
            <a:avLst/>
            <a:gdLst>
              <a:gd name="connisteX0" fmla="*/ 0 w 2438400"/>
              <a:gd name="connsiteY0" fmla="*/ 203200 h 2209800"/>
              <a:gd name="connisteX1" fmla="*/ 203200 w 2438400"/>
              <a:gd name="connsiteY1" fmla="*/ 0 h 2209800"/>
              <a:gd name="connisteX2" fmla="*/ 2235200 w 2438400"/>
              <a:gd name="connsiteY2" fmla="*/ 0 h 2209800"/>
              <a:gd name="connisteX3" fmla="*/ 2438400 w 2438400"/>
              <a:gd name="connsiteY3" fmla="*/ 203200 h 2209800"/>
              <a:gd name="connisteX4" fmla="*/ 2438400 w 2438400"/>
              <a:gd name="connsiteY4" fmla="*/ 2006600 h 2209800"/>
              <a:gd name="connisteX5" fmla="*/ 2235200 w 2438400"/>
              <a:gd name="connsiteY5" fmla="*/ 2209800 h 2209800"/>
              <a:gd name="connisteX6" fmla="*/ 203200 w 2438400"/>
              <a:gd name="connsiteY6" fmla="*/ 2209800 h 2209800"/>
              <a:gd name="connisteX7" fmla="*/ 0 w 2438400"/>
              <a:gd name="connsiteY7" fmla="*/ 2006600 h 2209800"/>
              <a:gd name="connisteX8" fmla="*/ 0 w 2438400"/>
              <a:gd name="connsiteY8" fmla="*/ 20320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2438400" h="2209800">
                <a:moveTo>
                  <a:pt x="0" y="203200"/>
                </a:moveTo>
                <a:cubicBezTo>
                  <a:pt x="0" y="90976"/>
                  <a:pt x="90976" y="0"/>
                  <a:pt x="203200" y="0"/>
                </a:cubicBezTo>
                <a:lnTo>
                  <a:pt x="2235200" y="0"/>
                </a:lnTo>
                <a:cubicBezTo>
                  <a:pt x="2347424" y="0"/>
                  <a:pt x="2438400" y="90976"/>
                  <a:pt x="2438400" y="203200"/>
                </a:cubicBezTo>
                <a:lnTo>
                  <a:pt x="2438400" y="2006600"/>
                </a:lnTo>
                <a:cubicBezTo>
                  <a:pt x="2438400" y="2118824"/>
                  <a:pt x="2347424" y="2209800"/>
                  <a:pt x="2235200" y="2209800"/>
                </a:cubicBezTo>
                <a:lnTo>
                  <a:pt x="203200" y="2209800"/>
                </a:lnTo>
                <a:cubicBezTo>
                  <a:pt x="90976" y="2209800"/>
                  <a:pt x="0" y="2118824"/>
                  <a:pt x="0" y="2006600"/>
                </a:cubicBezTo>
                <a:lnTo>
                  <a:pt x="0" y="20320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marL="0" indent="0">
              <a:buNone/>
              <a:defRPr/>
            </a:lvl5pPr>
          </a:lstStyle>
          <a:p>
            <a:pPr lvl="4"/>
            <a:r>
              <a:rPr lang="zh-CN" altLang="en-US" smtClean="0"/>
              <a:t> </a:t>
            </a:r>
            <a:endParaRPr lang="zh-CN" altLang="en-US" smtClean="0"/>
          </a:p>
        </p:txBody>
      </p:sp>
      <p:sp>
        <p:nvSpPr>
          <p:cNvPr id="16" name="文本占位符 15"/>
          <p:cNvSpPr>
            <a:spLocks noGrp="1"/>
          </p:cNvSpPr>
          <p:nvPr>
            <p:ph type="body" idx="16390" hasCustomPrompt="1"/>
            <p:custDataLst>
              <p:tags r:id="rId10"/>
            </p:custDataLst>
          </p:nvPr>
        </p:nvSpPr>
        <p:spPr>
          <a:xfrm>
            <a:off x="3352800" y="4254500"/>
            <a:ext cx="2590800" cy="406400"/>
          </a:xfrm>
          <a:noFill/>
        </p:spPr>
        <p:txBody>
          <a:bodyPr lIns="0" tIns="0" rIns="0" bIns="0" anchor="t">
            <a:normAutofit/>
          </a:bodyPr>
          <a:lstStyle>
            <a:lvl1pPr marL="0" indent="0" algn="l">
              <a:lnSpc>
                <a:spcPct val="111000"/>
              </a:lnSpc>
              <a:buNone/>
              <a:defRPr sz="2400" b="0" spc="0">
                <a:solidFill>
                  <a:schemeClr val="tx1"/>
                </a:solidFill>
              </a:defRPr>
            </a:lvl1pPr>
            <a:lvl5pPr marL="0" indent="0" algn="l">
              <a:lnSpc>
                <a:spcPct val="111000"/>
              </a:lnSpc>
              <a:spcBef>
                <a:spcPct val="0"/>
              </a:spcBef>
              <a:spcAft>
                <a:spcPct val="0"/>
              </a:spcAft>
              <a:buNone/>
              <a:defRPr/>
            </a:lvl5pPr>
          </a:lstStyle>
          <a:p>
            <a:pPr lvl="0"/>
            <a:r>
              <a:rPr lang="zh-CN" altLang="en-US" smtClean="0"/>
              <a:t>项标题</a:t>
            </a:r>
            <a:endParaRPr lang="zh-CN" altLang="en-US" smtClean="0"/>
          </a:p>
        </p:txBody>
      </p:sp>
      <p:sp>
        <p:nvSpPr>
          <p:cNvPr id="17" name="文本占位符 16"/>
          <p:cNvSpPr>
            <a:spLocks noGrp="1"/>
          </p:cNvSpPr>
          <p:nvPr>
            <p:ph type="body" idx="16391" hasCustomPrompt="1"/>
            <p:custDataLst>
              <p:tags r:id="rId11"/>
            </p:custDataLst>
          </p:nvPr>
        </p:nvSpPr>
        <p:spPr>
          <a:xfrm>
            <a:off x="3352800" y="4813300"/>
            <a:ext cx="2590800" cy="1219200"/>
          </a:xfrm>
          <a:noFill/>
        </p:spPr>
        <p:txBody>
          <a:bodyPr lIns="0" tIns="0" rIns="0" bIns="0" anchor="t">
            <a:normAutofit/>
          </a:bodyPr>
          <a:lstStyle>
            <a:lvl1pPr marL="0" indent="0" algn="l">
              <a:lnSpc>
                <a:spcPct val="125000"/>
              </a:lnSpc>
              <a:buNone/>
              <a:defRPr sz="1600" b="0" spc="0">
                <a:solidFill>
                  <a:schemeClr val="tx1"/>
                </a:solidFill>
              </a:defRPr>
            </a:lvl1pPr>
            <a:lvl5pPr marL="0" indent="0" algn="l">
              <a:lnSpc>
                <a:spcPct val="125000"/>
              </a:lnSpc>
              <a:spcBef>
                <a:spcPct val="0"/>
              </a:spcBef>
              <a:spcAft>
                <a:spcPct val="0"/>
              </a:spcAft>
              <a:buNone/>
              <a:defRPr/>
            </a:lvl5pPr>
          </a:lstStyle>
          <a:p>
            <a:pPr lvl="0"/>
            <a:r>
              <a:rPr lang="zh-CN" altLang="en-US" smtClean="0"/>
              <a:t>单击此处添加项正文</a:t>
            </a:r>
            <a:endParaRPr lang="zh-CN" altLang="en-US" smtClean="0"/>
          </a:p>
        </p:txBody>
      </p:sp>
    </p:spTree>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正文页-32_34">
    <p:bg>
      <p:bgRef idx="1001">
        <a:schemeClr val="bg1"/>
      </p:bgRef>
    </p:bg>
    <p:spTree>
      <p:nvGrpSpPr>
        <p:cNvPr id="1" name=""/>
        <p:cNvGrpSpPr/>
        <p:nvPr/>
      </p:nvGrpSpPr>
      <p:grpSpPr>
        <a:xfrm>
          <a:off x="0" y="0"/>
          <a:ext cx="0" cy="0"/>
          <a:chOff x="0" y="0"/>
          <a:chExt cx="0" cy="0"/>
        </a:xfrm>
      </p:grpSpPr>
      <p:sp>
        <p:nvSpPr>
          <p:cNvPr id="7" name="标题 6"/>
          <p:cNvSpPr>
            <a:spLocks noGrp="1"/>
          </p:cNvSpPr>
          <p:nvPr>
            <p:ph type="ctrTitle" idx="16385" hasCustomPrompt="1"/>
            <p:custDataLst>
              <p:tags r:id="rId2"/>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pPr lvl="0"/>
            <a:r>
              <a:rPr lang="zh-CN" altLang="en-US"/>
              <a:t>单击此处添加标题</a:t>
            </a:r>
            <a:endParaRPr lang="zh-CN" altLang="en-US"/>
          </a:p>
        </p:txBody>
      </p:sp>
      <p:sp>
        <p:nvSpPr>
          <p:cNvPr id="8" name="装饰  7"/>
          <p:cNvSpPr>
            <a:spLocks noGrp="1"/>
          </p:cNvSpPr>
          <p:nvPr>
            <p:ph type="body" idx="16395" hasCustomPrompt="1"/>
            <p:custDataLst>
              <p:tags r:id="rId3"/>
            </p:custDataLst>
          </p:nvPr>
        </p:nvSpPr>
        <p:spPr>
          <a:xfrm>
            <a:off x="609600" y="1524000"/>
            <a:ext cx="5334000" cy="2209800"/>
          </a:xfrm>
          <a:custGeom>
            <a:avLst/>
            <a:gdLst>
              <a:gd name="connisteX0" fmla="*/ 0 w 5334000"/>
              <a:gd name="connsiteY0" fmla="*/ 203200 h 2209800"/>
              <a:gd name="connisteX1" fmla="*/ 203200 w 5334000"/>
              <a:gd name="connsiteY1" fmla="*/ 0 h 2209800"/>
              <a:gd name="connisteX2" fmla="*/ 5130800 w 5334000"/>
              <a:gd name="connsiteY2" fmla="*/ 0 h 2209800"/>
              <a:gd name="connisteX3" fmla="*/ 5334000 w 5334000"/>
              <a:gd name="connsiteY3" fmla="*/ 203200 h 2209800"/>
              <a:gd name="connisteX4" fmla="*/ 5334000 w 5334000"/>
              <a:gd name="connsiteY4" fmla="*/ 2006600 h 2209800"/>
              <a:gd name="connisteX5" fmla="*/ 5130800 w 5334000"/>
              <a:gd name="connsiteY5" fmla="*/ 2209800 h 2209800"/>
              <a:gd name="connisteX6" fmla="*/ 203200 w 5334000"/>
              <a:gd name="connsiteY6" fmla="*/ 2209800 h 2209800"/>
              <a:gd name="connisteX7" fmla="*/ 0 w 5334000"/>
              <a:gd name="connsiteY7" fmla="*/ 2006600 h 2209800"/>
              <a:gd name="connisteX8" fmla="*/ 0 w 5334000"/>
              <a:gd name="connsiteY8" fmla="*/ 20320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334000" h="2209800">
                <a:moveTo>
                  <a:pt x="0" y="203200"/>
                </a:moveTo>
                <a:cubicBezTo>
                  <a:pt x="0" y="90976"/>
                  <a:pt x="90976" y="0"/>
                  <a:pt x="203200" y="0"/>
                </a:cubicBezTo>
                <a:lnTo>
                  <a:pt x="5130800" y="0"/>
                </a:lnTo>
                <a:cubicBezTo>
                  <a:pt x="5243024" y="0"/>
                  <a:pt x="5334000" y="90976"/>
                  <a:pt x="5334000" y="203200"/>
                </a:cubicBezTo>
                <a:lnTo>
                  <a:pt x="5334000" y="2006600"/>
                </a:lnTo>
                <a:cubicBezTo>
                  <a:pt x="5334000" y="2118824"/>
                  <a:pt x="5243024" y="2209800"/>
                  <a:pt x="5130800" y="2209800"/>
                </a:cubicBezTo>
                <a:lnTo>
                  <a:pt x="203200" y="2209800"/>
                </a:lnTo>
                <a:cubicBezTo>
                  <a:pt x="90976" y="2209800"/>
                  <a:pt x="0" y="2118824"/>
                  <a:pt x="0" y="2006600"/>
                </a:cubicBezTo>
                <a:lnTo>
                  <a:pt x="0" y="20320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9" name="装饰  8"/>
          <p:cNvSpPr>
            <a:spLocks noGrp="1"/>
          </p:cNvSpPr>
          <p:nvPr>
            <p:ph type="body" idx="16396" hasCustomPrompt="1"/>
            <p:custDataLst>
              <p:tags r:id="rId4"/>
            </p:custDataLst>
          </p:nvPr>
        </p:nvSpPr>
        <p:spPr>
          <a:xfrm>
            <a:off x="914400" y="1765300"/>
            <a:ext cx="914400" cy="914400"/>
          </a:xfrm>
          <a:custGeom>
            <a:avLst/>
            <a:gdLst>
              <a:gd name="connisteX0" fmla="*/ 0 w 914400"/>
              <a:gd name="connsiteY0" fmla="*/ 457200 h 914400"/>
              <a:gd name="connisteX1" fmla="*/ 457200 w 914400"/>
              <a:gd name="connsiteY1" fmla="*/ 0 h 914400"/>
              <a:gd name="connisteX2" fmla="*/ 457200 w 914400"/>
              <a:gd name="connsiteY2" fmla="*/ 0 h 914400"/>
              <a:gd name="connisteX3" fmla="*/ 914400 w 914400"/>
              <a:gd name="connsiteY3" fmla="*/ 457200 h 914400"/>
              <a:gd name="connisteX4" fmla="*/ 914400 w 914400"/>
              <a:gd name="connsiteY4" fmla="*/ 457200 h 914400"/>
              <a:gd name="connisteX5" fmla="*/ 457200 w 914400"/>
              <a:gd name="connsiteY5" fmla="*/ 914400 h 914400"/>
              <a:gd name="connisteX6" fmla="*/ 457200 w 914400"/>
              <a:gd name="connsiteY6" fmla="*/ 914400 h 914400"/>
              <a:gd name="connisteX7" fmla="*/ 0 w 914400"/>
              <a:gd name="connsiteY7" fmla="*/ 457200 h 914400"/>
              <a:gd name="connisteX8" fmla="*/ 0 w 914400"/>
              <a:gd name="connsiteY8" fmla="*/ 457200 h 91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914400" h="914400">
                <a:moveTo>
                  <a:pt x="0" y="457200"/>
                </a:moveTo>
                <a:cubicBezTo>
                  <a:pt x="0" y="204695"/>
                  <a:pt x="204695" y="0"/>
                  <a:pt x="457200" y="0"/>
                </a:cubicBezTo>
                <a:lnTo>
                  <a:pt x="457200" y="0"/>
                </a:lnTo>
                <a:cubicBezTo>
                  <a:pt x="709705" y="0"/>
                  <a:pt x="914400" y="204695"/>
                  <a:pt x="914400" y="457200"/>
                </a:cubicBezTo>
                <a:lnTo>
                  <a:pt x="914400" y="457200"/>
                </a:lnTo>
                <a:cubicBezTo>
                  <a:pt x="914400" y="709705"/>
                  <a:pt x="709705" y="914400"/>
                  <a:pt x="457200" y="914400"/>
                </a:cubicBezTo>
                <a:lnTo>
                  <a:pt x="457200" y="914400"/>
                </a:lnTo>
                <a:cubicBezTo>
                  <a:pt x="204695" y="914400"/>
                  <a:pt x="0" y="709705"/>
                  <a:pt x="0" y="457200"/>
                </a:cubicBezTo>
                <a:lnTo>
                  <a:pt x="0" y="457200"/>
                </a:lnTo>
                <a:close/>
              </a:path>
            </a:pathLst>
          </a:custGeom>
          <a:solidFill>
            <a:schemeClr val="accent1"/>
          </a:soli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0" name="图片占位符 9"/>
          <p:cNvSpPr>
            <a:spLocks noGrp="1"/>
          </p:cNvSpPr>
          <p:nvPr>
            <p:ph type="pic" idx="16394" hasCustomPrompt="1"/>
            <p:custDataLst>
              <p:tags r:id="rId5"/>
            </p:custDataLst>
          </p:nvPr>
        </p:nvSpPr>
        <p:spPr>
          <a:xfrm>
            <a:off x="1127760" y="1978660"/>
            <a:ext cx="487680" cy="48768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11" name="文本占位符 10"/>
          <p:cNvSpPr>
            <a:spLocks noGrp="1"/>
          </p:cNvSpPr>
          <p:nvPr>
            <p:ph type="body" idx="16386" hasCustomPrompt="1"/>
            <p:custDataLst>
              <p:tags r:id="rId6"/>
            </p:custDataLst>
          </p:nvPr>
        </p:nvSpPr>
        <p:spPr>
          <a:xfrm>
            <a:off x="2082800" y="1765300"/>
            <a:ext cx="35560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2" name="文本占位符 11"/>
          <p:cNvSpPr>
            <a:spLocks noGrp="1"/>
          </p:cNvSpPr>
          <p:nvPr>
            <p:ph type="body" idx="16387" hasCustomPrompt="1"/>
            <p:custDataLst>
              <p:tags r:id="rId7"/>
            </p:custDataLst>
          </p:nvPr>
        </p:nvSpPr>
        <p:spPr>
          <a:xfrm>
            <a:off x="2082800" y="2273300"/>
            <a:ext cx="35560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3" name="装饰  2"/>
          <p:cNvSpPr>
            <a:spLocks noGrp="1"/>
          </p:cNvSpPr>
          <p:nvPr>
            <p:ph type="body" idx="16398" hasCustomPrompt="1"/>
            <p:custDataLst>
              <p:tags r:id="rId8"/>
            </p:custDataLst>
          </p:nvPr>
        </p:nvSpPr>
        <p:spPr>
          <a:xfrm>
            <a:off x="6248400" y="1524000"/>
            <a:ext cx="5334000" cy="2209800"/>
          </a:xfrm>
          <a:custGeom>
            <a:avLst/>
            <a:gdLst>
              <a:gd name="connisteX0" fmla="*/ 0 w 5334000"/>
              <a:gd name="connsiteY0" fmla="*/ 203200 h 2209800"/>
              <a:gd name="connisteX1" fmla="*/ 203200 w 5334000"/>
              <a:gd name="connsiteY1" fmla="*/ 0 h 2209800"/>
              <a:gd name="connisteX2" fmla="*/ 5130800 w 5334000"/>
              <a:gd name="connsiteY2" fmla="*/ 0 h 2209800"/>
              <a:gd name="connisteX3" fmla="*/ 5334000 w 5334000"/>
              <a:gd name="connsiteY3" fmla="*/ 203200 h 2209800"/>
              <a:gd name="connisteX4" fmla="*/ 5334000 w 5334000"/>
              <a:gd name="connsiteY4" fmla="*/ 2006600 h 2209800"/>
              <a:gd name="connisteX5" fmla="*/ 5130800 w 5334000"/>
              <a:gd name="connsiteY5" fmla="*/ 2209800 h 2209800"/>
              <a:gd name="connisteX6" fmla="*/ 203200 w 5334000"/>
              <a:gd name="connsiteY6" fmla="*/ 2209800 h 2209800"/>
              <a:gd name="connisteX7" fmla="*/ 0 w 5334000"/>
              <a:gd name="connsiteY7" fmla="*/ 2006600 h 2209800"/>
              <a:gd name="connisteX8" fmla="*/ 0 w 5334000"/>
              <a:gd name="connsiteY8" fmla="*/ 20320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334000" h="2209800">
                <a:moveTo>
                  <a:pt x="0" y="203200"/>
                </a:moveTo>
                <a:cubicBezTo>
                  <a:pt x="0" y="90976"/>
                  <a:pt x="90976" y="0"/>
                  <a:pt x="203200" y="0"/>
                </a:cubicBezTo>
                <a:lnTo>
                  <a:pt x="5130800" y="0"/>
                </a:lnTo>
                <a:cubicBezTo>
                  <a:pt x="5243024" y="0"/>
                  <a:pt x="5334000" y="90976"/>
                  <a:pt x="5334000" y="203200"/>
                </a:cubicBezTo>
                <a:lnTo>
                  <a:pt x="5334000" y="2006600"/>
                </a:lnTo>
                <a:cubicBezTo>
                  <a:pt x="5334000" y="2118824"/>
                  <a:pt x="5243024" y="2209800"/>
                  <a:pt x="5130800" y="2209800"/>
                </a:cubicBezTo>
                <a:lnTo>
                  <a:pt x="203200" y="2209800"/>
                </a:lnTo>
                <a:cubicBezTo>
                  <a:pt x="90976" y="2209800"/>
                  <a:pt x="0" y="2118824"/>
                  <a:pt x="0" y="2006600"/>
                </a:cubicBezTo>
                <a:lnTo>
                  <a:pt x="0" y="203200"/>
                </a:lnTo>
                <a:close/>
              </a:path>
            </a:pathLst>
          </a:custGeom>
          <a:solidFill>
            <a:schemeClr val="accent1"/>
          </a:soli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5" name="装饰  4"/>
          <p:cNvSpPr>
            <a:spLocks noGrp="1"/>
          </p:cNvSpPr>
          <p:nvPr>
            <p:ph type="body" idx="16399" hasCustomPrompt="1"/>
            <p:custDataLst>
              <p:tags r:id="rId9"/>
            </p:custDataLst>
          </p:nvPr>
        </p:nvSpPr>
        <p:spPr>
          <a:xfrm>
            <a:off x="6553200" y="1765300"/>
            <a:ext cx="914400" cy="914400"/>
          </a:xfrm>
          <a:custGeom>
            <a:avLst/>
            <a:gdLst>
              <a:gd name="connisteX0" fmla="*/ 0 w 914400"/>
              <a:gd name="connsiteY0" fmla="*/ 457200 h 914400"/>
              <a:gd name="connisteX1" fmla="*/ 457200 w 914400"/>
              <a:gd name="connsiteY1" fmla="*/ 0 h 914400"/>
              <a:gd name="connisteX2" fmla="*/ 457200 w 914400"/>
              <a:gd name="connsiteY2" fmla="*/ 0 h 914400"/>
              <a:gd name="connisteX3" fmla="*/ 914400 w 914400"/>
              <a:gd name="connsiteY3" fmla="*/ 457200 h 914400"/>
              <a:gd name="connisteX4" fmla="*/ 914400 w 914400"/>
              <a:gd name="connsiteY4" fmla="*/ 457200 h 914400"/>
              <a:gd name="connisteX5" fmla="*/ 457200 w 914400"/>
              <a:gd name="connsiteY5" fmla="*/ 914400 h 914400"/>
              <a:gd name="connisteX6" fmla="*/ 457200 w 914400"/>
              <a:gd name="connsiteY6" fmla="*/ 914400 h 914400"/>
              <a:gd name="connisteX7" fmla="*/ 0 w 914400"/>
              <a:gd name="connsiteY7" fmla="*/ 457200 h 914400"/>
              <a:gd name="connisteX8" fmla="*/ 0 w 914400"/>
              <a:gd name="connsiteY8" fmla="*/ 457200 h 91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914400" h="914400">
                <a:moveTo>
                  <a:pt x="0" y="457200"/>
                </a:moveTo>
                <a:cubicBezTo>
                  <a:pt x="0" y="204695"/>
                  <a:pt x="204695" y="0"/>
                  <a:pt x="457200" y="0"/>
                </a:cubicBezTo>
                <a:lnTo>
                  <a:pt x="457200" y="0"/>
                </a:lnTo>
                <a:cubicBezTo>
                  <a:pt x="709705" y="0"/>
                  <a:pt x="914400" y="204695"/>
                  <a:pt x="914400" y="457200"/>
                </a:cubicBezTo>
                <a:lnTo>
                  <a:pt x="914400" y="457200"/>
                </a:lnTo>
                <a:cubicBezTo>
                  <a:pt x="914400" y="709705"/>
                  <a:pt x="709705" y="914400"/>
                  <a:pt x="457200" y="914400"/>
                </a:cubicBezTo>
                <a:lnTo>
                  <a:pt x="457200" y="914400"/>
                </a:lnTo>
                <a:cubicBezTo>
                  <a:pt x="204695" y="914400"/>
                  <a:pt x="0" y="709705"/>
                  <a:pt x="0" y="457200"/>
                </a:cubicBezTo>
                <a:lnTo>
                  <a:pt x="0" y="457200"/>
                </a:lnTo>
                <a:close/>
              </a:path>
            </a:pathLst>
          </a:custGeom>
          <a:solidFill>
            <a:srgbClr val="FFFFFF"/>
          </a:soli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6" name="图片占位符 15"/>
          <p:cNvSpPr>
            <a:spLocks noGrp="1"/>
          </p:cNvSpPr>
          <p:nvPr>
            <p:ph type="pic" idx="16397" hasCustomPrompt="1"/>
            <p:custDataLst>
              <p:tags r:id="rId10"/>
            </p:custDataLst>
          </p:nvPr>
        </p:nvSpPr>
        <p:spPr>
          <a:xfrm>
            <a:off x="6766560" y="1978660"/>
            <a:ext cx="487680" cy="48768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17" name="文本占位符 16"/>
          <p:cNvSpPr>
            <a:spLocks noGrp="1"/>
          </p:cNvSpPr>
          <p:nvPr>
            <p:ph type="body" idx="16388" hasCustomPrompt="1"/>
            <p:custDataLst>
              <p:tags r:id="rId11"/>
            </p:custDataLst>
          </p:nvPr>
        </p:nvSpPr>
        <p:spPr>
          <a:xfrm>
            <a:off x="7721600" y="1765300"/>
            <a:ext cx="3556000" cy="406400"/>
          </a:xfrm>
          <a:noFill/>
        </p:spPr>
        <p:txBody>
          <a:bodyPr lIns="0" tIns="0" rIns="0" bIns="0" anchor="t">
            <a:normAutofit/>
          </a:bodyPr>
          <a:lstStyle>
            <a:lvl1pPr marL="0" indent="0" algn="l">
              <a:lnSpc>
                <a:spcPct val="111000"/>
              </a:lnSpc>
              <a:spcBef>
                <a:spcPct val="0"/>
              </a:spcBef>
              <a:spcAft>
                <a:spcPct val="0"/>
              </a:spcAft>
              <a:buNone/>
              <a:defRPr sz="2400" b="0" spc="0">
                <a:solidFill>
                  <a:srgbClr val="FFFFFF"/>
                </a:solidFill>
              </a:defRPr>
            </a:lvl1pPr>
          </a:lstStyle>
          <a:p>
            <a:pPr lvl="0"/>
            <a:r>
              <a:rPr lang="zh-CN" altLang="en-US" smtClean="0"/>
              <a:t>单击此处添加项标题</a:t>
            </a:r>
            <a:endParaRPr lang="zh-CN" altLang="en-US" smtClean="0"/>
          </a:p>
        </p:txBody>
      </p:sp>
      <p:sp>
        <p:nvSpPr>
          <p:cNvPr id="18" name="文本占位符 17"/>
          <p:cNvSpPr>
            <a:spLocks noGrp="1"/>
          </p:cNvSpPr>
          <p:nvPr>
            <p:ph type="body" idx="16389" hasCustomPrompt="1"/>
            <p:custDataLst>
              <p:tags r:id="rId12"/>
            </p:custDataLst>
          </p:nvPr>
        </p:nvSpPr>
        <p:spPr>
          <a:xfrm>
            <a:off x="7721600" y="2273300"/>
            <a:ext cx="3556000" cy="1219200"/>
          </a:xfrm>
          <a:noFill/>
        </p:spPr>
        <p:txBody>
          <a:bodyPr lIns="0" tIns="0" rIns="0" bIns="0" anchor="t">
            <a:normAutofit/>
          </a:bodyPr>
          <a:lstStyle>
            <a:lvl1pPr marL="0" indent="0" algn="l">
              <a:lnSpc>
                <a:spcPct val="125000"/>
              </a:lnSpc>
              <a:spcBef>
                <a:spcPct val="0"/>
              </a:spcBef>
              <a:spcAft>
                <a:spcPct val="0"/>
              </a:spcAft>
              <a:buNone/>
              <a:defRPr sz="1600" b="0" spc="0">
                <a:solidFill>
                  <a:srgbClr val="FFFFFF"/>
                </a:solidFill>
              </a:defRPr>
            </a:lvl1pPr>
          </a:lstStyle>
          <a:p>
            <a:pPr lvl="0"/>
            <a:r>
              <a:rPr lang="zh-CN" altLang="en-US" smtClean="0"/>
              <a:t>单击此处添加项正文</a:t>
            </a:r>
            <a:endParaRPr lang="zh-CN" altLang="en-US" smtClean="0"/>
          </a:p>
        </p:txBody>
      </p:sp>
      <p:sp>
        <p:nvSpPr>
          <p:cNvPr id="19" name="装饰  8"/>
          <p:cNvSpPr>
            <a:spLocks noGrp="1"/>
          </p:cNvSpPr>
          <p:nvPr>
            <p:ph type="body" idx="16401" hasCustomPrompt="1"/>
            <p:custDataLst>
              <p:tags r:id="rId13"/>
            </p:custDataLst>
          </p:nvPr>
        </p:nvSpPr>
        <p:spPr>
          <a:xfrm>
            <a:off x="609600" y="4038600"/>
            <a:ext cx="5334000" cy="2209800"/>
          </a:xfrm>
          <a:custGeom>
            <a:avLst/>
            <a:gdLst>
              <a:gd name="connisteX0" fmla="*/ 0 w 5334000"/>
              <a:gd name="connsiteY0" fmla="*/ 203200 h 2209800"/>
              <a:gd name="connisteX1" fmla="*/ 203200 w 5334000"/>
              <a:gd name="connsiteY1" fmla="*/ 0 h 2209800"/>
              <a:gd name="connisteX2" fmla="*/ 5130800 w 5334000"/>
              <a:gd name="connsiteY2" fmla="*/ 0 h 2209800"/>
              <a:gd name="connisteX3" fmla="*/ 5334000 w 5334000"/>
              <a:gd name="connsiteY3" fmla="*/ 203200 h 2209800"/>
              <a:gd name="connisteX4" fmla="*/ 5334000 w 5334000"/>
              <a:gd name="connsiteY4" fmla="*/ 2006600 h 2209800"/>
              <a:gd name="connisteX5" fmla="*/ 5130800 w 5334000"/>
              <a:gd name="connsiteY5" fmla="*/ 2209800 h 2209800"/>
              <a:gd name="connisteX6" fmla="*/ 203200 w 5334000"/>
              <a:gd name="connsiteY6" fmla="*/ 2209800 h 2209800"/>
              <a:gd name="connisteX7" fmla="*/ 0 w 5334000"/>
              <a:gd name="connsiteY7" fmla="*/ 2006600 h 2209800"/>
              <a:gd name="connisteX8" fmla="*/ 0 w 5334000"/>
              <a:gd name="connsiteY8" fmla="*/ 20320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334000" h="2209800">
                <a:moveTo>
                  <a:pt x="0" y="203200"/>
                </a:moveTo>
                <a:cubicBezTo>
                  <a:pt x="0" y="90976"/>
                  <a:pt x="90976" y="0"/>
                  <a:pt x="203200" y="0"/>
                </a:cubicBezTo>
                <a:lnTo>
                  <a:pt x="5130800" y="0"/>
                </a:lnTo>
                <a:cubicBezTo>
                  <a:pt x="5243024" y="0"/>
                  <a:pt x="5334000" y="90976"/>
                  <a:pt x="5334000" y="203200"/>
                </a:cubicBezTo>
                <a:lnTo>
                  <a:pt x="5334000" y="2006600"/>
                </a:lnTo>
                <a:cubicBezTo>
                  <a:pt x="5334000" y="2118824"/>
                  <a:pt x="5243024" y="2209800"/>
                  <a:pt x="5130800" y="2209800"/>
                </a:cubicBezTo>
                <a:lnTo>
                  <a:pt x="203200" y="2209800"/>
                </a:lnTo>
                <a:cubicBezTo>
                  <a:pt x="90976" y="2209800"/>
                  <a:pt x="0" y="2118824"/>
                  <a:pt x="0" y="2006600"/>
                </a:cubicBezTo>
                <a:lnTo>
                  <a:pt x="0" y="203200"/>
                </a:lnTo>
                <a:close/>
              </a:path>
            </a:pathLst>
          </a:custGeom>
          <a:solidFill>
            <a:schemeClr val="accent1"/>
          </a:soli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0" name="装饰  9"/>
          <p:cNvSpPr>
            <a:spLocks noGrp="1"/>
          </p:cNvSpPr>
          <p:nvPr>
            <p:ph type="body" idx="16402" hasCustomPrompt="1"/>
            <p:custDataLst>
              <p:tags r:id="rId14"/>
            </p:custDataLst>
          </p:nvPr>
        </p:nvSpPr>
        <p:spPr>
          <a:xfrm>
            <a:off x="914400" y="4279900"/>
            <a:ext cx="914400" cy="914400"/>
          </a:xfrm>
          <a:custGeom>
            <a:avLst/>
            <a:gdLst>
              <a:gd name="connisteX0" fmla="*/ 0 w 914400"/>
              <a:gd name="connsiteY0" fmla="*/ 457200 h 914400"/>
              <a:gd name="connisteX1" fmla="*/ 457200 w 914400"/>
              <a:gd name="connsiteY1" fmla="*/ 0 h 914400"/>
              <a:gd name="connisteX2" fmla="*/ 457200 w 914400"/>
              <a:gd name="connsiteY2" fmla="*/ 0 h 914400"/>
              <a:gd name="connisteX3" fmla="*/ 914400 w 914400"/>
              <a:gd name="connsiteY3" fmla="*/ 457200 h 914400"/>
              <a:gd name="connisteX4" fmla="*/ 914400 w 914400"/>
              <a:gd name="connsiteY4" fmla="*/ 457200 h 914400"/>
              <a:gd name="connisteX5" fmla="*/ 457200 w 914400"/>
              <a:gd name="connsiteY5" fmla="*/ 914400 h 914400"/>
              <a:gd name="connisteX6" fmla="*/ 457200 w 914400"/>
              <a:gd name="connsiteY6" fmla="*/ 914400 h 914400"/>
              <a:gd name="connisteX7" fmla="*/ 0 w 914400"/>
              <a:gd name="connsiteY7" fmla="*/ 457200 h 914400"/>
              <a:gd name="connisteX8" fmla="*/ 0 w 914400"/>
              <a:gd name="connsiteY8" fmla="*/ 457200 h 91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914400" h="914400">
                <a:moveTo>
                  <a:pt x="0" y="457200"/>
                </a:moveTo>
                <a:cubicBezTo>
                  <a:pt x="0" y="204695"/>
                  <a:pt x="204695" y="0"/>
                  <a:pt x="457200" y="0"/>
                </a:cubicBezTo>
                <a:lnTo>
                  <a:pt x="457200" y="0"/>
                </a:lnTo>
                <a:cubicBezTo>
                  <a:pt x="709705" y="0"/>
                  <a:pt x="914400" y="204695"/>
                  <a:pt x="914400" y="457200"/>
                </a:cubicBezTo>
                <a:lnTo>
                  <a:pt x="914400" y="457200"/>
                </a:lnTo>
                <a:cubicBezTo>
                  <a:pt x="914400" y="709705"/>
                  <a:pt x="709705" y="914400"/>
                  <a:pt x="457200" y="914400"/>
                </a:cubicBezTo>
                <a:lnTo>
                  <a:pt x="457200" y="914400"/>
                </a:lnTo>
                <a:cubicBezTo>
                  <a:pt x="204695" y="914400"/>
                  <a:pt x="0" y="709705"/>
                  <a:pt x="0" y="457200"/>
                </a:cubicBezTo>
                <a:lnTo>
                  <a:pt x="0" y="457200"/>
                </a:lnTo>
                <a:close/>
              </a:path>
            </a:pathLst>
          </a:custGeom>
          <a:solidFill>
            <a:srgbClr val="FFFFFF"/>
          </a:soli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1" name="图片占位符 20"/>
          <p:cNvSpPr>
            <a:spLocks noGrp="1"/>
          </p:cNvSpPr>
          <p:nvPr>
            <p:ph type="pic" idx="16400" hasCustomPrompt="1"/>
            <p:custDataLst>
              <p:tags r:id="rId15"/>
            </p:custDataLst>
          </p:nvPr>
        </p:nvSpPr>
        <p:spPr>
          <a:xfrm>
            <a:off x="1127760" y="4493260"/>
            <a:ext cx="487680" cy="48768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22" name="文本占位符 21"/>
          <p:cNvSpPr>
            <a:spLocks noGrp="1"/>
          </p:cNvSpPr>
          <p:nvPr>
            <p:ph type="body" idx="16390" hasCustomPrompt="1"/>
            <p:custDataLst>
              <p:tags r:id="rId16"/>
            </p:custDataLst>
          </p:nvPr>
        </p:nvSpPr>
        <p:spPr>
          <a:xfrm>
            <a:off x="2082800" y="4279900"/>
            <a:ext cx="3556000" cy="406400"/>
          </a:xfrm>
          <a:noFill/>
        </p:spPr>
        <p:txBody>
          <a:bodyPr lIns="0" tIns="0" rIns="0" bIns="0" anchor="t">
            <a:normAutofit/>
          </a:bodyPr>
          <a:lstStyle>
            <a:lvl1pPr marL="0" indent="0" algn="l">
              <a:lnSpc>
                <a:spcPct val="111000"/>
              </a:lnSpc>
              <a:spcBef>
                <a:spcPct val="0"/>
              </a:spcBef>
              <a:spcAft>
                <a:spcPct val="0"/>
              </a:spcAft>
              <a:buNone/>
              <a:defRPr sz="2400" b="0" spc="0">
                <a:solidFill>
                  <a:srgbClr val="FFFFFF"/>
                </a:solidFill>
              </a:defRPr>
            </a:lvl1pPr>
          </a:lstStyle>
          <a:p>
            <a:pPr lvl="0"/>
            <a:r>
              <a:rPr lang="zh-CN" altLang="en-US" smtClean="0"/>
              <a:t>单击此处添加项标题</a:t>
            </a:r>
            <a:endParaRPr lang="zh-CN" altLang="en-US" smtClean="0"/>
          </a:p>
        </p:txBody>
      </p:sp>
      <p:sp>
        <p:nvSpPr>
          <p:cNvPr id="23" name="文本占位符 22"/>
          <p:cNvSpPr>
            <a:spLocks noGrp="1"/>
          </p:cNvSpPr>
          <p:nvPr>
            <p:ph type="body" idx="16391" hasCustomPrompt="1"/>
            <p:custDataLst>
              <p:tags r:id="rId17"/>
            </p:custDataLst>
          </p:nvPr>
        </p:nvSpPr>
        <p:spPr>
          <a:xfrm>
            <a:off x="2082800" y="4787900"/>
            <a:ext cx="3556000" cy="1219200"/>
          </a:xfrm>
          <a:noFill/>
        </p:spPr>
        <p:txBody>
          <a:bodyPr lIns="0" tIns="0" rIns="0" bIns="0" anchor="t">
            <a:normAutofit/>
          </a:bodyPr>
          <a:lstStyle>
            <a:lvl1pPr marL="0" indent="0" algn="l">
              <a:lnSpc>
                <a:spcPct val="125000"/>
              </a:lnSpc>
              <a:spcBef>
                <a:spcPct val="0"/>
              </a:spcBef>
              <a:spcAft>
                <a:spcPct val="0"/>
              </a:spcAft>
              <a:buNone/>
              <a:defRPr sz="1600" b="0" spc="0">
                <a:solidFill>
                  <a:srgbClr val="FFFFFF"/>
                </a:solidFill>
              </a:defRPr>
            </a:lvl1pPr>
          </a:lstStyle>
          <a:p>
            <a:pPr lvl="0"/>
            <a:r>
              <a:rPr lang="zh-CN" altLang="en-US" smtClean="0"/>
              <a:t>单击此处添加项正文</a:t>
            </a:r>
            <a:endParaRPr lang="zh-CN" altLang="en-US" smtClean="0"/>
          </a:p>
        </p:txBody>
      </p:sp>
      <p:sp>
        <p:nvSpPr>
          <p:cNvPr id="24" name="装饰  3"/>
          <p:cNvSpPr>
            <a:spLocks noGrp="1"/>
          </p:cNvSpPr>
          <p:nvPr>
            <p:ph type="body" idx="16404" hasCustomPrompt="1"/>
            <p:custDataLst>
              <p:tags r:id="rId18"/>
            </p:custDataLst>
          </p:nvPr>
        </p:nvSpPr>
        <p:spPr>
          <a:xfrm>
            <a:off x="6248400" y="4038600"/>
            <a:ext cx="5334000" cy="2209800"/>
          </a:xfrm>
          <a:custGeom>
            <a:avLst/>
            <a:gdLst>
              <a:gd name="connisteX0" fmla="*/ 0 w 5334000"/>
              <a:gd name="connsiteY0" fmla="*/ 203200 h 2209800"/>
              <a:gd name="connisteX1" fmla="*/ 203200 w 5334000"/>
              <a:gd name="connsiteY1" fmla="*/ 0 h 2209800"/>
              <a:gd name="connisteX2" fmla="*/ 5130800 w 5334000"/>
              <a:gd name="connsiteY2" fmla="*/ 0 h 2209800"/>
              <a:gd name="connisteX3" fmla="*/ 5334000 w 5334000"/>
              <a:gd name="connsiteY3" fmla="*/ 203200 h 2209800"/>
              <a:gd name="connisteX4" fmla="*/ 5334000 w 5334000"/>
              <a:gd name="connsiteY4" fmla="*/ 2006600 h 2209800"/>
              <a:gd name="connisteX5" fmla="*/ 5130800 w 5334000"/>
              <a:gd name="connsiteY5" fmla="*/ 2209800 h 2209800"/>
              <a:gd name="connisteX6" fmla="*/ 203200 w 5334000"/>
              <a:gd name="connsiteY6" fmla="*/ 2209800 h 2209800"/>
              <a:gd name="connisteX7" fmla="*/ 0 w 5334000"/>
              <a:gd name="connsiteY7" fmla="*/ 2006600 h 2209800"/>
              <a:gd name="connisteX8" fmla="*/ 0 w 5334000"/>
              <a:gd name="connsiteY8" fmla="*/ 20320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334000" h="2209800">
                <a:moveTo>
                  <a:pt x="0" y="203200"/>
                </a:moveTo>
                <a:cubicBezTo>
                  <a:pt x="0" y="90976"/>
                  <a:pt x="90976" y="0"/>
                  <a:pt x="203200" y="0"/>
                </a:cubicBezTo>
                <a:lnTo>
                  <a:pt x="5130800" y="0"/>
                </a:lnTo>
                <a:cubicBezTo>
                  <a:pt x="5243024" y="0"/>
                  <a:pt x="5334000" y="90976"/>
                  <a:pt x="5334000" y="203200"/>
                </a:cubicBezTo>
                <a:lnTo>
                  <a:pt x="5334000" y="2006600"/>
                </a:lnTo>
                <a:cubicBezTo>
                  <a:pt x="5334000" y="2118824"/>
                  <a:pt x="5243024" y="2209800"/>
                  <a:pt x="5130800" y="2209800"/>
                </a:cubicBezTo>
                <a:lnTo>
                  <a:pt x="203200" y="2209800"/>
                </a:lnTo>
                <a:cubicBezTo>
                  <a:pt x="90976" y="2209800"/>
                  <a:pt x="0" y="2118824"/>
                  <a:pt x="0" y="2006600"/>
                </a:cubicBezTo>
                <a:lnTo>
                  <a:pt x="0" y="20320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5" name="装饰  4"/>
          <p:cNvSpPr>
            <a:spLocks noGrp="1"/>
          </p:cNvSpPr>
          <p:nvPr>
            <p:ph type="body" idx="16405" hasCustomPrompt="1"/>
            <p:custDataLst>
              <p:tags r:id="rId19"/>
            </p:custDataLst>
          </p:nvPr>
        </p:nvSpPr>
        <p:spPr>
          <a:xfrm>
            <a:off x="6553200" y="4279900"/>
            <a:ext cx="914400" cy="914400"/>
          </a:xfrm>
          <a:custGeom>
            <a:avLst/>
            <a:gdLst>
              <a:gd name="connisteX0" fmla="*/ 0 w 914400"/>
              <a:gd name="connsiteY0" fmla="*/ 457200 h 914400"/>
              <a:gd name="connisteX1" fmla="*/ 457200 w 914400"/>
              <a:gd name="connsiteY1" fmla="*/ 0 h 914400"/>
              <a:gd name="connisteX2" fmla="*/ 457200 w 914400"/>
              <a:gd name="connsiteY2" fmla="*/ 0 h 914400"/>
              <a:gd name="connisteX3" fmla="*/ 914400 w 914400"/>
              <a:gd name="connsiteY3" fmla="*/ 457200 h 914400"/>
              <a:gd name="connisteX4" fmla="*/ 914400 w 914400"/>
              <a:gd name="connsiteY4" fmla="*/ 457200 h 914400"/>
              <a:gd name="connisteX5" fmla="*/ 457200 w 914400"/>
              <a:gd name="connsiteY5" fmla="*/ 914400 h 914400"/>
              <a:gd name="connisteX6" fmla="*/ 457200 w 914400"/>
              <a:gd name="connsiteY6" fmla="*/ 914400 h 914400"/>
              <a:gd name="connisteX7" fmla="*/ 0 w 914400"/>
              <a:gd name="connsiteY7" fmla="*/ 457200 h 914400"/>
              <a:gd name="connisteX8" fmla="*/ 0 w 914400"/>
              <a:gd name="connsiteY8" fmla="*/ 457200 h 91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914400" h="914400">
                <a:moveTo>
                  <a:pt x="0" y="457200"/>
                </a:moveTo>
                <a:cubicBezTo>
                  <a:pt x="0" y="204695"/>
                  <a:pt x="204695" y="0"/>
                  <a:pt x="457200" y="0"/>
                </a:cubicBezTo>
                <a:lnTo>
                  <a:pt x="457200" y="0"/>
                </a:lnTo>
                <a:cubicBezTo>
                  <a:pt x="709705" y="0"/>
                  <a:pt x="914400" y="204695"/>
                  <a:pt x="914400" y="457200"/>
                </a:cubicBezTo>
                <a:lnTo>
                  <a:pt x="914400" y="457200"/>
                </a:lnTo>
                <a:cubicBezTo>
                  <a:pt x="914400" y="709705"/>
                  <a:pt x="709705" y="914400"/>
                  <a:pt x="457200" y="914400"/>
                </a:cubicBezTo>
                <a:lnTo>
                  <a:pt x="457200" y="914400"/>
                </a:lnTo>
                <a:cubicBezTo>
                  <a:pt x="204695" y="914400"/>
                  <a:pt x="0" y="709705"/>
                  <a:pt x="0" y="457200"/>
                </a:cubicBezTo>
                <a:lnTo>
                  <a:pt x="0" y="457200"/>
                </a:lnTo>
                <a:close/>
              </a:path>
            </a:pathLst>
          </a:custGeom>
          <a:solidFill>
            <a:schemeClr val="accent1"/>
          </a:soli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6" name="图片占位符 25"/>
          <p:cNvSpPr>
            <a:spLocks noGrp="1"/>
          </p:cNvSpPr>
          <p:nvPr>
            <p:ph type="pic" idx="16403" hasCustomPrompt="1"/>
            <p:custDataLst>
              <p:tags r:id="rId20"/>
            </p:custDataLst>
          </p:nvPr>
        </p:nvSpPr>
        <p:spPr>
          <a:xfrm>
            <a:off x="6766560" y="4493260"/>
            <a:ext cx="487680" cy="48768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27" name="文本占位符 26"/>
          <p:cNvSpPr>
            <a:spLocks noGrp="1"/>
          </p:cNvSpPr>
          <p:nvPr>
            <p:ph type="body" idx="16392" hasCustomPrompt="1"/>
            <p:custDataLst>
              <p:tags r:id="rId21"/>
            </p:custDataLst>
          </p:nvPr>
        </p:nvSpPr>
        <p:spPr>
          <a:xfrm>
            <a:off x="7721600" y="4279900"/>
            <a:ext cx="35560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28" name="文本占位符 27"/>
          <p:cNvSpPr>
            <a:spLocks noGrp="1"/>
          </p:cNvSpPr>
          <p:nvPr>
            <p:ph type="body" idx="16393" hasCustomPrompt="1"/>
            <p:custDataLst>
              <p:tags r:id="rId22"/>
            </p:custDataLst>
          </p:nvPr>
        </p:nvSpPr>
        <p:spPr>
          <a:xfrm>
            <a:off x="7721600" y="4787900"/>
            <a:ext cx="35560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overrideClrMapping bg1="lt1" tx1="dk1" bg2="lt2" tx2="dk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正文页-10013_17">
    <p:bg>
      <p:bgRef idx="1001">
        <a:schemeClr val="bg1"/>
      </p:bgRef>
    </p:bg>
    <p:spTree>
      <p:nvGrpSpPr>
        <p:cNvPr id="1" name=""/>
        <p:cNvGrpSpPr/>
        <p:nvPr/>
      </p:nvGrpSpPr>
      <p:grpSpPr>
        <a:xfrm>
          <a:off x="0" y="0"/>
          <a:ext cx="0" cy="0"/>
          <a:chOff x="0" y="0"/>
          <a:chExt cx="0" cy="0"/>
        </a:xfrm>
      </p:grpSpPr>
      <p:sp>
        <p:nvSpPr>
          <p:cNvPr id="7" name="标题 6"/>
          <p:cNvSpPr>
            <a:spLocks noGrp="1"/>
          </p:cNvSpPr>
          <p:nvPr>
            <p:ph type="ctrTitle" idx="16385" hasCustomPrompt="1"/>
            <p:custDataLst>
              <p:tags r:id="rId2"/>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pPr lvl="0"/>
            <a:r>
              <a:rPr lang="zh-CN" altLang="en-US"/>
              <a:t>单击此处添加标题</a:t>
            </a:r>
            <a:endParaRPr lang="zh-CN" altLang="en-US"/>
          </a:p>
        </p:txBody>
      </p:sp>
      <p:sp>
        <p:nvSpPr>
          <p:cNvPr id="8" name="内容占位符 7"/>
          <p:cNvSpPr>
            <a:spLocks noGrp="1"/>
          </p:cNvSpPr>
          <p:nvPr>
            <p:ph idx="16392" hasCustomPrompt="1"/>
            <p:custDataLst>
              <p:tags r:id="rId3"/>
            </p:custDataLst>
          </p:nvPr>
        </p:nvSpPr>
        <p:spPr>
          <a:xfrm>
            <a:off x="609600" y="1524000"/>
            <a:ext cx="10972800" cy="2184400"/>
          </a:xfrm>
          <a:custGeom>
            <a:avLst/>
            <a:gdLst>
              <a:gd name="connisteX0" fmla="*/ 0 w 10972800"/>
              <a:gd name="connsiteY0" fmla="*/ 203200 h 2184400"/>
              <a:gd name="connisteX1" fmla="*/ 203200 w 10972800"/>
              <a:gd name="connsiteY1" fmla="*/ 0 h 2184400"/>
              <a:gd name="connisteX2" fmla="*/ 10769600 w 10972800"/>
              <a:gd name="connsiteY2" fmla="*/ 0 h 2184400"/>
              <a:gd name="connisteX3" fmla="*/ 10972800 w 10972800"/>
              <a:gd name="connsiteY3" fmla="*/ 203200 h 2184400"/>
              <a:gd name="connisteX4" fmla="*/ 10972800 w 10972800"/>
              <a:gd name="connsiteY4" fmla="*/ 1981200 h 2184400"/>
              <a:gd name="connisteX5" fmla="*/ 10769600 w 10972800"/>
              <a:gd name="connsiteY5" fmla="*/ 2184400 h 2184400"/>
              <a:gd name="connisteX6" fmla="*/ 203200 w 10972800"/>
              <a:gd name="connsiteY6" fmla="*/ 2184400 h 2184400"/>
              <a:gd name="connisteX7" fmla="*/ 0 w 10972800"/>
              <a:gd name="connsiteY7" fmla="*/ 1981200 h 2184400"/>
              <a:gd name="connisteX8" fmla="*/ 0 w 10972800"/>
              <a:gd name="connsiteY8" fmla="*/ 203200 h 218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0972800" h="2184400">
                <a:moveTo>
                  <a:pt x="0" y="203200"/>
                </a:moveTo>
                <a:cubicBezTo>
                  <a:pt x="0" y="90976"/>
                  <a:pt x="90976" y="0"/>
                  <a:pt x="203200" y="0"/>
                </a:cubicBezTo>
                <a:lnTo>
                  <a:pt x="10769600" y="0"/>
                </a:lnTo>
                <a:cubicBezTo>
                  <a:pt x="10881824" y="0"/>
                  <a:pt x="10972800" y="90976"/>
                  <a:pt x="10972800" y="203200"/>
                </a:cubicBezTo>
                <a:lnTo>
                  <a:pt x="10972800" y="1981200"/>
                </a:lnTo>
                <a:cubicBezTo>
                  <a:pt x="10972800" y="2093424"/>
                  <a:pt x="10881824" y="2184400"/>
                  <a:pt x="10769600" y="2184400"/>
                </a:cubicBezTo>
                <a:lnTo>
                  <a:pt x="203200" y="2184400"/>
                </a:lnTo>
                <a:cubicBezTo>
                  <a:pt x="90976" y="2184400"/>
                  <a:pt x="0" y="2093424"/>
                  <a:pt x="0" y="1981200"/>
                </a:cubicBezTo>
                <a:lnTo>
                  <a:pt x="0" y="20320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marL="0" indent="0">
              <a:buNone/>
              <a:defRPr/>
            </a:lvl5pPr>
          </a:lstStyle>
          <a:p>
            <a:pPr lvl="4"/>
            <a:r>
              <a:rPr lang="zh-CN" altLang="en-US" smtClean="0"/>
              <a:t> </a:t>
            </a:r>
            <a:endParaRPr lang="zh-CN" altLang="en-US" smtClean="0"/>
          </a:p>
        </p:txBody>
      </p:sp>
      <p:sp>
        <p:nvSpPr>
          <p:cNvPr id="9" name="文本占位符 8"/>
          <p:cNvSpPr>
            <a:spLocks noGrp="1"/>
          </p:cNvSpPr>
          <p:nvPr>
            <p:ph type="body" idx="16386" hasCustomPrompt="1"/>
            <p:custDataLst>
              <p:tags r:id="rId4"/>
            </p:custDataLst>
          </p:nvPr>
        </p:nvSpPr>
        <p:spPr>
          <a:xfrm>
            <a:off x="609600" y="4165600"/>
            <a:ext cx="3251200" cy="406400"/>
          </a:xfrm>
          <a:noFill/>
        </p:spPr>
        <p:txBody>
          <a:bodyPr lIns="0" tIns="0" rIns="0" bIns="0" anchor="t">
            <a:normAutofit/>
          </a:bodyPr>
          <a:lstStyle>
            <a:lvl1pPr marL="0" indent="0" algn="l">
              <a:lnSpc>
                <a:spcPct val="111000"/>
              </a:lnSpc>
              <a:buNone/>
              <a:defRPr sz="2400" b="0" spc="0">
                <a:solidFill>
                  <a:schemeClr val="tx1"/>
                </a:solidFill>
              </a:defRPr>
            </a:lvl1pPr>
            <a:lvl5pPr marL="0" indent="0" algn="l">
              <a:lnSpc>
                <a:spcPct val="111000"/>
              </a:lnSpc>
              <a:spcBef>
                <a:spcPct val="0"/>
              </a:spcBef>
              <a:spcAft>
                <a:spcPct val="0"/>
              </a:spcAft>
              <a:buNone/>
              <a:defRPr/>
            </a:lvl5pPr>
          </a:lstStyle>
          <a:p>
            <a:pPr lvl="0"/>
            <a:r>
              <a:rPr lang="zh-CN" altLang="en-US" smtClean="0"/>
              <a:t>单击此处添加项标题</a:t>
            </a:r>
            <a:endParaRPr lang="zh-CN" altLang="en-US" smtClean="0"/>
          </a:p>
        </p:txBody>
      </p:sp>
      <p:sp>
        <p:nvSpPr>
          <p:cNvPr id="10" name="文本占位符 9"/>
          <p:cNvSpPr>
            <a:spLocks noGrp="1"/>
          </p:cNvSpPr>
          <p:nvPr>
            <p:ph type="body" idx="16387" hasCustomPrompt="1"/>
            <p:custDataLst>
              <p:tags r:id="rId5"/>
            </p:custDataLst>
          </p:nvPr>
        </p:nvSpPr>
        <p:spPr>
          <a:xfrm>
            <a:off x="609600" y="4724400"/>
            <a:ext cx="3251200" cy="1524000"/>
          </a:xfrm>
          <a:noFill/>
        </p:spPr>
        <p:txBody>
          <a:bodyPr lIns="0" tIns="0" rIns="0" bIns="0" anchor="t">
            <a:normAutofit/>
          </a:bodyPr>
          <a:lstStyle>
            <a:lvl1pPr marL="0" indent="0" algn="l">
              <a:lnSpc>
                <a:spcPct val="125000"/>
              </a:lnSpc>
              <a:buNone/>
              <a:defRPr sz="1600" b="0" spc="0">
                <a:solidFill>
                  <a:schemeClr val="tx1"/>
                </a:solidFill>
              </a:defRPr>
            </a:lvl1pPr>
            <a:lvl5pPr marL="0" indent="0" algn="l">
              <a:lnSpc>
                <a:spcPct val="125000"/>
              </a:lnSpc>
              <a:spcBef>
                <a:spcPct val="0"/>
              </a:spcBef>
              <a:spcAft>
                <a:spcPct val="0"/>
              </a:spcAft>
              <a:buNone/>
              <a:defRPr/>
            </a:lvl5pPr>
          </a:lstStyle>
          <a:p>
            <a:pPr lvl="0"/>
            <a:r>
              <a:rPr lang="zh-CN" altLang="en-US" smtClean="0"/>
              <a:t>单击此处添加项正文</a:t>
            </a:r>
            <a:endParaRPr lang="zh-CN" altLang="en-US" smtClean="0"/>
          </a:p>
        </p:txBody>
      </p:sp>
      <p:sp>
        <p:nvSpPr>
          <p:cNvPr id="11" name="文本占位符 10"/>
          <p:cNvSpPr>
            <a:spLocks noGrp="1"/>
          </p:cNvSpPr>
          <p:nvPr>
            <p:ph type="body" idx="16388" hasCustomPrompt="1"/>
            <p:custDataLst>
              <p:tags r:id="rId6"/>
            </p:custDataLst>
          </p:nvPr>
        </p:nvSpPr>
        <p:spPr>
          <a:xfrm>
            <a:off x="4470400" y="4165600"/>
            <a:ext cx="3251200" cy="406400"/>
          </a:xfrm>
          <a:noFill/>
        </p:spPr>
        <p:txBody>
          <a:bodyPr lIns="0" tIns="0" rIns="0" bIns="0" anchor="t">
            <a:normAutofit/>
          </a:bodyPr>
          <a:lstStyle>
            <a:lvl1pPr marL="0" indent="0" algn="l">
              <a:lnSpc>
                <a:spcPct val="111000"/>
              </a:lnSpc>
              <a:buNone/>
              <a:defRPr sz="2400" b="0" spc="0">
                <a:solidFill>
                  <a:schemeClr val="tx1"/>
                </a:solidFill>
              </a:defRPr>
            </a:lvl1pPr>
            <a:lvl5pPr marL="0" indent="0" algn="l">
              <a:lnSpc>
                <a:spcPct val="111000"/>
              </a:lnSpc>
              <a:spcBef>
                <a:spcPct val="0"/>
              </a:spcBef>
              <a:spcAft>
                <a:spcPct val="0"/>
              </a:spcAft>
              <a:buNone/>
              <a:defRPr/>
            </a:lvl5pPr>
          </a:lstStyle>
          <a:p>
            <a:pPr lvl="0"/>
            <a:r>
              <a:rPr lang="zh-CN" altLang="en-US" smtClean="0"/>
              <a:t>单击此处添加项标题</a:t>
            </a:r>
            <a:endParaRPr lang="zh-CN" altLang="en-US" smtClean="0"/>
          </a:p>
        </p:txBody>
      </p:sp>
      <p:sp>
        <p:nvSpPr>
          <p:cNvPr id="12" name="文本占位符 11"/>
          <p:cNvSpPr>
            <a:spLocks noGrp="1"/>
          </p:cNvSpPr>
          <p:nvPr>
            <p:ph type="body" idx="16389" hasCustomPrompt="1"/>
            <p:custDataLst>
              <p:tags r:id="rId7"/>
            </p:custDataLst>
          </p:nvPr>
        </p:nvSpPr>
        <p:spPr>
          <a:xfrm>
            <a:off x="4470400" y="4724400"/>
            <a:ext cx="3251200" cy="1524000"/>
          </a:xfrm>
          <a:noFill/>
        </p:spPr>
        <p:txBody>
          <a:bodyPr lIns="0" tIns="0" rIns="0" bIns="0" anchor="t">
            <a:normAutofit/>
          </a:bodyPr>
          <a:lstStyle>
            <a:lvl1pPr marL="0" indent="0" algn="l">
              <a:lnSpc>
                <a:spcPct val="125000"/>
              </a:lnSpc>
              <a:buNone/>
              <a:defRPr sz="1600" b="0" spc="0">
                <a:solidFill>
                  <a:schemeClr val="tx1"/>
                </a:solidFill>
              </a:defRPr>
            </a:lvl1pPr>
            <a:lvl5pPr marL="0" indent="0" algn="l">
              <a:lnSpc>
                <a:spcPct val="125000"/>
              </a:lnSpc>
              <a:spcBef>
                <a:spcPct val="0"/>
              </a:spcBef>
              <a:spcAft>
                <a:spcPct val="0"/>
              </a:spcAft>
              <a:buNone/>
              <a:defRPr/>
            </a:lvl5pPr>
          </a:lstStyle>
          <a:p>
            <a:pPr lvl="0"/>
            <a:r>
              <a:rPr lang="zh-CN" altLang="en-US" smtClean="0"/>
              <a:t>单击此处添加项正文</a:t>
            </a:r>
            <a:endParaRPr lang="zh-CN" altLang="en-US" smtClean="0"/>
          </a:p>
        </p:txBody>
      </p:sp>
      <p:sp>
        <p:nvSpPr>
          <p:cNvPr id="13" name="文本占位符 12"/>
          <p:cNvSpPr>
            <a:spLocks noGrp="1"/>
          </p:cNvSpPr>
          <p:nvPr>
            <p:ph type="body" idx="16390" hasCustomPrompt="1"/>
            <p:custDataLst>
              <p:tags r:id="rId8"/>
            </p:custDataLst>
          </p:nvPr>
        </p:nvSpPr>
        <p:spPr>
          <a:xfrm>
            <a:off x="8331200" y="4165600"/>
            <a:ext cx="3251200" cy="406400"/>
          </a:xfrm>
          <a:noFill/>
        </p:spPr>
        <p:txBody>
          <a:bodyPr lIns="0" tIns="0" rIns="0" bIns="0" anchor="t">
            <a:normAutofit/>
          </a:bodyPr>
          <a:lstStyle>
            <a:lvl1pPr marL="0" indent="0" algn="l">
              <a:lnSpc>
                <a:spcPct val="111000"/>
              </a:lnSpc>
              <a:buNone/>
              <a:defRPr sz="2400" b="0" spc="0">
                <a:solidFill>
                  <a:schemeClr val="tx1"/>
                </a:solidFill>
              </a:defRPr>
            </a:lvl1pPr>
            <a:lvl5pPr marL="0" indent="0" algn="l">
              <a:lnSpc>
                <a:spcPct val="111000"/>
              </a:lnSpc>
              <a:spcBef>
                <a:spcPct val="0"/>
              </a:spcBef>
              <a:spcAft>
                <a:spcPct val="0"/>
              </a:spcAft>
              <a:buNone/>
              <a:defRPr/>
            </a:lvl5pPr>
          </a:lstStyle>
          <a:p>
            <a:pPr lvl="0"/>
            <a:r>
              <a:rPr lang="zh-CN" altLang="en-US" smtClean="0"/>
              <a:t>单击此处添加项标题</a:t>
            </a:r>
            <a:endParaRPr lang="zh-CN" altLang="en-US" smtClean="0"/>
          </a:p>
        </p:txBody>
      </p:sp>
      <p:sp>
        <p:nvSpPr>
          <p:cNvPr id="15" name="文本占位符 14"/>
          <p:cNvSpPr>
            <a:spLocks noGrp="1"/>
          </p:cNvSpPr>
          <p:nvPr>
            <p:ph type="body" idx="16391" hasCustomPrompt="1"/>
            <p:custDataLst>
              <p:tags r:id="rId9"/>
            </p:custDataLst>
          </p:nvPr>
        </p:nvSpPr>
        <p:spPr>
          <a:xfrm>
            <a:off x="8331200" y="4724400"/>
            <a:ext cx="3251200" cy="1524000"/>
          </a:xfrm>
          <a:noFill/>
        </p:spPr>
        <p:txBody>
          <a:bodyPr lIns="0" tIns="0" rIns="0" bIns="0" anchor="t">
            <a:normAutofit/>
          </a:bodyPr>
          <a:lstStyle>
            <a:lvl1pPr marL="0" indent="0" algn="l">
              <a:lnSpc>
                <a:spcPct val="125000"/>
              </a:lnSpc>
              <a:buNone/>
              <a:defRPr sz="1600" b="0" spc="0">
                <a:solidFill>
                  <a:schemeClr val="tx1"/>
                </a:solidFill>
              </a:defRPr>
            </a:lvl1pPr>
            <a:lvl5pPr marL="0" indent="0" algn="l">
              <a:lnSpc>
                <a:spcPct val="125000"/>
              </a:lnSpc>
              <a:spcBef>
                <a:spcPct val="0"/>
              </a:spcBef>
              <a:spcAft>
                <a:spcPct val="0"/>
              </a:spcAft>
              <a:buNone/>
              <a:defRPr/>
            </a:lvl5pPr>
          </a:lstStyle>
          <a:p>
            <a:pPr lvl="0"/>
            <a:r>
              <a:rPr lang="zh-CN" altLang="en-US" smtClean="0"/>
              <a:t>单击此处添加项正文</a:t>
            </a:r>
            <a:endParaRPr lang="zh-CN" altLang="en-US" smtClean="0"/>
          </a:p>
        </p:txBody>
      </p:sp>
    </p:spTree>
  </p:cSld>
  <p:clrMapOvr>
    <a:overrideClrMapping bg1="lt1" tx1="dk1" bg2="lt2" tx2="dk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正文页-10003_16">
    <p:bg>
      <p:bgRef idx="1001">
        <a:schemeClr val="bg1"/>
      </p:bgRef>
    </p:bg>
    <p:spTree>
      <p:nvGrpSpPr>
        <p:cNvPr id="1" name=""/>
        <p:cNvGrpSpPr/>
        <p:nvPr/>
      </p:nvGrpSpPr>
      <p:grpSpPr>
        <a:xfrm>
          <a:off x="0" y="0"/>
          <a:ext cx="0" cy="0"/>
          <a:chOff x="0" y="0"/>
          <a:chExt cx="0" cy="0"/>
        </a:xfrm>
      </p:grpSpPr>
      <p:sp>
        <p:nvSpPr>
          <p:cNvPr id="7" name="标题 6"/>
          <p:cNvSpPr>
            <a:spLocks noGrp="1"/>
          </p:cNvSpPr>
          <p:nvPr>
            <p:ph type="ctrTitle" idx="16385" hasCustomPrompt="1"/>
            <p:custDataLst>
              <p:tags r:id="rId2"/>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pPr lvl="0"/>
            <a:r>
              <a:rPr lang="zh-CN" altLang="en-US"/>
              <a:t>单击此处添加标题</a:t>
            </a:r>
            <a:endParaRPr lang="zh-CN" altLang="en-US"/>
          </a:p>
        </p:txBody>
      </p:sp>
      <p:sp>
        <p:nvSpPr>
          <p:cNvPr id="8" name="文本占位符 7"/>
          <p:cNvSpPr>
            <a:spLocks noGrp="1"/>
          </p:cNvSpPr>
          <p:nvPr>
            <p:ph type="body" idx="16386" hasCustomPrompt="1"/>
            <p:custDataLst>
              <p:tags r:id="rId3"/>
            </p:custDataLst>
          </p:nvPr>
        </p:nvSpPr>
        <p:spPr>
          <a:xfrm>
            <a:off x="609600" y="1727200"/>
            <a:ext cx="3454400" cy="406400"/>
          </a:xfrm>
          <a:noFill/>
        </p:spPr>
        <p:txBody>
          <a:bodyPr lIns="0" tIns="0" rIns="0" bIns="0" anchor="t">
            <a:normAutofit/>
          </a:bodyPr>
          <a:lstStyle>
            <a:lvl1pPr marL="0" indent="0" algn="ctr">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9" name="装饰  8"/>
          <p:cNvSpPr>
            <a:spLocks noGrp="1"/>
          </p:cNvSpPr>
          <p:nvPr>
            <p:ph type="body" idx="16392" hasCustomPrompt="1"/>
            <p:custDataLst>
              <p:tags r:id="rId4"/>
            </p:custDataLst>
          </p:nvPr>
        </p:nvSpPr>
        <p:spPr>
          <a:xfrm>
            <a:off x="609600" y="2286000"/>
            <a:ext cx="3454400" cy="3759200"/>
          </a:xfrm>
          <a:custGeom>
            <a:avLst/>
            <a:gdLst>
              <a:gd name="connisteX0" fmla="*/ 0 w 3454400"/>
              <a:gd name="connsiteY0" fmla="*/ 203200 h 3759200"/>
              <a:gd name="connisteX1" fmla="*/ 203200 w 3454400"/>
              <a:gd name="connsiteY1" fmla="*/ 0 h 3759200"/>
              <a:gd name="connisteX2" fmla="*/ 3251200 w 3454400"/>
              <a:gd name="connsiteY2" fmla="*/ 0 h 3759200"/>
              <a:gd name="connisteX3" fmla="*/ 3454400 w 3454400"/>
              <a:gd name="connsiteY3" fmla="*/ 203200 h 3759200"/>
              <a:gd name="connisteX4" fmla="*/ 3454400 w 3454400"/>
              <a:gd name="connsiteY4" fmla="*/ 3556000 h 3759200"/>
              <a:gd name="connisteX5" fmla="*/ 3251200 w 3454400"/>
              <a:gd name="connsiteY5" fmla="*/ 3759200 h 3759200"/>
              <a:gd name="connisteX6" fmla="*/ 203200 w 3454400"/>
              <a:gd name="connsiteY6" fmla="*/ 3759200 h 3759200"/>
              <a:gd name="connisteX7" fmla="*/ 0 w 3454400"/>
              <a:gd name="connsiteY7" fmla="*/ 3556000 h 3759200"/>
              <a:gd name="connisteX8" fmla="*/ 0 w 3454400"/>
              <a:gd name="connsiteY8" fmla="*/ 203200 h 3759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3454400" h="3759200">
                <a:moveTo>
                  <a:pt x="0" y="203200"/>
                </a:moveTo>
                <a:cubicBezTo>
                  <a:pt x="0" y="90976"/>
                  <a:pt x="90976" y="0"/>
                  <a:pt x="203200" y="0"/>
                </a:cubicBezTo>
                <a:lnTo>
                  <a:pt x="3251200" y="0"/>
                </a:lnTo>
                <a:cubicBezTo>
                  <a:pt x="3363424" y="0"/>
                  <a:pt x="3454400" y="90976"/>
                  <a:pt x="3454400" y="203200"/>
                </a:cubicBezTo>
                <a:lnTo>
                  <a:pt x="3454400" y="3556000"/>
                </a:lnTo>
                <a:cubicBezTo>
                  <a:pt x="3454400" y="3668224"/>
                  <a:pt x="3363424" y="3759200"/>
                  <a:pt x="3251200" y="3759200"/>
                </a:cubicBezTo>
                <a:lnTo>
                  <a:pt x="203200" y="3759200"/>
                </a:lnTo>
                <a:cubicBezTo>
                  <a:pt x="90976" y="3759200"/>
                  <a:pt x="0" y="3668224"/>
                  <a:pt x="0" y="3556000"/>
                </a:cubicBezTo>
                <a:lnTo>
                  <a:pt x="0" y="20320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r>
              <a:rPr lang="zh-CN" altLang="en-US" smtClean="0"/>
              <a:t> </a:t>
            </a:r>
            <a:endParaRPr lang="zh-CN" altLang="en-US" smtClean="0"/>
          </a:p>
        </p:txBody>
      </p:sp>
      <p:sp>
        <p:nvSpPr>
          <p:cNvPr id="10" name="文本占位符 9"/>
          <p:cNvSpPr>
            <a:spLocks noGrp="1"/>
          </p:cNvSpPr>
          <p:nvPr>
            <p:ph type="body" idx="16387" hasCustomPrompt="1"/>
            <p:custDataLst>
              <p:tags r:id="rId5"/>
            </p:custDataLst>
          </p:nvPr>
        </p:nvSpPr>
        <p:spPr>
          <a:xfrm>
            <a:off x="914400" y="2946400"/>
            <a:ext cx="2844800" cy="24384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1" name="文本占位符 10"/>
          <p:cNvSpPr>
            <a:spLocks noGrp="1"/>
          </p:cNvSpPr>
          <p:nvPr>
            <p:ph type="body" idx="16388" hasCustomPrompt="1"/>
            <p:custDataLst>
              <p:tags r:id="rId6"/>
            </p:custDataLst>
          </p:nvPr>
        </p:nvSpPr>
        <p:spPr>
          <a:xfrm>
            <a:off x="4368800" y="1727200"/>
            <a:ext cx="3454400" cy="406400"/>
          </a:xfrm>
          <a:noFill/>
        </p:spPr>
        <p:txBody>
          <a:bodyPr lIns="0" tIns="0" rIns="0" bIns="0" anchor="t">
            <a:normAutofit/>
          </a:bodyPr>
          <a:lstStyle>
            <a:lvl1pPr marL="0" indent="0" algn="ctr">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2" name="装饰  1"/>
          <p:cNvSpPr>
            <a:spLocks noGrp="1"/>
          </p:cNvSpPr>
          <p:nvPr>
            <p:ph type="body" idx="16393" hasCustomPrompt="1"/>
            <p:custDataLst>
              <p:tags r:id="rId7"/>
            </p:custDataLst>
          </p:nvPr>
        </p:nvSpPr>
        <p:spPr>
          <a:xfrm>
            <a:off x="4368800" y="2286000"/>
            <a:ext cx="3454400" cy="3759200"/>
          </a:xfrm>
          <a:custGeom>
            <a:avLst/>
            <a:gdLst>
              <a:gd name="connisteX0" fmla="*/ 0 w 3454400"/>
              <a:gd name="connsiteY0" fmla="*/ 203200 h 3759200"/>
              <a:gd name="connisteX1" fmla="*/ 203200 w 3454400"/>
              <a:gd name="connsiteY1" fmla="*/ 0 h 3759200"/>
              <a:gd name="connisteX2" fmla="*/ 3251200 w 3454400"/>
              <a:gd name="connsiteY2" fmla="*/ 0 h 3759200"/>
              <a:gd name="connisteX3" fmla="*/ 3454400 w 3454400"/>
              <a:gd name="connsiteY3" fmla="*/ 203200 h 3759200"/>
              <a:gd name="connisteX4" fmla="*/ 3454400 w 3454400"/>
              <a:gd name="connsiteY4" fmla="*/ 3556000 h 3759200"/>
              <a:gd name="connisteX5" fmla="*/ 3251200 w 3454400"/>
              <a:gd name="connsiteY5" fmla="*/ 3759200 h 3759200"/>
              <a:gd name="connisteX6" fmla="*/ 203200 w 3454400"/>
              <a:gd name="connsiteY6" fmla="*/ 3759200 h 3759200"/>
              <a:gd name="connisteX7" fmla="*/ 0 w 3454400"/>
              <a:gd name="connsiteY7" fmla="*/ 3556000 h 3759200"/>
              <a:gd name="connisteX8" fmla="*/ 0 w 3454400"/>
              <a:gd name="connsiteY8" fmla="*/ 203200 h 3759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3454400" h="3759200">
                <a:moveTo>
                  <a:pt x="0" y="203200"/>
                </a:moveTo>
                <a:cubicBezTo>
                  <a:pt x="0" y="90976"/>
                  <a:pt x="90976" y="0"/>
                  <a:pt x="203200" y="0"/>
                </a:cubicBezTo>
                <a:lnTo>
                  <a:pt x="3251200" y="0"/>
                </a:lnTo>
                <a:cubicBezTo>
                  <a:pt x="3363424" y="0"/>
                  <a:pt x="3454400" y="90976"/>
                  <a:pt x="3454400" y="203200"/>
                </a:cubicBezTo>
                <a:lnTo>
                  <a:pt x="3454400" y="3556000"/>
                </a:lnTo>
                <a:cubicBezTo>
                  <a:pt x="3454400" y="3668224"/>
                  <a:pt x="3363424" y="3759200"/>
                  <a:pt x="3251200" y="3759200"/>
                </a:cubicBezTo>
                <a:lnTo>
                  <a:pt x="203200" y="3759200"/>
                </a:lnTo>
                <a:cubicBezTo>
                  <a:pt x="90976" y="3759200"/>
                  <a:pt x="0" y="3668224"/>
                  <a:pt x="0" y="3556000"/>
                </a:cubicBezTo>
                <a:lnTo>
                  <a:pt x="0" y="20320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r>
              <a:rPr lang="zh-CN" altLang="en-US" smtClean="0"/>
              <a:t> </a:t>
            </a:r>
            <a:endParaRPr lang="zh-CN" altLang="en-US" smtClean="0"/>
          </a:p>
        </p:txBody>
      </p:sp>
      <p:sp>
        <p:nvSpPr>
          <p:cNvPr id="13" name="文本占位符 12"/>
          <p:cNvSpPr>
            <a:spLocks noGrp="1"/>
          </p:cNvSpPr>
          <p:nvPr>
            <p:ph type="body" idx="16389" hasCustomPrompt="1"/>
            <p:custDataLst>
              <p:tags r:id="rId8"/>
            </p:custDataLst>
          </p:nvPr>
        </p:nvSpPr>
        <p:spPr>
          <a:xfrm>
            <a:off x="4673600" y="2946400"/>
            <a:ext cx="2844800" cy="24384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5" name="文本占位符 14"/>
          <p:cNvSpPr>
            <a:spLocks noGrp="1"/>
          </p:cNvSpPr>
          <p:nvPr>
            <p:ph type="body" idx="16390" hasCustomPrompt="1"/>
            <p:custDataLst>
              <p:tags r:id="rId9"/>
            </p:custDataLst>
          </p:nvPr>
        </p:nvSpPr>
        <p:spPr>
          <a:xfrm>
            <a:off x="8128000" y="1727200"/>
            <a:ext cx="3454400" cy="406400"/>
          </a:xfrm>
          <a:noFill/>
        </p:spPr>
        <p:txBody>
          <a:bodyPr lIns="0" tIns="0" rIns="0" bIns="0" anchor="t">
            <a:normAutofit/>
          </a:bodyPr>
          <a:lstStyle>
            <a:lvl1pPr marL="0" indent="0" algn="ctr">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6" name="装饰  5"/>
          <p:cNvSpPr>
            <a:spLocks noGrp="1"/>
          </p:cNvSpPr>
          <p:nvPr>
            <p:ph type="body" idx="16394" hasCustomPrompt="1"/>
            <p:custDataLst>
              <p:tags r:id="rId10"/>
            </p:custDataLst>
          </p:nvPr>
        </p:nvSpPr>
        <p:spPr>
          <a:xfrm>
            <a:off x="8128000" y="2286000"/>
            <a:ext cx="3454400" cy="3759200"/>
          </a:xfrm>
          <a:custGeom>
            <a:avLst/>
            <a:gdLst>
              <a:gd name="connisteX0" fmla="*/ 0 w 3454400"/>
              <a:gd name="connsiteY0" fmla="*/ 203200 h 3759200"/>
              <a:gd name="connisteX1" fmla="*/ 203200 w 3454400"/>
              <a:gd name="connsiteY1" fmla="*/ 0 h 3759200"/>
              <a:gd name="connisteX2" fmla="*/ 3251200 w 3454400"/>
              <a:gd name="connsiteY2" fmla="*/ 0 h 3759200"/>
              <a:gd name="connisteX3" fmla="*/ 3454400 w 3454400"/>
              <a:gd name="connsiteY3" fmla="*/ 203200 h 3759200"/>
              <a:gd name="connisteX4" fmla="*/ 3454400 w 3454400"/>
              <a:gd name="connsiteY4" fmla="*/ 3556000 h 3759200"/>
              <a:gd name="connisteX5" fmla="*/ 3251200 w 3454400"/>
              <a:gd name="connsiteY5" fmla="*/ 3759200 h 3759200"/>
              <a:gd name="connisteX6" fmla="*/ 203200 w 3454400"/>
              <a:gd name="connsiteY6" fmla="*/ 3759200 h 3759200"/>
              <a:gd name="connisteX7" fmla="*/ 0 w 3454400"/>
              <a:gd name="connsiteY7" fmla="*/ 3556000 h 3759200"/>
              <a:gd name="connisteX8" fmla="*/ 0 w 3454400"/>
              <a:gd name="connsiteY8" fmla="*/ 203200 h 3759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3454400" h="3759200">
                <a:moveTo>
                  <a:pt x="0" y="203200"/>
                </a:moveTo>
                <a:cubicBezTo>
                  <a:pt x="0" y="90976"/>
                  <a:pt x="90976" y="0"/>
                  <a:pt x="203200" y="0"/>
                </a:cubicBezTo>
                <a:lnTo>
                  <a:pt x="3251200" y="0"/>
                </a:lnTo>
                <a:cubicBezTo>
                  <a:pt x="3363424" y="0"/>
                  <a:pt x="3454400" y="90976"/>
                  <a:pt x="3454400" y="203200"/>
                </a:cubicBezTo>
                <a:lnTo>
                  <a:pt x="3454400" y="3556000"/>
                </a:lnTo>
                <a:cubicBezTo>
                  <a:pt x="3454400" y="3668224"/>
                  <a:pt x="3363424" y="3759200"/>
                  <a:pt x="3251200" y="3759200"/>
                </a:cubicBezTo>
                <a:lnTo>
                  <a:pt x="203200" y="3759200"/>
                </a:lnTo>
                <a:cubicBezTo>
                  <a:pt x="90976" y="3759200"/>
                  <a:pt x="0" y="3668224"/>
                  <a:pt x="0" y="3556000"/>
                </a:cubicBezTo>
                <a:lnTo>
                  <a:pt x="0" y="20320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r>
              <a:rPr lang="zh-CN" altLang="en-US" smtClean="0"/>
              <a:t> </a:t>
            </a:r>
            <a:endParaRPr lang="zh-CN" altLang="en-US" smtClean="0"/>
          </a:p>
        </p:txBody>
      </p:sp>
      <p:sp>
        <p:nvSpPr>
          <p:cNvPr id="17" name="文本占位符 16"/>
          <p:cNvSpPr>
            <a:spLocks noGrp="1"/>
          </p:cNvSpPr>
          <p:nvPr>
            <p:ph type="body" idx="16391" hasCustomPrompt="1"/>
            <p:custDataLst>
              <p:tags r:id="rId11"/>
            </p:custDataLst>
          </p:nvPr>
        </p:nvSpPr>
        <p:spPr>
          <a:xfrm>
            <a:off x="8432800" y="2946400"/>
            <a:ext cx="2844800" cy="24384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overrideClrMapping bg1="lt1" tx1="dk1" bg2="lt2" tx2="dk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正文页-34_30">
    <p:bg>
      <p:bgRef idx="1001">
        <a:schemeClr val="bg1"/>
      </p:bgRef>
    </p:bg>
    <p:spTree>
      <p:nvGrpSpPr>
        <p:cNvPr id="1" name=""/>
        <p:cNvGrpSpPr/>
        <p:nvPr/>
      </p:nvGrpSpPr>
      <p:grpSpPr>
        <a:xfrm>
          <a:off x="0" y="0"/>
          <a:ext cx="0" cy="0"/>
          <a:chOff x="0" y="0"/>
          <a:chExt cx="0" cy="0"/>
        </a:xfrm>
      </p:grpSpPr>
      <p:sp>
        <p:nvSpPr>
          <p:cNvPr id="7" name="标题 6"/>
          <p:cNvSpPr>
            <a:spLocks noGrp="1"/>
          </p:cNvSpPr>
          <p:nvPr>
            <p:ph type="ctrTitle" idx="16385" hasCustomPrompt="1"/>
            <p:custDataLst>
              <p:tags r:id="rId2"/>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pPr lvl="0"/>
            <a:r>
              <a:t>单击此处添加标题</a:t>
            </a:r>
          </a:p>
        </p:txBody>
      </p:sp>
      <p:sp>
        <p:nvSpPr>
          <p:cNvPr id="8" name="图片占位符 7"/>
          <p:cNvSpPr>
            <a:spLocks noGrp="1"/>
          </p:cNvSpPr>
          <p:nvPr>
            <p:ph type="pic" idx="16394" hasCustomPrompt="1"/>
            <p:custDataLst>
              <p:tags r:id="rId3"/>
            </p:custDataLst>
          </p:nvPr>
        </p:nvSpPr>
        <p:spPr>
          <a:xfrm>
            <a:off x="990600" y="1752600"/>
            <a:ext cx="1524000" cy="1524000"/>
          </a:xfrm>
          <a:custGeom>
            <a:avLst/>
            <a:gdLst>
              <a:gd name="connisteX0" fmla="*/ 0 w 1524000"/>
              <a:gd name="connsiteY0" fmla="*/ 762000 h 1524000"/>
              <a:gd name="connisteX1" fmla="*/ 762000 w 1524000"/>
              <a:gd name="connsiteY1" fmla="*/ 0 h 1524000"/>
              <a:gd name="connisteX2" fmla="*/ 762000 w 1524000"/>
              <a:gd name="connsiteY2" fmla="*/ 0 h 1524000"/>
              <a:gd name="connisteX3" fmla="*/ 1524000 w 1524000"/>
              <a:gd name="connsiteY3" fmla="*/ 762000 h 1524000"/>
              <a:gd name="connisteX4" fmla="*/ 1524000 w 1524000"/>
              <a:gd name="connsiteY4" fmla="*/ 762000 h 1524000"/>
              <a:gd name="connisteX5" fmla="*/ 762000 w 1524000"/>
              <a:gd name="connsiteY5" fmla="*/ 1524000 h 1524000"/>
              <a:gd name="connisteX6" fmla="*/ 762000 w 1524000"/>
              <a:gd name="connsiteY6" fmla="*/ 1524000 h 1524000"/>
              <a:gd name="connisteX7" fmla="*/ 0 w 1524000"/>
              <a:gd name="connsiteY7" fmla="*/ 762000 h 1524000"/>
              <a:gd name="connisteX8" fmla="*/ 0 w 1524000"/>
              <a:gd name="connsiteY8" fmla="*/ 762000 h 1524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524000" h="1524000">
                <a:moveTo>
                  <a:pt x="0" y="762000"/>
                </a:moveTo>
                <a:cubicBezTo>
                  <a:pt x="0" y="341159"/>
                  <a:pt x="341159" y="0"/>
                  <a:pt x="762000" y="0"/>
                </a:cubicBezTo>
                <a:lnTo>
                  <a:pt x="762000" y="0"/>
                </a:lnTo>
                <a:cubicBezTo>
                  <a:pt x="1182841" y="0"/>
                  <a:pt x="1524000" y="341159"/>
                  <a:pt x="1524000" y="762000"/>
                </a:cubicBezTo>
                <a:lnTo>
                  <a:pt x="1524000" y="762000"/>
                </a:lnTo>
                <a:cubicBezTo>
                  <a:pt x="1524000" y="1182841"/>
                  <a:pt x="1182841" y="1524000"/>
                  <a:pt x="762000" y="1524000"/>
                </a:cubicBezTo>
                <a:lnTo>
                  <a:pt x="762000" y="1524000"/>
                </a:lnTo>
                <a:cubicBezTo>
                  <a:pt x="341159" y="1524000"/>
                  <a:pt x="0" y="1182841"/>
                  <a:pt x="0" y="762000"/>
                </a:cubicBezTo>
                <a:lnTo>
                  <a:pt x="0" y="7620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9" name="文本占位符 8"/>
          <p:cNvSpPr>
            <a:spLocks noGrp="1"/>
          </p:cNvSpPr>
          <p:nvPr>
            <p:ph type="body" idx="16386" hasCustomPrompt="1"/>
            <p:custDataLst>
              <p:tags r:id="rId4"/>
            </p:custDataLst>
          </p:nvPr>
        </p:nvSpPr>
        <p:spPr>
          <a:xfrm>
            <a:off x="609600" y="3632200"/>
            <a:ext cx="2286000" cy="406400"/>
          </a:xfrm>
          <a:noFill/>
        </p:spPr>
        <p:txBody>
          <a:bodyPr lIns="0" tIns="0" rIns="0" bIns="0" anchor="t">
            <a:normAutofit/>
          </a:bodyPr>
          <a:lstStyle>
            <a:lvl1pPr marL="0" indent="0" algn="ctr">
              <a:lnSpc>
                <a:spcPct val="111000"/>
              </a:lnSpc>
              <a:spcBef>
                <a:spcPct val="0"/>
              </a:spcBef>
              <a:spcAft>
                <a:spcPct val="0"/>
              </a:spcAft>
              <a:buNone/>
              <a:defRPr sz="2400" b="0" spc="0">
                <a:solidFill>
                  <a:schemeClr val="tx1"/>
                </a:solidFill>
              </a:defRPr>
            </a:lvl1pPr>
          </a:lstStyle>
          <a:p>
            <a:pPr lvl="0"/>
            <a:r>
              <a:rPr lang="zh-CN" altLang="en-US" smtClean="0"/>
              <a:t>项标题</a:t>
            </a:r>
            <a:endParaRPr lang="zh-CN" altLang="en-US" smtClean="0"/>
          </a:p>
        </p:txBody>
      </p:sp>
      <p:sp>
        <p:nvSpPr>
          <p:cNvPr id="10" name="文本占位符 9"/>
          <p:cNvSpPr>
            <a:spLocks noGrp="1"/>
          </p:cNvSpPr>
          <p:nvPr>
            <p:ph type="body" idx="16387" hasCustomPrompt="1"/>
            <p:custDataLst>
              <p:tags r:id="rId5"/>
            </p:custDataLst>
          </p:nvPr>
        </p:nvSpPr>
        <p:spPr>
          <a:xfrm>
            <a:off x="609600" y="4191000"/>
            <a:ext cx="2286000" cy="1828800"/>
          </a:xfrm>
          <a:noFill/>
        </p:spPr>
        <p:txBody>
          <a:bodyPr lIns="0" tIns="0" rIns="0" bIns="0" anchor="t">
            <a:normAutofit/>
          </a:bodyPr>
          <a:lstStyle>
            <a:lvl1pPr marL="0" indent="0" algn="ctr">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1" name="图片占位符 10"/>
          <p:cNvSpPr>
            <a:spLocks noGrp="1"/>
          </p:cNvSpPr>
          <p:nvPr>
            <p:ph type="pic" idx="16395" hasCustomPrompt="1"/>
            <p:custDataLst>
              <p:tags r:id="rId6"/>
            </p:custDataLst>
          </p:nvPr>
        </p:nvSpPr>
        <p:spPr>
          <a:xfrm>
            <a:off x="3886200" y="1752600"/>
            <a:ext cx="1524000" cy="1524000"/>
          </a:xfrm>
          <a:custGeom>
            <a:avLst/>
            <a:gdLst>
              <a:gd name="connisteX0" fmla="*/ 0 w 1524000"/>
              <a:gd name="connsiteY0" fmla="*/ 762000 h 1524000"/>
              <a:gd name="connisteX1" fmla="*/ 762000 w 1524000"/>
              <a:gd name="connsiteY1" fmla="*/ 0 h 1524000"/>
              <a:gd name="connisteX2" fmla="*/ 762000 w 1524000"/>
              <a:gd name="connsiteY2" fmla="*/ 0 h 1524000"/>
              <a:gd name="connisteX3" fmla="*/ 1524000 w 1524000"/>
              <a:gd name="connsiteY3" fmla="*/ 762000 h 1524000"/>
              <a:gd name="connisteX4" fmla="*/ 1524000 w 1524000"/>
              <a:gd name="connsiteY4" fmla="*/ 762000 h 1524000"/>
              <a:gd name="connisteX5" fmla="*/ 762000 w 1524000"/>
              <a:gd name="connsiteY5" fmla="*/ 1524000 h 1524000"/>
              <a:gd name="connisteX6" fmla="*/ 762000 w 1524000"/>
              <a:gd name="connsiteY6" fmla="*/ 1524000 h 1524000"/>
              <a:gd name="connisteX7" fmla="*/ 0 w 1524000"/>
              <a:gd name="connsiteY7" fmla="*/ 762000 h 1524000"/>
              <a:gd name="connisteX8" fmla="*/ 0 w 1524000"/>
              <a:gd name="connsiteY8" fmla="*/ 762000 h 1524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524000" h="1524000">
                <a:moveTo>
                  <a:pt x="0" y="762000"/>
                </a:moveTo>
                <a:cubicBezTo>
                  <a:pt x="0" y="341159"/>
                  <a:pt x="341159" y="0"/>
                  <a:pt x="762000" y="0"/>
                </a:cubicBezTo>
                <a:lnTo>
                  <a:pt x="762000" y="0"/>
                </a:lnTo>
                <a:cubicBezTo>
                  <a:pt x="1182841" y="0"/>
                  <a:pt x="1524000" y="341159"/>
                  <a:pt x="1524000" y="762000"/>
                </a:cubicBezTo>
                <a:lnTo>
                  <a:pt x="1524000" y="762000"/>
                </a:lnTo>
                <a:cubicBezTo>
                  <a:pt x="1524000" y="1182841"/>
                  <a:pt x="1182841" y="1524000"/>
                  <a:pt x="762000" y="1524000"/>
                </a:cubicBezTo>
                <a:lnTo>
                  <a:pt x="762000" y="1524000"/>
                </a:lnTo>
                <a:cubicBezTo>
                  <a:pt x="341159" y="1524000"/>
                  <a:pt x="0" y="1182841"/>
                  <a:pt x="0" y="762000"/>
                </a:cubicBezTo>
                <a:lnTo>
                  <a:pt x="0" y="7620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12" name="文本占位符 11"/>
          <p:cNvSpPr>
            <a:spLocks noGrp="1"/>
          </p:cNvSpPr>
          <p:nvPr>
            <p:ph type="body" idx="16388" hasCustomPrompt="1"/>
            <p:custDataLst>
              <p:tags r:id="rId7"/>
            </p:custDataLst>
          </p:nvPr>
        </p:nvSpPr>
        <p:spPr>
          <a:xfrm>
            <a:off x="3505200" y="3632200"/>
            <a:ext cx="2286000" cy="406400"/>
          </a:xfrm>
          <a:noFill/>
        </p:spPr>
        <p:txBody>
          <a:bodyPr lIns="0" tIns="0" rIns="0" bIns="0" anchor="t">
            <a:normAutofit/>
          </a:bodyPr>
          <a:lstStyle>
            <a:lvl1pPr marL="0" indent="0" algn="ctr">
              <a:lnSpc>
                <a:spcPct val="111000"/>
              </a:lnSpc>
              <a:spcBef>
                <a:spcPct val="0"/>
              </a:spcBef>
              <a:spcAft>
                <a:spcPct val="0"/>
              </a:spcAft>
              <a:buNone/>
              <a:defRPr sz="2400" b="0" spc="0">
                <a:solidFill>
                  <a:schemeClr val="tx1"/>
                </a:solidFill>
              </a:defRPr>
            </a:lvl1pPr>
          </a:lstStyle>
          <a:p>
            <a:pPr lvl="0"/>
            <a:r>
              <a:rPr lang="zh-CN" altLang="en-US" smtClean="0"/>
              <a:t>项标题</a:t>
            </a:r>
            <a:endParaRPr lang="zh-CN" altLang="en-US" smtClean="0"/>
          </a:p>
        </p:txBody>
      </p:sp>
      <p:sp>
        <p:nvSpPr>
          <p:cNvPr id="13" name="文本占位符 12"/>
          <p:cNvSpPr>
            <a:spLocks noGrp="1"/>
          </p:cNvSpPr>
          <p:nvPr>
            <p:ph type="body" idx="16389" hasCustomPrompt="1"/>
            <p:custDataLst>
              <p:tags r:id="rId8"/>
            </p:custDataLst>
          </p:nvPr>
        </p:nvSpPr>
        <p:spPr>
          <a:xfrm>
            <a:off x="3505200" y="4191000"/>
            <a:ext cx="2286000" cy="1828800"/>
          </a:xfrm>
          <a:noFill/>
        </p:spPr>
        <p:txBody>
          <a:bodyPr lIns="0" tIns="0" rIns="0" bIns="0" anchor="t">
            <a:normAutofit/>
          </a:bodyPr>
          <a:lstStyle>
            <a:lvl1pPr marL="0" indent="0" algn="ctr">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5" name="图片占位符 14"/>
          <p:cNvSpPr>
            <a:spLocks noGrp="1"/>
          </p:cNvSpPr>
          <p:nvPr>
            <p:ph type="pic" idx="16396" hasCustomPrompt="1"/>
            <p:custDataLst>
              <p:tags r:id="rId9"/>
            </p:custDataLst>
          </p:nvPr>
        </p:nvSpPr>
        <p:spPr>
          <a:xfrm>
            <a:off x="6781800" y="1752600"/>
            <a:ext cx="1524000" cy="1524000"/>
          </a:xfrm>
          <a:custGeom>
            <a:avLst/>
            <a:gdLst>
              <a:gd name="connisteX0" fmla="*/ 0 w 1524000"/>
              <a:gd name="connsiteY0" fmla="*/ 762000 h 1524000"/>
              <a:gd name="connisteX1" fmla="*/ 762000 w 1524000"/>
              <a:gd name="connsiteY1" fmla="*/ 0 h 1524000"/>
              <a:gd name="connisteX2" fmla="*/ 762000 w 1524000"/>
              <a:gd name="connsiteY2" fmla="*/ 0 h 1524000"/>
              <a:gd name="connisteX3" fmla="*/ 1524000 w 1524000"/>
              <a:gd name="connsiteY3" fmla="*/ 762000 h 1524000"/>
              <a:gd name="connisteX4" fmla="*/ 1524000 w 1524000"/>
              <a:gd name="connsiteY4" fmla="*/ 762000 h 1524000"/>
              <a:gd name="connisteX5" fmla="*/ 762000 w 1524000"/>
              <a:gd name="connsiteY5" fmla="*/ 1524000 h 1524000"/>
              <a:gd name="connisteX6" fmla="*/ 762000 w 1524000"/>
              <a:gd name="connsiteY6" fmla="*/ 1524000 h 1524000"/>
              <a:gd name="connisteX7" fmla="*/ 0 w 1524000"/>
              <a:gd name="connsiteY7" fmla="*/ 762000 h 1524000"/>
              <a:gd name="connisteX8" fmla="*/ 0 w 1524000"/>
              <a:gd name="connsiteY8" fmla="*/ 762000 h 1524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524000" h="1524000">
                <a:moveTo>
                  <a:pt x="0" y="762000"/>
                </a:moveTo>
                <a:cubicBezTo>
                  <a:pt x="0" y="341159"/>
                  <a:pt x="341159" y="0"/>
                  <a:pt x="762000" y="0"/>
                </a:cubicBezTo>
                <a:lnTo>
                  <a:pt x="762000" y="0"/>
                </a:lnTo>
                <a:cubicBezTo>
                  <a:pt x="1182841" y="0"/>
                  <a:pt x="1524000" y="341159"/>
                  <a:pt x="1524000" y="762000"/>
                </a:cubicBezTo>
                <a:lnTo>
                  <a:pt x="1524000" y="762000"/>
                </a:lnTo>
                <a:cubicBezTo>
                  <a:pt x="1524000" y="1182841"/>
                  <a:pt x="1182841" y="1524000"/>
                  <a:pt x="762000" y="1524000"/>
                </a:cubicBezTo>
                <a:lnTo>
                  <a:pt x="762000" y="1524000"/>
                </a:lnTo>
                <a:cubicBezTo>
                  <a:pt x="341159" y="1524000"/>
                  <a:pt x="0" y="1182841"/>
                  <a:pt x="0" y="762000"/>
                </a:cubicBezTo>
                <a:lnTo>
                  <a:pt x="0" y="7620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16" name="文本占位符 15"/>
          <p:cNvSpPr>
            <a:spLocks noGrp="1"/>
          </p:cNvSpPr>
          <p:nvPr>
            <p:ph type="body" idx="16390" hasCustomPrompt="1"/>
            <p:custDataLst>
              <p:tags r:id="rId10"/>
            </p:custDataLst>
          </p:nvPr>
        </p:nvSpPr>
        <p:spPr>
          <a:xfrm>
            <a:off x="6400800" y="3632200"/>
            <a:ext cx="2286000" cy="406400"/>
          </a:xfrm>
          <a:noFill/>
        </p:spPr>
        <p:txBody>
          <a:bodyPr lIns="0" tIns="0" rIns="0" bIns="0" anchor="t">
            <a:normAutofit/>
          </a:bodyPr>
          <a:lstStyle>
            <a:lvl1pPr marL="0" indent="0" algn="ctr">
              <a:lnSpc>
                <a:spcPct val="111000"/>
              </a:lnSpc>
              <a:spcBef>
                <a:spcPct val="0"/>
              </a:spcBef>
              <a:spcAft>
                <a:spcPct val="0"/>
              </a:spcAft>
              <a:buNone/>
              <a:defRPr sz="2400" b="0" spc="0">
                <a:solidFill>
                  <a:schemeClr val="tx1"/>
                </a:solidFill>
              </a:defRPr>
            </a:lvl1pPr>
          </a:lstStyle>
          <a:p>
            <a:pPr lvl="0"/>
            <a:r>
              <a:rPr lang="zh-CN" altLang="en-US" smtClean="0"/>
              <a:t>项标题</a:t>
            </a:r>
            <a:endParaRPr lang="zh-CN" altLang="en-US" smtClean="0"/>
          </a:p>
        </p:txBody>
      </p:sp>
      <p:sp>
        <p:nvSpPr>
          <p:cNvPr id="17" name="文本占位符 16"/>
          <p:cNvSpPr>
            <a:spLocks noGrp="1"/>
          </p:cNvSpPr>
          <p:nvPr>
            <p:ph type="body" idx="16391" hasCustomPrompt="1"/>
            <p:custDataLst>
              <p:tags r:id="rId11"/>
            </p:custDataLst>
          </p:nvPr>
        </p:nvSpPr>
        <p:spPr>
          <a:xfrm>
            <a:off x="6400800" y="4191000"/>
            <a:ext cx="2286000" cy="1828800"/>
          </a:xfrm>
          <a:noFill/>
        </p:spPr>
        <p:txBody>
          <a:bodyPr lIns="0" tIns="0" rIns="0" bIns="0" anchor="t">
            <a:normAutofit/>
          </a:bodyPr>
          <a:lstStyle>
            <a:lvl1pPr marL="0" indent="0" algn="ctr">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8" name="图片占位符 17"/>
          <p:cNvSpPr>
            <a:spLocks noGrp="1"/>
          </p:cNvSpPr>
          <p:nvPr>
            <p:ph type="pic" idx="16397" hasCustomPrompt="1"/>
            <p:custDataLst>
              <p:tags r:id="rId12"/>
            </p:custDataLst>
          </p:nvPr>
        </p:nvSpPr>
        <p:spPr>
          <a:xfrm>
            <a:off x="9677400" y="1752600"/>
            <a:ext cx="1524000" cy="1524000"/>
          </a:xfrm>
          <a:custGeom>
            <a:avLst/>
            <a:gdLst>
              <a:gd name="connisteX0" fmla="*/ 0 w 1524000"/>
              <a:gd name="connsiteY0" fmla="*/ 762000 h 1524000"/>
              <a:gd name="connisteX1" fmla="*/ 762000 w 1524000"/>
              <a:gd name="connsiteY1" fmla="*/ 0 h 1524000"/>
              <a:gd name="connisteX2" fmla="*/ 762000 w 1524000"/>
              <a:gd name="connsiteY2" fmla="*/ 0 h 1524000"/>
              <a:gd name="connisteX3" fmla="*/ 1524000 w 1524000"/>
              <a:gd name="connsiteY3" fmla="*/ 762000 h 1524000"/>
              <a:gd name="connisteX4" fmla="*/ 1524000 w 1524000"/>
              <a:gd name="connsiteY4" fmla="*/ 762000 h 1524000"/>
              <a:gd name="connisteX5" fmla="*/ 762000 w 1524000"/>
              <a:gd name="connsiteY5" fmla="*/ 1524000 h 1524000"/>
              <a:gd name="connisteX6" fmla="*/ 762000 w 1524000"/>
              <a:gd name="connsiteY6" fmla="*/ 1524000 h 1524000"/>
              <a:gd name="connisteX7" fmla="*/ 0 w 1524000"/>
              <a:gd name="connsiteY7" fmla="*/ 762000 h 1524000"/>
              <a:gd name="connisteX8" fmla="*/ 0 w 1524000"/>
              <a:gd name="connsiteY8" fmla="*/ 762000 h 1524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524000" h="1524000">
                <a:moveTo>
                  <a:pt x="0" y="762000"/>
                </a:moveTo>
                <a:cubicBezTo>
                  <a:pt x="0" y="341159"/>
                  <a:pt x="341159" y="0"/>
                  <a:pt x="762000" y="0"/>
                </a:cubicBezTo>
                <a:lnTo>
                  <a:pt x="762000" y="0"/>
                </a:lnTo>
                <a:cubicBezTo>
                  <a:pt x="1182841" y="0"/>
                  <a:pt x="1524000" y="341159"/>
                  <a:pt x="1524000" y="762000"/>
                </a:cubicBezTo>
                <a:lnTo>
                  <a:pt x="1524000" y="762000"/>
                </a:lnTo>
                <a:cubicBezTo>
                  <a:pt x="1524000" y="1182841"/>
                  <a:pt x="1182841" y="1524000"/>
                  <a:pt x="762000" y="1524000"/>
                </a:cubicBezTo>
                <a:lnTo>
                  <a:pt x="762000" y="1524000"/>
                </a:lnTo>
                <a:cubicBezTo>
                  <a:pt x="341159" y="1524000"/>
                  <a:pt x="0" y="1182841"/>
                  <a:pt x="0" y="762000"/>
                </a:cubicBezTo>
                <a:lnTo>
                  <a:pt x="0" y="7620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19" name="文本占位符 18"/>
          <p:cNvSpPr>
            <a:spLocks noGrp="1"/>
          </p:cNvSpPr>
          <p:nvPr>
            <p:ph type="body" idx="16392" hasCustomPrompt="1"/>
            <p:custDataLst>
              <p:tags r:id="rId13"/>
            </p:custDataLst>
          </p:nvPr>
        </p:nvSpPr>
        <p:spPr>
          <a:xfrm>
            <a:off x="9296400" y="3632200"/>
            <a:ext cx="2286000" cy="406400"/>
          </a:xfrm>
          <a:noFill/>
        </p:spPr>
        <p:txBody>
          <a:bodyPr lIns="0" tIns="0" rIns="0" bIns="0" anchor="t">
            <a:normAutofit/>
          </a:bodyPr>
          <a:lstStyle>
            <a:lvl1pPr marL="0" indent="0" algn="ctr">
              <a:lnSpc>
                <a:spcPct val="111000"/>
              </a:lnSpc>
              <a:spcBef>
                <a:spcPct val="0"/>
              </a:spcBef>
              <a:spcAft>
                <a:spcPct val="0"/>
              </a:spcAft>
              <a:buNone/>
              <a:defRPr sz="2400" b="0" spc="0">
                <a:solidFill>
                  <a:schemeClr val="tx1"/>
                </a:solidFill>
              </a:defRPr>
            </a:lvl1pPr>
          </a:lstStyle>
          <a:p>
            <a:pPr lvl="0"/>
            <a:r>
              <a:rPr lang="zh-CN" altLang="en-US" smtClean="0"/>
              <a:t>项标题</a:t>
            </a:r>
            <a:endParaRPr lang="zh-CN" altLang="en-US" smtClean="0"/>
          </a:p>
        </p:txBody>
      </p:sp>
      <p:sp>
        <p:nvSpPr>
          <p:cNvPr id="20" name="文本占位符 19"/>
          <p:cNvSpPr>
            <a:spLocks noGrp="1"/>
          </p:cNvSpPr>
          <p:nvPr>
            <p:ph type="body" idx="16393" hasCustomPrompt="1"/>
            <p:custDataLst>
              <p:tags r:id="rId14"/>
            </p:custDataLst>
          </p:nvPr>
        </p:nvSpPr>
        <p:spPr>
          <a:xfrm>
            <a:off x="9296400" y="4191000"/>
            <a:ext cx="2286000" cy="1828800"/>
          </a:xfrm>
          <a:noFill/>
        </p:spPr>
        <p:txBody>
          <a:bodyPr lIns="0" tIns="0" rIns="0" bIns="0" anchor="t">
            <a:normAutofit/>
          </a:bodyPr>
          <a:lstStyle>
            <a:lvl1pPr marL="0" indent="0" algn="ctr">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正文页-59_16">
    <p:bg>
      <p:bgRef idx="1001">
        <a:schemeClr val="bg1"/>
      </p:bgRef>
    </p:bg>
    <p:spTree>
      <p:nvGrpSpPr>
        <p:cNvPr id="1" name=""/>
        <p:cNvGrpSpPr/>
        <p:nvPr/>
      </p:nvGrpSpPr>
      <p:grpSpPr>
        <a:xfrm>
          <a:off x="0" y="0"/>
          <a:ext cx="0" cy="0"/>
          <a:chOff x="0" y="0"/>
          <a:chExt cx="0" cy="0"/>
        </a:xfrm>
      </p:grpSpPr>
      <p:sp>
        <p:nvSpPr>
          <p:cNvPr id="7" name="标题 6"/>
          <p:cNvSpPr>
            <a:spLocks noGrp="1"/>
          </p:cNvSpPr>
          <p:nvPr>
            <p:ph type="ctrTitle" idx="16385" hasCustomPrompt="1"/>
            <p:custDataLst>
              <p:tags r:id="rId2"/>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pPr lvl="0"/>
            <a:r>
              <a:rPr lang="zh-CN" altLang="en-US"/>
              <a:t>单击此处添加标题</a:t>
            </a:r>
            <a:endParaRPr lang="zh-CN" altLang="en-US"/>
          </a:p>
        </p:txBody>
      </p:sp>
      <p:sp>
        <p:nvSpPr>
          <p:cNvPr id="8" name="内容占位符 7"/>
          <p:cNvSpPr>
            <a:spLocks noGrp="1"/>
          </p:cNvSpPr>
          <p:nvPr>
            <p:ph idx="16392" hasCustomPrompt="1"/>
            <p:custDataLst>
              <p:tags r:id="rId3"/>
            </p:custDataLst>
          </p:nvPr>
        </p:nvSpPr>
        <p:spPr>
          <a:xfrm>
            <a:off x="609600" y="3708400"/>
            <a:ext cx="10972800" cy="2540000"/>
          </a:xfrm>
          <a:custGeom>
            <a:avLst/>
            <a:gdLst>
              <a:gd name="connisteX0" fmla="*/ 0 w 10972800"/>
              <a:gd name="connsiteY0" fmla="*/ 203200 h 2540000"/>
              <a:gd name="connisteX1" fmla="*/ 203200 w 10972800"/>
              <a:gd name="connsiteY1" fmla="*/ 0 h 2540000"/>
              <a:gd name="connisteX2" fmla="*/ 10769600 w 10972800"/>
              <a:gd name="connsiteY2" fmla="*/ 0 h 2540000"/>
              <a:gd name="connisteX3" fmla="*/ 10972800 w 10972800"/>
              <a:gd name="connsiteY3" fmla="*/ 203200 h 2540000"/>
              <a:gd name="connisteX4" fmla="*/ 10972800 w 10972800"/>
              <a:gd name="connsiteY4" fmla="*/ 2336800 h 2540000"/>
              <a:gd name="connisteX5" fmla="*/ 10769600 w 10972800"/>
              <a:gd name="connsiteY5" fmla="*/ 2540000 h 2540000"/>
              <a:gd name="connisteX6" fmla="*/ 203200 w 10972800"/>
              <a:gd name="connsiteY6" fmla="*/ 2540000 h 2540000"/>
              <a:gd name="connisteX7" fmla="*/ 0 w 10972800"/>
              <a:gd name="connsiteY7" fmla="*/ 2336800 h 2540000"/>
              <a:gd name="connisteX8" fmla="*/ 0 w 10972800"/>
              <a:gd name="connsiteY8" fmla="*/ 203200 h 2540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0972800" h="2540000">
                <a:moveTo>
                  <a:pt x="0" y="203200"/>
                </a:moveTo>
                <a:cubicBezTo>
                  <a:pt x="0" y="90976"/>
                  <a:pt x="90976" y="0"/>
                  <a:pt x="203200" y="0"/>
                </a:cubicBezTo>
                <a:lnTo>
                  <a:pt x="10769600" y="0"/>
                </a:lnTo>
                <a:cubicBezTo>
                  <a:pt x="10881824" y="0"/>
                  <a:pt x="10972800" y="90976"/>
                  <a:pt x="10972800" y="203200"/>
                </a:cubicBezTo>
                <a:lnTo>
                  <a:pt x="10972800" y="2336800"/>
                </a:lnTo>
                <a:cubicBezTo>
                  <a:pt x="10972800" y="2449024"/>
                  <a:pt x="10881824" y="2540000"/>
                  <a:pt x="10769600" y="2540000"/>
                </a:cubicBezTo>
                <a:lnTo>
                  <a:pt x="203200" y="2540000"/>
                </a:lnTo>
                <a:cubicBezTo>
                  <a:pt x="90976" y="2540000"/>
                  <a:pt x="0" y="2449024"/>
                  <a:pt x="0" y="2336800"/>
                </a:cubicBezTo>
                <a:lnTo>
                  <a:pt x="0" y="203200"/>
                </a:lnTo>
                <a:close/>
              </a:path>
            </a:pathLst>
          </a:custGeom>
          <a:solidFill>
            <a:srgbClr val="DDDDDD"/>
          </a:solidFill>
          <a:ln>
            <a:noFill/>
          </a:ln>
        </p:spPr>
        <p:txBody>
          <a:bodyPr>
            <a:normAutofit/>
          </a:bodyPr>
          <a:lstStyle>
            <a:lvl1pPr marL="0" indent="0">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9" name="装饰  8"/>
          <p:cNvSpPr>
            <a:spLocks noGrp="1"/>
          </p:cNvSpPr>
          <p:nvPr>
            <p:ph type="body" idx="16393" hasCustomPrompt="1"/>
            <p:custDataLst>
              <p:tags r:id="rId4"/>
            </p:custDataLst>
          </p:nvPr>
        </p:nvSpPr>
        <p:spPr>
          <a:xfrm>
            <a:off x="609600" y="1524000"/>
            <a:ext cx="50800" cy="1727200"/>
          </a:xfrm>
          <a:custGeom>
            <a:avLst/>
            <a:gdLst>
              <a:gd name="connisteX0" fmla="*/ 0 w 50800"/>
              <a:gd name="connsiteY0" fmla="*/ 25400 h 1727200"/>
              <a:gd name="connisteX1" fmla="*/ 25400 w 50800"/>
              <a:gd name="connsiteY1" fmla="*/ 0 h 1727200"/>
              <a:gd name="connisteX2" fmla="*/ 25400 w 50800"/>
              <a:gd name="connsiteY2" fmla="*/ 0 h 1727200"/>
              <a:gd name="connisteX3" fmla="*/ 50800 w 50800"/>
              <a:gd name="connsiteY3" fmla="*/ 25400 h 1727200"/>
              <a:gd name="connisteX4" fmla="*/ 50800 w 50800"/>
              <a:gd name="connsiteY4" fmla="*/ 1701800 h 1727200"/>
              <a:gd name="connisteX5" fmla="*/ 25400 w 50800"/>
              <a:gd name="connsiteY5" fmla="*/ 1727200 h 1727200"/>
              <a:gd name="connisteX6" fmla="*/ 25400 w 50800"/>
              <a:gd name="connsiteY6" fmla="*/ 1727200 h 1727200"/>
              <a:gd name="connisteX7" fmla="*/ 0 w 50800"/>
              <a:gd name="connsiteY7" fmla="*/ 1701800 h 1727200"/>
              <a:gd name="connisteX8" fmla="*/ 0 w 50800"/>
              <a:gd name="connsiteY8" fmla="*/ 25400 h 1727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0800" h="1727200">
                <a:moveTo>
                  <a:pt x="0" y="25400"/>
                </a:moveTo>
                <a:cubicBezTo>
                  <a:pt x="0" y="11372"/>
                  <a:pt x="11372" y="0"/>
                  <a:pt x="25400" y="0"/>
                </a:cubicBezTo>
                <a:lnTo>
                  <a:pt x="25400" y="0"/>
                </a:lnTo>
                <a:cubicBezTo>
                  <a:pt x="39428" y="0"/>
                  <a:pt x="50800" y="11372"/>
                  <a:pt x="50800" y="25400"/>
                </a:cubicBezTo>
                <a:lnTo>
                  <a:pt x="50800" y="1701800"/>
                </a:lnTo>
                <a:cubicBezTo>
                  <a:pt x="50800" y="1715828"/>
                  <a:pt x="39428" y="1727200"/>
                  <a:pt x="25400" y="1727200"/>
                </a:cubicBezTo>
                <a:lnTo>
                  <a:pt x="25400" y="1727200"/>
                </a:lnTo>
                <a:cubicBezTo>
                  <a:pt x="11372" y="1727200"/>
                  <a:pt x="0" y="1715828"/>
                  <a:pt x="0" y="1701800"/>
                </a:cubicBezTo>
                <a:lnTo>
                  <a:pt x="0" y="25400"/>
                </a:lnTo>
                <a:close/>
              </a:path>
            </a:pathLst>
          </a:custGeom>
          <a:solidFill>
            <a:schemeClr val="accent1"/>
          </a:soli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0" name="文本占位符 9"/>
          <p:cNvSpPr>
            <a:spLocks noGrp="1"/>
          </p:cNvSpPr>
          <p:nvPr>
            <p:ph type="body" idx="16386" hasCustomPrompt="1"/>
            <p:custDataLst>
              <p:tags r:id="rId5"/>
            </p:custDataLst>
          </p:nvPr>
        </p:nvSpPr>
        <p:spPr>
          <a:xfrm>
            <a:off x="762000" y="1524000"/>
            <a:ext cx="30988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1" name="文本占位符 10"/>
          <p:cNvSpPr>
            <a:spLocks noGrp="1"/>
          </p:cNvSpPr>
          <p:nvPr>
            <p:ph type="body" idx="16387" hasCustomPrompt="1"/>
            <p:custDataLst>
              <p:tags r:id="rId6"/>
            </p:custDataLst>
          </p:nvPr>
        </p:nvSpPr>
        <p:spPr>
          <a:xfrm>
            <a:off x="762000" y="2032000"/>
            <a:ext cx="30988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2" name="装饰  1"/>
          <p:cNvSpPr>
            <a:spLocks noGrp="1"/>
          </p:cNvSpPr>
          <p:nvPr>
            <p:ph type="body" idx="16394" hasCustomPrompt="1"/>
            <p:custDataLst>
              <p:tags r:id="rId7"/>
            </p:custDataLst>
          </p:nvPr>
        </p:nvSpPr>
        <p:spPr>
          <a:xfrm>
            <a:off x="4470400" y="1524000"/>
            <a:ext cx="50800" cy="1727200"/>
          </a:xfrm>
          <a:custGeom>
            <a:avLst/>
            <a:gdLst>
              <a:gd name="connisteX0" fmla="*/ 0 w 50800"/>
              <a:gd name="connsiteY0" fmla="*/ 25400 h 1727200"/>
              <a:gd name="connisteX1" fmla="*/ 25400 w 50800"/>
              <a:gd name="connsiteY1" fmla="*/ 0 h 1727200"/>
              <a:gd name="connisteX2" fmla="*/ 25400 w 50800"/>
              <a:gd name="connsiteY2" fmla="*/ 0 h 1727200"/>
              <a:gd name="connisteX3" fmla="*/ 50800 w 50800"/>
              <a:gd name="connsiteY3" fmla="*/ 25400 h 1727200"/>
              <a:gd name="connisteX4" fmla="*/ 50800 w 50800"/>
              <a:gd name="connsiteY4" fmla="*/ 1701800 h 1727200"/>
              <a:gd name="connisteX5" fmla="*/ 25400 w 50800"/>
              <a:gd name="connsiteY5" fmla="*/ 1727200 h 1727200"/>
              <a:gd name="connisteX6" fmla="*/ 25400 w 50800"/>
              <a:gd name="connsiteY6" fmla="*/ 1727200 h 1727200"/>
              <a:gd name="connisteX7" fmla="*/ 0 w 50800"/>
              <a:gd name="connsiteY7" fmla="*/ 1701800 h 1727200"/>
              <a:gd name="connisteX8" fmla="*/ 0 w 50800"/>
              <a:gd name="connsiteY8" fmla="*/ 25400 h 1727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0800" h="1727200">
                <a:moveTo>
                  <a:pt x="0" y="25400"/>
                </a:moveTo>
                <a:cubicBezTo>
                  <a:pt x="0" y="11372"/>
                  <a:pt x="11372" y="0"/>
                  <a:pt x="25400" y="0"/>
                </a:cubicBezTo>
                <a:lnTo>
                  <a:pt x="25400" y="0"/>
                </a:lnTo>
                <a:cubicBezTo>
                  <a:pt x="39428" y="0"/>
                  <a:pt x="50800" y="11372"/>
                  <a:pt x="50800" y="25400"/>
                </a:cubicBezTo>
                <a:lnTo>
                  <a:pt x="50800" y="1701800"/>
                </a:lnTo>
                <a:cubicBezTo>
                  <a:pt x="50800" y="1715828"/>
                  <a:pt x="39428" y="1727200"/>
                  <a:pt x="25400" y="1727200"/>
                </a:cubicBezTo>
                <a:lnTo>
                  <a:pt x="25400" y="1727200"/>
                </a:lnTo>
                <a:cubicBezTo>
                  <a:pt x="11372" y="1727200"/>
                  <a:pt x="0" y="1715828"/>
                  <a:pt x="0" y="1701800"/>
                </a:cubicBezTo>
                <a:lnTo>
                  <a:pt x="0" y="25400"/>
                </a:lnTo>
                <a:close/>
              </a:path>
            </a:pathLst>
          </a:custGeom>
          <a:solidFill>
            <a:schemeClr val="accent1"/>
          </a:soli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3" name="文本占位符 12"/>
          <p:cNvSpPr>
            <a:spLocks noGrp="1"/>
          </p:cNvSpPr>
          <p:nvPr>
            <p:ph type="body" idx="16388" hasCustomPrompt="1"/>
            <p:custDataLst>
              <p:tags r:id="rId8"/>
            </p:custDataLst>
          </p:nvPr>
        </p:nvSpPr>
        <p:spPr>
          <a:xfrm>
            <a:off x="4622800" y="1524000"/>
            <a:ext cx="30988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5" name="文本占位符 14"/>
          <p:cNvSpPr>
            <a:spLocks noGrp="1"/>
          </p:cNvSpPr>
          <p:nvPr>
            <p:ph type="body" idx="16389" hasCustomPrompt="1"/>
            <p:custDataLst>
              <p:tags r:id="rId9"/>
            </p:custDataLst>
          </p:nvPr>
        </p:nvSpPr>
        <p:spPr>
          <a:xfrm>
            <a:off x="4622800" y="2032000"/>
            <a:ext cx="30988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6" name="装饰  5"/>
          <p:cNvSpPr>
            <a:spLocks noGrp="1"/>
          </p:cNvSpPr>
          <p:nvPr>
            <p:ph type="body" idx="16395" hasCustomPrompt="1"/>
            <p:custDataLst>
              <p:tags r:id="rId10"/>
            </p:custDataLst>
          </p:nvPr>
        </p:nvSpPr>
        <p:spPr>
          <a:xfrm>
            <a:off x="8331200" y="1524000"/>
            <a:ext cx="50800" cy="1727200"/>
          </a:xfrm>
          <a:custGeom>
            <a:avLst/>
            <a:gdLst>
              <a:gd name="connisteX0" fmla="*/ 0 w 50800"/>
              <a:gd name="connsiteY0" fmla="*/ 25400 h 1727200"/>
              <a:gd name="connisteX1" fmla="*/ 25400 w 50800"/>
              <a:gd name="connsiteY1" fmla="*/ 0 h 1727200"/>
              <a:gd name="connisteX2" fmla="*/ 25400 w 50800"/>
              <a:gd name="connsiteY2" fmla="*/ 0 h 1727200"/>
              <a:gd name="connisteX3" fmla="*/ 50800 w 50800"/>
              <a:gd name="connsiteY3" fmla="*/ 25400 h 1727200"/>
              <a:gd name="connisteX4" fmla="*/ 50800 w 50800"/>
              <a:gd name="connsiteY4" fmla="*/ 1701800 h 1727200"/>
              <a:gd name="connisteX5" fmla="*/ 25400 w 50800"/>
              <a:gd name="connsiteY5" fmla="*/ 1727200 h 1727200"/>
              <a:gd name="connisteX6" fmla="*/ 25400 w 50800"/>
              <a:gd name="connsiteY6" fmla="*/ 1727200 h 1727200"/>
              <a:gd name="connisteX7" fmla="*/ 0 w 50800"/>
              <a:gd name="connsiteY7" fmla="*/ 1701800 h 1727200"/>
              <a:gd name="connisteX8" fmla="*/ 0 w 50800"/>
              <a:gd name="connsiteY8" fmla="*/ 25400 h 1727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0800" h="1727200">
                <a:moveTo>
                  <a:pt x="0" y="25400"/>
                </a:moveTo>
                <a:cubicBezTo>
                  <a:pt x="0" y="11372"/>
                  <a:pt x="11372" y="0"/>
                  <a:pt x="25400" y="0"/>
                </a:cubicBezTo>
                <a:lnTo>
                  <a:pt x="25400" y="0"/>
                </a:lnTo>
                <a:cubicBezTo>
                  <a:pt x="39428" y="0"/>
                  <a:pt x="50800" y="11372"/>
                  <a:pt x="50800" y="25400"/>
                </a:cubicBezTo>
                <a:lnTo>
                  <a:pt x="50800" y="1701800"/>
                </a:lnTo>
                <a:cubicBezTo>
                  <a:pt x="50800" y="1715828"/>
                  <a:pt x="39428" y="1727200"/>
                  <a:pt x="25400" y="1727200"/>
                </a:cubicBezTo>
                <a:lnTo>
                  <a:pt x="25400" y="1727200"/>
                </a:lnTo>
                <a:cubicBezTo>
                  <a:pt x="11372" y="1727200"/>
                  <a:pt x="0" y="1715828"/>
                  <a:pt x="0" y="1701800"/>
                </a:cubicBezTo>
                <a:lnTo>
                  <a:pt x="0" y="25400"/>
                </a:lnTo>
                <a:close/>
              </a:path>
            </a:pathLst>
          </a:custGeom>
          <a:solidFill>
            <a:schemeClr val="accent1"/>
          </a:soli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7" name="文本占位符 16"/>
          <p:cNvSpPr>
            <a:spLocks noGrp="1"/>
          </p:cNvSpPr>
          <p:nvPr>
            <p:ph type="body" idx="16390" hasCustomPrompt="1"/>
            <p:custDataLst>
              <p:tags r:id="rId11"/>
            </p:custDataLst>
          </p:nvPr>
        </p:nvSpPr>
        <p:spPr>
          <a:xfrm>
            <a:off x="8483600" y="1524000"/>
            <a:ext cx="30988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8" name="文本占位符 17"/>
          <p:cNvSpPr>
            <a:spLocks noGrp="1"/>
          </p:cNvSpPr>
          <p:nvPr>
            <p:ph type="body" idx="16391" hasCustomPrompt="1"/>
            <p:custDataLst>
              <p:tags r:id="rId12"/>
            </p:custDataLst>
          </p:nvPr>
        </p:nvSpPr>
        <p:spPr>
          <a:xfrm>
            <a:off x="8483600" y="2032000"/>
            <a:ext cx="30988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overrideClrMapping bg1="lt1" tx1="dk1" bg2="lt2" tx2="dk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正文页-57_18">
    <p:bg>
      <p:bgRef idx="1001">
        <a:schemeClr val="bg1"/>
      </p:bgRef>
    </p:bg>
    <p:spTree>
      <p:nvGrpSpPr>
        <p:cNvPr id="1" name=""/>
        <p:cNvGrpSpPr/>
        <p:nvPr/>
      </p:nvGrpSpPr>
      <p:grpSpPr>
        <a:xfrm>
          <a:off x="0" y="0"/>
          <a:ext cx="0" cy="0"/>
          <a:chOff x="0" y="0"/>
          <a:chExt cx="0" cy="0"/>
        </a:xfrm>
      </p:grpSpPr>
      <p:sp>
        <p:nvSpPr>
          <p:cNvPr id="7" name="标题 6"/>
          <p:cNvSpPr>
            <a:spLocks noGrp="1"/>
          </p:cNvSpPr>
          <p:nvPr>
            <p:ph type="ctrTitle" idx="16385" hasCustomPrompt="1"/>
            <p:custDataLst>
              <p:tags r:id="rId2"/>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pPr lvl="0"/>
            <a:r>
              <a:t>单击此处添加标题</a:t>
            </a:r>
          </a:p>
        </p:txBody>
      </p:sp>
      <p:sp>
        <p:nvSpPr>
          <p:cNvPr id="8" name="装饰  7"/>
          <p:cNvSpPr>
            <a:spLocks noGrp="1"/>
          </p:cNvSpPr>
          <p:nvPr>
            <p:ph type="body" idx="16392" hasCustomPrompt="1"/>
            <p:custDataLst>
              <p:tags r:id="rId3"/>
            </p:custDataLst>
          </p:nvPr>
        </p:nvSpPr>
        <p:spPr>
          <a:xfrm>
            <a:off x="609600" y="3251200"/>
            <a:ext cx="3454400" cy="2997200"/>
          </a:xfrm>
          <a:custGeom>
            <a:avLst/>
            <a:gdLst>
              <a:gd name="connisteX0" fmla="*/ 0 w 3454400"/>
              <a:gd name="connsiteY0" fmla="*/ 0 h 2997200"/>
              <a:gd name="connisteX1" fmla="*/ 3454400 w 3454400"/>
              <a:gd name="connsiteY1" fmla="*/ 0 h 2997200"/>
              <a:gd name="connisteX2" fmla="*/ 3454400 w 3454400"/>
              <a:gd name="connsiteY2" fmla="*/ 2794000 h 2997200"/>
              <a:gd name="connisteX3" fmla="*/ 3251200 w 3454400"/>
              <a:gd name="connsiteY3" fmla="*/ 2997200 h 2997200"/>
              <a:gd name="connisteX4" fmla="*/ 203200 w 3454400"/>
              <a:gd name="connsiteY4" fmla="*/ 2997200 h 2997200"/>
              <a:gd name="connisteX5" fmla="*/ 0 w 3454400"/>
              <a:gd name="connsiteY5" fmla="*/ 2794000 h 2997200"/>
              <a:gd name="connisteX6" fmla="*/ 0 w 3454400"/>
              <a:gd name="connsiteY6" fmla="*/ 0 h 2997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3454400" h="2997200">
                <a:moveTo>
                  <a:pt x="0" y="0"/>
                </a:moveTo>
                <a:lnTo>
                  <a:pt x="3454400" y="0"/>
                </a:lnTo>
                <a:lnTo>
                  <a:pt x="3454400" y="2794000"/>
                </a:lnTo>
                <a:cubicBezTo>
                  <a:pt x="3454400" y="2906224"/>
                  <a:pt x="3363424" y="2997200"/>
                  <a:pt x="3251200" y="2997200"/>
                </a:cubicBezTo>
                <a:lnTo>
                  <a:pt x="203200" y="2997200"/>
                </a:lnTo>
                <a:cubicBezTo>
                  <a:pt x="90976" y="2997200"/>
                  <a:pt x="0" y="2906224"/>
                  <a:pt x="0" y="2794000"/>
                </a:cubicBezTo>
                <a:lnTo>
                  <a:pt x="0" y="0"/>
                </a:lnTo>
                <a:close/>
              </a:path>
            </a:pathLst>
          </a:custGeom>
          <a:solidFill>
            <a:schemeClr val="accent1"/>
          </a:soli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9" name="图片占位符 8"/>
          <p:cNvSpPr>
            <a:spLocks noGrp="1"/>
          </p:cNvSpPr>
          <p:nvPr>
            <p:ph type="pic" idx="16393" hasCustomPrompt="1"/>
            <p:custDataLst>
              <p:tags r:id="rId4"/>
            </p:custDataLst>
          </p:nvPr>
        </p:nvSpPr>
        <p:spPr>
          <a:xfrm>
            <a:off x="609600" y="1524000"/>
            <a:ext cx="3454400" cy="1727200"/>
          </a:xfrm>
          <a:custGeom>
            <a:avLst/>
            <a:gdLst>
              <a:gd name="connisteX0" fmla="*/ 0 w 3454400"/>
              <a:gd name="connsiteY0" fmla="*/ 203200 h 1727200"/>
              <a:gd name="connisteX1" fmla="*/ 203200 w 3454400"/>
              <a:gd name="connsiteY1" fmla="*/ 0 h 1727200"/>
              <a:gd name="connisteX2" fmla="*/ 3251200 w 3454400"/>
              <a:gd name="connsiteY2" fmla="*/ 0 h 1727200"/>
              <a:gd name="connisteX3" fmla="*/ 3454400 w 3454400"/>
              <a:gd name="connsiteY3" fmla="*/ 203200 h 1727200"/>
              <a:gd name="connisteX4" fmla="*/ 3454400 w 3454400"/>
              <a:gd name="connsiteY4" fmla="*/ 1727200 h 1727200"/>
              <a:gd name="connisteX5" fmla="*/ 0 w 3454400"/>
              <a:gd name="connsiteY5" fmla="*/ 1727200 h 1727200"/>
              <a:gd name="connisteX6" fmla="*/ 0 w 3454400"/>
              <a:gd name="connsiteY6" fmla="*/ 203200 h 1727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3454400" h="1727200">
                <a:moveTo>
                  <a:pt x="0" y="203200"/>
                </a:moveTo>
                <a:cubicBezTo>
                  <a:pt x="0" y="90976"/>
                  <a:pt x="90976" y="0"/>
                  <a:pt x="203200" y="0"/>
                </a:cubicBezTo>
                <a:lnTo>
                  <a:pt x="3251200" y="0"/>
                </a:lnTo>
                <a:cubicBezTo>
                  <a:pt x="3363424" y="0"/>
                  <a:pt x="3454400" y="90976"/>
                  <a:pt x="3454400" y="203200"/>
                </a:cubicBezTo>
                <a:lnTo>
                  <a:pt x="3454400" y="1727200"/>
                </a:lnTo>
                <a:lnTo>
                  <a:pt x="0" y="1727200"/>
                </a:lnTo>
                <a:lnTo>
                  <a:pt x="0" y="203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10" name="文本占位符 9"/>
          <p:cNvSpPr>
            <a:spLocks noGrp="1"/>
          </p:cNvSpPr>
          <p:nvPr>
            <p:ph type="body" idx="16386" hasCustomPrompt="1"/>
            <p:custDataLst>
              <p:tags r:id="rId5"/>
            </p:custDataLst>
          </p:nvPr>
        </p:nvSpPr>
        <p:spPr>
          <a:xfrm>
            <a:off x="914400" y="3556000"/>
            <a:ext cx="2844800" cy="406400"/>
          </a:xfrm>
          <a:noFill/>
        </p:spPr>
        <p:txBody>
          <a:bodyPr lIns="0" tIns="0" rIns="0" bIns="0" anchor="t">
            <a:normAutofit/>
          </a:bodyPr>
          <a:lstStyle>
            <a:lvl1pPr marL="0" indent="0" algn="l">
              <a:lnSpc>
                <a:spcPct val="111000"/>
              </a:lnSpc>
              <a:spcBef>
                <a:spcPct val="0"/>
              </a:spcBef>
              <a:spcAft>
                <a:spcPct val="0"/>
              </a:spcAft>
              <a:buNone/>
              <a:defRPr sz="2400" b="0" spc="0">
                <a:solidFill>
                  <a:srgbClr val="FFFFFF"/>
                </a:solidFill>
              </a:defRPr>
            </a:lvl1pPr>
          </a:lstStyle>
          <a:p>
            <a:pPr lvl="0"/>
            <a:r>
              <a:rPr lang="zh-CN" altLang="en-US" smtClean="0"/>
              <a:t>项标题</a:t>
            </a:r>
            <a:endParaRPr lang="zh-CN" altLang="en-US" smtClean="0"/>
          </a:p>
        </p:txBody>
      </p:sp>
      <p:sp>
        <p:nvSpPr>
          <p:cNvPr id="11" name="文本占位符 10"/>
          <p:cNvSpPr>
            <a:spLocks noGrp="1"/>
          </p:cNvSpPr>
          <p:nvPr>
            <p:ph type="body" idx="16387" hasCustomPrompt="1"/>
            <p:custDataLst>
              <p:tags r:id="rId6"/>
            </p:custDataLst>
          </p:nvPr>
        </p:nvSpPr>
        <p:spPr>
          <a:xfrm>
            <a:off x="914400" y="4114800"/>
            <a:ext cx="2844800" cy="1828800"/>
          </a:xfrm>
          <a:noFill/>
        </p:spPr>
        <p:txBody>
          <a:bodyPr lIns="0" tIns="0" rIns="0" bIns="0" anchor="t">
            <a:normAutofit/>
          </a:bodyPr>
          <a:lstStyle>
            <a:lvl1pPr marL="0" indent="0" algn="l">
              <a:lnSpc>
                <a:spcPct val="125000"/>
              </a:lnSpc>
              <a:spcBef>
                <a:spcPct val="0"/>
              </a:spcBef>
              <a:spcAft>
                <a:spcPct val="0"/>
              </a:spcAft>
              <a:buNone/>
              <a:defRPr sz="1600" b="0" spc="0">
                <a:solidFill>
                  <a:srgbClr val="FFFFFF"/>
                </a:solidFill>
              </a:defRPr>
            </a:lvl1pPr>
          </a:lstStyle>
          <a:p>
            <a:pPr lvl="0"/>
            <a:r>
              <a:rPr lang="zh-CN" altLang="en-US" smtClean="0"/>
              <a:t>单击此处添加项正文</a:t>
            </a:r>
            <a:endParaRPr lang="zh-CN" altLang="en-US" smtClean="0"/>
          </a:p>
        </p:txBody>
      </p:sp>
      <p:sp>
        <p:nvSpPr>
          <p:cNvPr id="12" name="装饰  1"/>
          <p:cNvSpPr>
            <a:spLocks noGrp="1"/>
          </p:cNvSpPr>
          <p:nvPr>
            <p:ph type="body" idx="16394" hasCustomPrompt="1"/>
            <p:custDataLst>
              <p:tags r:id="rId7"/>
            </p:custDataLst>
          </p:nvPr>
        </p:nvSpPr>
        <p:spPr>
          <a:xfrm>
            <a:off x="4368800" y="3251200"/>
            <a:ext cx="3454400" cy="2997200"/>
          </a:xfrm>
          <a:custGeom>
            <a:avLst/>
            <a:gdLst>
              <a:gd name="connisteX0" fmla="*/ 0 w 3454400"/>
              <a:gd name="connsiteY0" fmla="*/ 0 h 2997200"/>
              <a:gd name="connisteX1" fmla="*/ 3454400 w 3454400"/>
              <a:gd name="connsiteY1" fmla="*/ 0 h 2997200"/>
              <a:gd name="connisteX2" fmla="*/ 3454400 w 3454400"/>
              <a:gd name="connsiteY2" fmla="*/ 2794000 h 2997200"/>
              <a:gd name="connisteX3" fmla="*/ 3251200 w 3454400"/>
              <a:gd name="connsiteY3" fmla="*/ 2997200 h 2997200"/>
              <a:gd name="connisteX4" fmla="*/ 203200 w 3454400"/>
              <a:gd name="connsiteY4" fmla="*/ 2997200 h 2997200"/>
              <a:gd name="connisteX5" fmla="*/ 0 w 3454400"/>
              <a:gd name="connsiteY5" fmla="*/ 2794000 h 2997200"/>
              <a:gd name="connisteX6" fmla="*/ 0 w 3454400"/>
              <a:gd name="connsiteY6" fmla="*/ 0 h 2997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3454400" h="2997200">
                <a:moveTo>
                  <a:pt x="0" y="0"/>
                </a:moveTo>
                <a:lnTo>
                  <a:pt x="3454400" y="0"/>
                </a:lnTo>
                <a:lnTo>
                  <a:pt x="3454400" y="2794000"/>
                </a:lnTo>
                <a:cubicBezTo>
                  <a:pt x="3454400" y="2906224"/>
                  <a:pt x="3363424" y="2997200"/>
                  <a:pt x="3251200" y="2997200"/>
                </a:cubicBezTo>
                <a:lnTo>
                  <a:pt x="203200" y="2997200"/>
                </a:lnTo>
                <a:cubicBezTo>
                  <a:pt x="90976" y="2997200"/>
                  <a:pt x="0" y="2906224"/>
                  <a:pt x="0" y="2794000"/>
                </a:cubicBezTo>
                <a:lnTo>
                  <a:pt x="0" y="0"/>
                </a:lnTo>
                <a:close/>
              </a:path>
            </a:pathLst>
          </a:custGeom>
          <a:solidFill>
            <a:schemeClr val="accent1"/>
          </a:soli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3" name="图片占位符 12"/>
          <p:cNvSpPr>
            <a:spLocks noGrp="1"/>
          </p:cNvSpPr>
          <p:nvPr>
            <p:ph type="pic" idx="16395" hasCustomPrompt="1"/>
            <p:custDataLst>
              <p:tags r:id="rId8"/>
            </p:custDataLst>
          </p:nvPr>
        </p:nvSpPr>
        <p:spPr>
          <a:xfrm>
            <a:off x="4368800" y="1524000"/>
            <a:ext cx="3454400" cy="1727200"/>
          </a:xfrm>
          <a:custGeom>
            <a:avLst/>
            <a:gdLst>
              <a:gd name="connisteX0" fmla="*/ 0 w 3454400"/>
              <a:gd name="connsiteY0" fmla="*/ 203200 h 1727200"/>
              <a:gd name="connisteX1" fmla="*/ 203200 w 3454400"/>
              <a:gd name="connsiteY1" fmla="*/ 0 h 1727200"/>
              <a:gd name="connisteX2" fmla="*/ 3251200 w 3454400"/>
              <a:gd name="connsiteY2" fmla="*/ 0 h 1727200"/>
              <a:gd name="connisteX3" fmla="*/ 3454400 w 3454400"/>
              <a:gd name="connsiteY3" fmla="*/ 203200 h 1727200"/>
              <a:gd name="connisteX4" fmla="*/ 3454400 w 3454400"/>
              <a:gd name="connsiteY4" fmla="*/ 1727200 h 1727200"/>
              <a:gd name="connisteX5" fmla="*/ 0 w 3454400"/>
              <a:gd name="connsiteY5" fmla="*/ 1727200 h 1727200"/>
              <a:gd name="connisteX6" fmla="*/ 0 w 3454400"/>
              <a:gd name="connsiteY6" fmla="*/ 203200 h 1727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3454400" h="1727200">
                <a:moveTo>
                  <a:pt x="0" y="203200"/>
                </a:moveTo>
                <a:cubicBezTo>
                  <a:pt x="0" y="90976"/>
                  <a:pt x="90976" y="0"/>
                  <a:pt x="203200" y="0"/>
                </a:cubicBezTo>
                <a:lnTo>
                  <a:pt x="3251200" y="0"/>
                </a:lnTo>
                <a:cubicBezTo>
                  <a:pt x="3363424" y="0"/>
                  <a:pt x="3454400" y="90976"/>
                  <a:pt x="3454400" y="203200"/>
                </a:cubicBezTo>
                <a:lnTo>
                  <a:pt x="3454400" y="1727200"/>
                </a:lnTo>
                <a:lnTo>
                  <a:pt x="0" y="1727200"/>
                </a:lnTo>
                <a:lnTo>
                  <a:pt x="0" y="203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15" name="文本占位符 14"/>
          <p:cNvSpPr>
            <a:spLocks noGrp="1"/>
          </p:cNvSpPr>
          <p:nvPr>
            <p:ph type="body" idx="16388" hasCustomPrompt="1"/>
            <p:custDataLst>
              <p:tags r:id="rId9"/>
            </p:custDataLst>
          </p:nvPr>
        </p:nvSpPr>
        <p:spPr>
          <a:xfrm>
            <a:off x="4673600" y="3556000"/>
            <a:ext cx="2844800" cy="406400"/>
          </a:xfrm>
          <a:noFill/>
        </p:spPr>
        <p:txBody>
          <a:bodyPr lIns="0" tIns="0" rIns="0" bIns="0" anchor="t">
            <a:normAutofit/>
          </a:bodyPr>
          <a:lstStyle>
            <a:lvl1pPr marL="0" indent="0" algn="l">
              <a:lnSpc>
                <a:spcPct val="111000"/>
              </a:lnSpc>
              <a:spcBef>
                <a:spcPct val="0"/>
              </a:spcBef>
              <a:spcAft>
                <a:spcPct val="0"/>
              </a:spcAft>
              <a:buNone/>
              <a:defRPr sz="2400" b="0" spc="0">
                <a:solidFill>
                  <a:srgbClr val="FFFFFF"/>
                </a:solidFill>
              </a:defRPr>
            </a:lvl1pPr>
          </a:lstStyle>
          <a:p>
            <a:pPr lvl="0"/>
            <a:r>
              <a:rPr lang="zh-CN" altLang="en-US" smtClean="0"/>
              <a:t>项标题</a:t>
            </a:r>
            <a:endParaRPr lang="zh-CN" altLang="en-US" smtClean="0"/>
          </a:p>
        </p:txBody>
      </p:sp>
      <p:sp>
        <p:nvSpPr>
          <p:cNvPr id="16" name="文本占位符 15"/>
          <p:cNvSpPr>
            <a:spLocks noGrp="1"/>
          </p:cNvSpPr>
          <p:nvPr>
            <p:ph type="body" idx="16389" hasCustomPrompt="1"/>
            <p:custDataLst>
              <p:tags r:id="rId10"/>
            </p:custDataLst>
          </p:nvPr>
        </p:nvSpPr>
        <p:spPr>
          <a:xfrm>
            <a:off x="4673600" y="4114800"/>
            <a:ext cx="2844800" cy="1828800"/>
          </a:xfrm>
          <a:noFill/>
        </p:spPr>
        <p:txBody>
          <a:bodyPr lIns="0" tIns="0" rIns="0" bIns="0" anchor="t">
            <a:normAutofit/>
          </a:bodyPr>
          <a:lstStyle>
            <a:lvl1pPr marL="0" indent="0" algn="l">
              <a:lnSpc>
                <a:spcPct val="125000"/>
              </a:lnSpc>
              <a:spcBef>
                <a:spcPct val="0"/>
              </a:spcBef>
              <a:spcAft>
                <a:spcPct val="0"/>
              </a:spcAft>
              <a:buNone/>
              <a:defRPr sz="1600" b="0" spc="0">
                <a:solidFill>
                  <a:srgbClr val="FFFFFF"/>
                </a:solidFill>
              </a:defRPr>
            </a:lvl1pPr>
          </a:lstStyle>
          <a:p>
            <a:pPr lvl="0"/>
            <a:r>
              <a:rPr lang="zh-CN" altLang="en-US" smtClean="0"/>
              <a:t>单击此处添加项正文</a:t>
            </a:r>
            <a:endParaRPr lang="zh-CN" altLang="en-US" smtClean="0"/>
          </a:p>
        </p:txBody>
      </p:sp>
      <p:sp>
        <p:nvSpPr>
          <p:cNvPr id="17" name="装饰  6"/>
          <p:cNvSpPr>
            <a:spLocks noGrp="1"/>
          </p:cNvSpPr>
          <p:nvPr>
            <p:ph type="body" idx="16396" hasCustomPrompt="1"/>
            <p:custDataLst>
              <p:tags r:id="rId11"/>
            </p:custDataLst>
          </p:nvPr>
        </p:nvSpPr>
        <p:spPr>
          <a:xfrm>
            <a:off x="8128000" y="3251200"/>
            <a:ext cx="3454400" cy="2997200"/>
          </a:xfrm>
          <a:custGeom>
            <a:avLst/>
            <a:gdLst>
              <a:gd name="connisteX0" fmla="*/ 0 w 3454400"/>
              <a:gd name="connsiteY0" fmla="*/ 0 h 2997200"/>
              <a:gd name="connisteX1" fmla="*/ 3454400 w 3454400"/>
              <a:gd name="connsiteY1" fmla="*/ 0 h 2997200"/>
              <a:gd name="connisteX2" fmla="*/ 3454400 w 3454400"/>
              <a:gd name="connsiteY2" fmla="*/ 2794000 h 2997200"/>
              <a:gd name="connisteX3" fmla="*/ 3251200 w 3454400"/>
              <a:gd name="connsiteY3" fmla="*/ 2997200 h 2997200"/>
              <a:gd name="connisteX4" fmla="*/ 203200 w 3454400"/>
              <a:gd name="connsiteY4" fmla="*/ 2997200 h 2997200"/>
              <a:gd name="connisteX5" fmla="*/ 0 w 3454400"/>
              <a:gd name="connsiteY5" fmla="*/ 2794000 h 2997200"/>
              <a:gd name="connisteX6" fmla="*/ 0 w 3454400"/>
              <a:gd name="connsiteY6" fmla="*/ 0 h 2997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3454400" h="2997200">
                <a:moveTo>
                  <a:pt x="0" y="0"/>
                </a:moveTo>
                <a:lnTo>
                  <a:pt x="3454400" y="0"/>
                </a:lnTo>
                <a:lnTo>
                  <a:pt x="3454400" y="2794000"/>
                </a:lnTo>
                <a:cubicBezTo>
                  <a:pt x="3454400" y="2906224"/>
                  <a:pt x="3363424" y="2997200"/>
                  <a:pt x="3251200" y="2997200"/>
                </a:cubicBezTo>
                <a:lnTo>
                  <a:pt x="203200" y="2997200"/>
                </a:lnTo>
                <a:cubicBezTo>
                  <a:pt x="90976" y="2997200"/>
                  <a:pt x="0" y="2906224"/>
                  <a:pt x="0" y="2794000"/>
                </a:cubicBezTo>
                <a:lnTo>
                  <a:pt x="0" y="0"/>
                </a:lnTo>
                <a:close/>
              </a:path>
            </a:pathLst>
          </a:custGeom>
          <a:solidFill>
            <a:schemeClr val="accent1"/>
          </a:soli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8" name="图片占位符 17"/>
          <p:cNvSpPr>
            <a:spLocks noGrp="1"/>
          </p:cNvSpPr>
          <p:nvPr>
            <p:ph type="pic" idx="16397" hasCustomPrompt="1"/>
            <p:custDataLst>
              <p:tags r:id="rId12"/>
            </p:custDataLst>
          </p:nvPr>
        </p:nvSpPr>
        <p:spPr>
          <a:xfrm>
            <a:off x="8128000" y="1524000"/>
            <a:ext cx="3454400" cy="1727200"/>
          </a:xfrm>
          <a:custGeom>
            <a:avLst/>
            <a:gdLst>
              <a:gd name="connisteX0" fmla="*/ 0 w 3454400"/>
              <a:gd name="connsiteY0" fmla="*/ 203200 h 1727200"/>
              <a:gd name="connisteX1" fmla="*/ 203200 w 3454400"/>
              <a:gd name="connsiteY1" fmla="*/ 0 h 1727200"/>
              <a:gd name="connisteX2" fmla="*/ 3251200 w 3454400"/>
              <a:gd name="connsiteY2" fmla="*/ 0 h 1727200"/>
              <a:gd name="connisteX3" fmla="*/ 3454400 w 3454400"/>
              <a:gd name="connsiteY3" fmla="*/ 203200 h 1727200"/>
              <a:gd name="connisteX4" fmla="*/ 3454400 w 3454400"/>
              <a:gd name="connsiteY4" fmla="*/ 1727200 h 1727200"/>
              <a:gd name="connisteX5" fmla="*/ 0 w 3454400"/>
              <a:gd name="connsiteY5" fmla="*/ 1727200 h 1727200"/>
              <a:gd name="connisteX6" fmla="*/ 0 w 3454400"/>
              <a:gd name="connsiteY6" fmla="*/ 203200 h 1727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3454400" h="1727200">
                <a:moveTo>
                  <a:pt x="0" y="203200"/>
                </a:moveTo>
                <a:cubicBezTo>
                  <a:pt x="0" y="90976"/>
                  <a:pt x="90976" y="0"/>
                  <a:pt x="203200" y="0"/>
                </a:cubicBezTo>
                <a:lnTo>
                  <a:pt x="3251200" y="0"/>
                </a:lnTo>
                <a:cubicBezTo>
                  <a:pt x="3363424" y="0"/>
                  <a:pt x="3454400" y="90976"/>
                  <a:pt x="3454400" y="203200"/>
                </a:cubicBezTo>
                <a:lnTo>
                  <a:pt x="3454400" y="1727200"/>
                </a:lnTo>
                <a:lnTo>
                  <a:pt x="0" y="1727200"/>
                </a:lnTo>
                <a:lnTo>
                  <a:pt x="0" y="203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19" name="文本占位符 18"/>
          <p:cNvSpPr>
            <a:spLocks noGrp="1"/>
          </p:cNvSpPr>
          <p:nvPr>
            <p:ph type="body" idx="16390" hasCustomPrompt="1"/>
            <p:custDataLst>
              <p:tags r:id="rId13"/>
            </p:custDataLst>
          </p:nvPr>
        </p:nvSpPr>
        <p:spPr>
          <a:xfrm>
            <a:off x="8432800" y="3556000"/>
            <a:ext cx="2844800" cy="406400"/>
          </a:xfrm>
          <a:noFill/>
        </p:spPr>
        <p:txBody>
          <a:bodyPr lIns="0" tIns="0" rIns="0" bIns="0" anchor="t">
            <a:normAutofit/>
          </a:bodyPr>
          <a:lstStyle>
            <a:lvl1pPr marL="0" indent="0" algn="l">
              <a:lnSpc>
                <a:spcPct val="111000"/>
              </a:lnSpc>
              <a:spcBef>
                <a:spcPct val="0"/>
              </a:spcBef>
              <a:spcAft>
                <a:spcPct val="0"/>
              </a:spcAft>
              <a:buNone/>
              <a:defRPr sz="2400" b="0" spc="0">
                <a:solidFill>
                  <a:srgbClr val="FFFFFF"/>
                </a:solidFill>
              </a:defRPr>
            </a:lvl1pPr>
          </a:lstStyle>
          <a:p>
            <a:pPr lvl="0"/>
            <a:r>
              <a:rPr lang="zh-CN" altLang="en-US" smtClean="0"/>
              <a:t>项标题</a:t>
            </a:r>
            <a:endParaRPr lang="zh-CN" altLang="en-US" smtClean="0"/>
          </a:p>
        </p:txBody>
      </p:sp>
      <p:sp>
        <p:nvSpPr>
          <p:cNvPr id="20" name="文本占位符 19"/>
          <p:cNvSpPr>
            <a:spLocks noGrp="1"/>
          </p:cNvSpPr>
          <p:nvPr>
            <p:ph type="body" idx="16391" hasCustomPrompt="1"/>
            <p:custDataLst>
              <p:tags r:id="rId14"/>
            </p:custDataLst>
          </p:nvPr>
        </p:nvSpPr>
        <p:spPr>
          <a:xfrm>
            <a:off x="8432800" y="4114800"/>
            <a:ext cx="2844800" cy="1828800"/>
          </a:xfrm>
          <a:noFill/>
        </p:spPr>
        <p:txBody>
          <a:bodyPr lIns="0" tIns="0" rIns="0" bIns="0" anchor="t">
            <a:normAutofit/>
          </a:bodyPr>
          <a:lstStyle>
            <a:lvl1pPr marL="0" indent="0" algn="l">
              <a:lnSpc>
                <a:spcPct val="125000"/>
              </a:lnSpc>
              <a:spcBef>
                <a:spcPct val="0"/>
              </a:spcBef>
              <a:spcAft>
                <a:spcPct val="0"/>
              </a:spcAft>
              <a:buNone/>
              <a:defRPr sz="1600" b="0" spc="0">
                <a:solidFill>
                  <a:srgbClr val="FFFFFF"/>
                </a:solidFill>
              </a:defRPr>
            </a:lvl1pPr>
          </a:lstStyle>
          <a:p>
            <a:pPr lvl="0"/>
            <a:r>
              <a:rPr lang="zh-CN" altLang="en-US" smtClean="0"/>
              <a:t>单击此处添加项正文</a:t>
            </a:r>
            <a:endParaRPr lang="zh-CN" altLang="en-US" smtClean="0"/>
          </a:p>
        </p:txBody>
      </p:sp>
    </p:spTree>
  </p:cSld>
  <p:clrMapOvr>
    <a:overrideClrMapping bg1="lt1" tx1="dk1" bg2="lt2" tx2="dk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正文页-10004_16">
    <p:bg>
      <p:bgRef idx="1001">
        <a:schemeClr val="bg1"/>
      </p:bgRef>
    </p:bg>
    <p:spTree>
      <p:nvGrpSpPr>
        <p:cNvPr id="1" name=""/>
        <p:cNvGrpSpPr/>
        <p:nvPr/>
      </p:nvGrpSpPr>
      <p:grpSpPr>
        <a:xfrm>
          <a:off x="0" y="0"/>
          <a:ext cx="0" cy="0"/>
          <a:chOff x="0" y="0"/>
          <a:chExt cx="0" cy="0"/>
        </a:xfrm>
      </p:grpSpPr>
      <p:sp>
        <p:nvSpPr>
          <p:cNvPr id="7" name="标题 6"/>
          <p:cNvSpPr>
            <a:spLocks noGrp="1"/>
          </p:cNvSpPr>
          <p:nvPr>
            <p:ph type="ctrTitle" idx="16385" hasCustomPrompt="1"/>
            <p:custDataLst>
              <p:tags r:id="rId2"/>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pPr lvl="0"/>
            <a:r>
              <a:t>单击此处添加标题</a:t>
            </a:r>
          </a:p>
        </p:txBody>
      </p:sp>
      <p:sp>
        <p:nvSpPr>
          <p:cNvPr id="8" name="装饰  7"/>
          <p:cNvSpPr>
            <a:spLocks noGrp="1"/>
          </p:cNvSpPr>
          <p:nvPr>
            <p:ph type="body" idx="16392" hasCustomPrompt="1"/>
            <p:custDataLst>
              <p:tags r:id="rId3"/>
            </p:custDataLst>
          </p:nvPr>
        </p:nvSpPr>
        <p:spPr>
          <a:xfrm>
            <a:off x="609600" y="1727200"/>
            <a:ext cx="3454400" cy="4318000"/>
          </a:xfrm>
          <a:custGeom>
            <a:avLst/>
            <a:gdLst>
              <a:gd name="connisteX0" fmla="*/ 0 w 3454400"/>
              <a:gd name="connsiteY0" fmla="*/ 203200 h 4318000"/>
              <a:gd name="connisteX1" fmla="*/ 203200 w 3454400"/>
              <a:gd name="connsiteY1" fmla="*/ 0 h 4318000"/>
              <a:gd name="connisteX2" fmla="*/ 3251200 w 3454400"/>
              <a:gd name="connsiteY2" fmla="*/ 0 h 4318000"/>
              <a:gd name="connisteX3" fmla="*/ 3454400 w 3454400"/>
              <a:gd name="connsiteY3" fmla="*/ 203200 h 4318000"/>
              <a:gd name="connisteX4" fmla="*/ 3454400 w 3454400"/>
              <a:gd name="connsiteY4" fmla="*/ 4114800 h 4318000"/>
              <a:gd name="connisteX5" fmla="*/ 3251200 w 3454400"/>
              <a:gd name="connsiteY5" fmla="*/ 4318000 h 4318000"/>
              <a:gd name="connisteX6" fmla="*/ 203200 w 3454400"/>
              <a:gd name="connsiteY6" fmla="*/ 4318000 h 4318000"/>
              <a:gd name="connisteX7" fmla="*/ 0 w 3454400"/>
              <a:gd name="connsiteY7" fmla="*/ 4114800 h 4318000"/>
              <a:gd name="connisteX8" fmla="*/ 0 w 3454400"/>
              <a:gd name="connsiteY8" fmla="*/ 203200 h 4318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3454400" h="4318000">
                <a:moveTo>
                  <a:pt x="0" y="203200"/>
                </a:moveTo>
                <a:cubicBezTo>
                  <a:pt x="0" y="90976"/>
                  <a:pt x="90976" y="0"/>
                  <a:pt x="203200" y="0"/>
                </a:cubicBezTo>
                <a:lnTo>
                  <a:pt x="3251200" y="0"/>
                </a:lnTo>
                <a:cubicBezTo>
                  <a:pt x="3363424" y="0"/>
                  <a:pt x="3454400" y="90976"/>
                  <a:pt x="3454400" y="203200"/>
                </a:cubicBezTo>
                <a:lnTo>
                  <a:pt x="3454400" y="4114800"/>
                </a:lnTo>
                <a:cubicBezTo>
                  <a:pt x="3454400" y="4227024"/>
                  <a:pt x="3363424" y="4318000"/>
                  <a:pt x="3251200" y="4318000"/>
                </a:cubicBezTo>
                <a:lnTo>
                  <a:pt x="203200" y="4318000"/>
                </a:lnTo>
                <a:cubicBezTo>
                  <a:pt x="90976" y="4318000"/>
                  <a:pt x="0" y="4227024"/>
                  <a:pt x="0" y="4114800"/>
                </a:cubicBezTo>
                <a:lnTo>
                  <a:pt x="0" y="20320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9" name="文本占位符 8"/>
          <p:cNvSpPr>
            <a:spLocks noGrp="1"/>
          </p:cNvSpPr>
          <p:nvPr>
            <p:ph type="body" idx="16386" hasCustomPrompt="1"/>
            <p:custDataLst>
              <p:tags r:id="rId4"/>
            </p:custDataLst>
          </p:nvPr>
        </p:nvSpPr>
        <p:spPr>
          <a:xfrm>
            <a:off x="914400" y="2387600"/>
            <a:ext cx="28448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项标题</a:t>
            </a:r>
            <a:endParaRPr lang="zh-CN" altLang="en-US" smtClean="0"/>
          </a:p>
        </p:txBody>
      </p:sp>
      <p:sp>
        <p:nvSpPr>
          <p:cNvPr id="10" name="文本占位符 9"/>
          <p:cNvSpPr>
            <a:spLocks noGrp="1"/>
          </p:cNvSpPr>
          <p:nvPr>
            <p:ph type="body" idx="16387" hasCustomPrompt="1"/>
            <p:custDataLst>
              <p:tags r:id="rId5"/>
            </p:custDataLst>
          </p:nvPr>
        </p:nvSpPr>
        <p:spPr>
          <a:xfrm>
            <a:off x="914400" y="2946400"/>
            <a:ext cx="2844800" cy="24384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1" name="装饰  0"/>
          <p:cNvSpPr>
            <a:spLocks noGrp="1"/>
          </p:cNvSpPr>
          <p:nvPr>
            <p:ph type="body" idx="16393" hasCustomPrompt="1"/>
            <p:custDataLst>
              <p:tags r:id="rId6"/>
            </p:custDataLst>
          </p:nvPr>
        </p:nvSpPr>
        <p:spPr>
          <a:xfrm>
            <a:off x="4368800" y="1727200"/>
            <a:ext cx="3454400" cy="4318000"/>
          </a:xfrm>
          <a:custGeom>
            <a:avLst/>
            <a:gdLst>
              <a:gd name="connisteX0" fmla="*/ 0 w 3454400"/>
              <a:gd name="connsiteY0" fmla="*/ 203200 h 4318000"/>
              <a:gd name="connisteX1" fmla="*/ 203200 w 3454400"/>
              <a:gd name="connsiteY1" fmla="*/ 0 h 4318000"/>
              <a:gd name="connisteX2" fmla="*/ 3251200 w 3454400"/>
              <a:gd name="connsiteY2" fmla="*/ 0 h 4318000"/>
              <a:gd name="connisteX3" fmla="*/ 3454400 w 3454400"/>
              <a:gd name="connsiteY3" fmla="*/ 203200 h 4318000"/>
              <a:gd name="connisteX4" fmla="*/ 3454400 w 3454400"/>
              <a:gd name="connsiteY4" fmla="*/ 4114800 h 4318000"/>
              <a:gd name="connisteX5" fmla="*/ 3251200 w 3454400"/>
              <a:gd name="connsiteY5" fmla="*/ 4318000 h 4318000"/>
              <a:gd name="connisteX6" fmla="*/ 203200 w 3454400"/>
              <a:gd name="connsiteY6" fmla="*/ 4318000 h 4318000"/>
              <a:gd name="connisteX7" fmla="*/ 0 w 3454400"/>
              <a:gd name="connsiteY7" fmla="*/ 4114800 h 4318000"/>
              <a:gd name="connisteX8" fmla="*/ 0 w 3454400"/>
              <a:gd name="connsiteY8" fmla="*/ 203200 h 4318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3454400" h="4318000">
                <a:moveTo>
                  <a:pt x="0" y="203200"/>
                </a:moveTo>
                <a:cubicBezTo>
                  <a:pt x="0" y="90976"/>
                  <a:pt x="90976" y="0"/>
                  <a:pt x="203200" y="0"/>
                </a:cubicBezTo>
                <a:lnTo>
                  <a:pt x="3251200" y="0"/>
                </a:lnTo>
                <a:cubicBezTo>
                  <a:pt x="3363424" y="0"/>
                  <a:pt x="3454400" y="90976"/>
                  <a:pt x="3454400" y="203200"/>
                </a:cubicBezTo>
                <a:lnTo>
                  <a:pt x="3454400" y="4114800"/>
                </a:lnTo>
                <a:cubicBezTo>
                  <a:pt x="3454400" y="4227024"/>
                  <a:pt x="3363424" y="4318000"/>
                  <a:pt x="3251200" y="4318000"/>
                </a:cubicBezTo>
                <a:lnTo>
                  <a:pt x="203200" y="4318000"/>
                </a:lnTo>
                <a:cubicBezTo>
                  <a:pt x="90976" y="4318000"/>
                  <a:pt x="0" y="4227024"/>
                  <a:pt x="0" y="4114800"/>
                </a:cubicBezTo>
                <a:lnTo>
                  <a:pt x="0" y="20320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2" name="文本占位符 11"/>
          <p:cNvSpPr>
            <a:spLocks noGrp="1"/>
          </p:cNvSpPr>
          <p:nvPr>
            <p:ph type="body" idx="16388" hasCustomPrompt="1"/>
            <p:custDataLst>
              <p:tags r:id="rId7"/>
            </p:custDataLst>
          </p:nvPr>
        </p:nvSpPr>
        <p:spPr>
          <a:xfrm>
            <a:off x="4673600" y="2387600"/>
            <a:ext cx="28448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项标题</a:t>
            </a:r>
            <a:endParaRPr lang="zh-CN" altLang="en-US" smtClean="0"/>
          </a:p>
        </p:txBody>
      </p:sp>
      <p:sp>
        <p:nvSpPr>
          <p:cNvPr id="13" name="文本占位符 12"/>
          <p:cNvSpPr>
            <a:spLocks noGrp="1"/>
          </p:cNvSpPr>
          <p:nvPr>
            <p:ph type="body" idx="16389" hasCustomPrompt="1"/>
            <p:custDataLst>
              <p:tags r:id="rId8"/>
            </p:custDataLst>
          </p:nvPr>
        </p:nvSpPr>
        <p:spPr>
          <a:xfrm>
            <a:off x="4673600" y="2946400"/>
            <a:ext cx="2844800" cy="24384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5" name="装饰  4"/>
          <p:cNvSpPr>
            <a:spLocks noGrp="1"/>
          </p:cNvSpPr>
          <p:nvPr>
            <p:ph type="body" idx="16394" hasCustomPrompt="1"/>
            <p:custDataLst>
              <p:tags r:id="rId9"/>
            </p:custDataLst>
          </p:nvPr>
        </p:nvSpPr>
        <p:spPr>
          <a:xfrm>
            <a:off x="8128000" y="1727200"/>
            <a:ext cx="3454400" cy="4318000"/>
          </a:xfrm>
          <a:custGeom>
            <a:avLst/>
            <a:gdLst>
              <a:gd name="connisteX0" fmla="*/ 0 w 3454400"/>
              <a:gd name="connsiteY0" fmla="*/ 203200 h 4318000"/>
              <a:gd name="connisteX1" fmla="*/ 203200 w 3454400"/>
              <a:gd name="connsiteY1" fmla="*/ 0 h 4318000"/>
              <a:gd name="connisteX2" fmla="*/ 3251200 w 3454400"/>
              <a:gd name="connsiteY2" fmla="*/ 0 h 4318000"/>
              <a:gd name="connisteX3" fmla="*/ 3454400 w 3454400"/>
              <a:gd name="connsiteY3" fmla="*/ 203200 h 4318000"/>
              <a:gd name="connisteX4" fmla="*/ 3454400 w 3454400"/>
              <a:gd name="connsiteY4" fmla="*/ 4114800 h 4318000"/>
              <a:gd name="connisteX5" fmla="*/ 3251200 w 3454400"/>
              <a:gd name="connsiteY5" fmla="*/ 4318000 h 4318000"/>
              <a:gd name="connisteX6" fmla="*/ 203200 w 3454400"/>
              <a:gd name="connsiteY6" fmla="*/ 4318000 h 4318000"/>
              <a:gd name="connisteX7" fmla="*/ 0 w 3454400"/>
              <a:gd name="connsiteY7" fmla="*/ 4114800 h 4318000"/>
              <a:gd name="connisteX8" fmla="*/ 0 w 3454400"/>
              <a:gd name="connsiteY8" fmla="*/ 203200 h 4318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3454400" h="4318000">
                <a:moveTo>
                  <a:pt x="0" y="203200"/>
                </a:moveTo>
                <a:cubicBezTo>
                  <a:pt x="0" y="90976"/>
                  <a:pt x="90976" y="0"/>
                  <a:pt x="203200" y="0"/>
                </a:cubicBezTo>
                <a:lnTo>
                  <a:pt x="3251200" y="0"/>
                </a:lnTo>
                <a:cubicBezTo>
                  <a:pt x="3363424" y="0"/>
                  <a:pt x="3454400" y="90976"/>
                  <a:pt x="3454400" y="203200"/>
                </a:cubicBezTo>
                <a:lnTo>
                  <a:pt x="3454400" y="4114800"/>
                </a:lnTo>
                <a:cubicBezTo>
                  <a:pt x="3454400" y="4227024"/>
                  <a:pt x="3363424" y="4318000"/>
                  <a:pt x="3251200" y="4318000"/>
                </a:cubicBezTo>
                <a:lnTo>
                  <a:pt x="203200" y="4318000"/>
                </a:lnTo>
                <a:cubicBezTo>
                  <a:pt x="90976" y="4318000"/>
                  <a:pt x="0" y="4227024"/>
                  <a:pt x="0" y="4114800"/>
                </a:cubicBezTo>
                <a:lnTo>
                  <a:pt x="0" y="20320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6" name="文本占位符 15"/>
          <p:cNvSpPr>
            <a:spLocks noGrp="1"/>
          </p:cNvSpPr>
          <p:nvPr>
            <p:ph type="body" idx="16390" hasCustomPrompt="1"/>
            <p:custDataLst>
              <p:tags r:id="rId10"/>
            </p:custDataLst>
          </p:nvPr>
        </p:nvSpPr>
        <p:spPr>
          <a:xfrm>
            <a:off x="8432800" y="2387600"/>
            <a:ext cx="28448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项标题</a:t>
            </a:r>
            <a:endParaRPr lang="zh-CN" altLang="en-US" smtClean="0"/>
          </a:p>
        </p:txBody>
      </p:sp>
      <p:sp>
        <p:nvSpPr>
          <p:cNvPr id="17" name="文本占位符 16"/>
          <p:cNvSpPr>
            <a:spLocks noGrp="1"/>
          </p:cNvSpPr>
          <p:nvPr>
            <p:ph type="body" idx="16391" hasCustomPrompt="1"/>
            <p:custDataLst>
              <p:tags r:id="rId11"/>
            </p:custDataLst>
          </p:nvPr>
        </p:nvSpPr>
        <p:spPr>
          <a:xfrm>
            <a:off x="8432800" y="2946400"/>
            <a:ext cx="2844800" cy="24384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overrideClrMapping bg1="lt1" tx1="dk1" bg2="lt2" tx2="dk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正文页-2_11">
    <p:bg>
      <p:bgRef idx="1001">
        <a:schemeClr val="bg1"/>
      </p:bgRef>
    </p:bg>
    <p:spTree>
      <p:nvGrpSpPr>
        <p:cNvPr id="1" name=""/>
        <p:cNvGrpSpPr/>
        <p:nvPr/>
      </p:nvGrpSpPr>
      <p:grpSpPr>
        <a:xfrm>
          <a:off x="0" y="0"/>
          <a:ext cx="0" cy="0"/>
          <a:chOff x="0" y="0"/>
          <a:chExt cx="0" cy="0"/>
        </a:xfrm>
      </p:grpSpPr>
      <p:sp>
        <p:nvSpPr>
          <p:cNvPr id="7" name="标题 6"/>
          <p:cNvSpPr>
            <a:spLocks noGrp="1"/>
          </p:cNvSpPr>
          <p:nvPr>
            <p:ph type="ctrTitle" idx="16385" hasCustomPrompt="1"/>
            <p:custDataLst>
              <p:tags r:id="rId2"/>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pPr lvl="0"/>
            <a:r>
              <a:rPr lang="zh-CN" altLang="en-US"/>
              <a:t>单击此处添加标题</a:t>
            </a:r>
            <a:endParaRPr lang="zh-CN" altLang="en-US"/>
          </a:p>
        </p:txBody>
      </p:sp>
      <p:sp>
        <p:nvSpPr>
          <p:cNvPr id="8" name="装饰  7"/>
          <p:cNvSpPr>
            <a:spLocks noGrp="1"/>
          </p:cNvSpPr>
          <p:nvPr>
            <p:ph type="body" idx="16390" hasCustomPrompt="1"/>
            <p:custDataLst>
              <p:tags r:id="rId3"/>
            </p:custDataLst>
          </p:nvPr>
        </p:nvSpPr>
        <p:spPr>
          <a:xfrm>
            <a:off x="4165600" y="1524000"/>
            <a:ext cx="7416800" cy="2209800"/>
          </a:xfrm>
          <a:custGeom>
            <a:avLst/>
            <a:gdLst>
              <a:gd name="connisteX0" fmla="*/ 0 w 7416800"/>
              <a:gd name="connsiteY0" fmla="*/ 0 h 2209800"/>
              <a:gd name="connisteX1" fmla="*/ 7213600 w 7416800"/>
              <a:gd name="connsiteY1" fmla="*/ 0 h 2209800"/>
              <a:gd name="connisteX2" fmla="*/ 7416800 w 7416800"/>
              <a:gd name="connsiteY2" fmla="*/ 203200 h 2209800"/>
              <a:gd name="connisteX3" fmla="*/ 7416800 w 7416800"/>
              <a:gd name="connsiteY3" fmla="*/ 2006600 h 2209800"/>
              <a:gd name="connisteX4" fmla="*/ 7213600 w 7416800"/>
              <a:gd name="connsiteY4" fmla="*/ 2209800 h 2209800"/>
              <a:gd name="connisteX5" fmla="*/ 0 w 7416800"/>
              <a:gd name="connsiteY5" fmla="*/ 2209800 h 2209800"/>
              <a:gd name="connisteX6" fmla="*/ 0 w 7416800"/>
              <a:gd name="connsiteY6" fmla="*/ 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7416800" h="2209800">
                <a:moveTo>
                  <a:pt x="0" y="0"/>
                </a:moveTo>
                <a:lnTo>
                  <a:pt x="7213600" y="0"/>
                </a:lnTo>
                <a:cubicBezTo>
                  <a:pt x="7325824" y="0"/>
                  <a:pt x="7416800" y="90976"/>
                  <a:pt x="7416800" y="203200"/>
                </a:cubicBezTo>
                <a:lnTo>
                  <a:pt x="7416800" y="2006600"/>
                </a:lnTo>
                <a:cubicBezTo>
                  <a:pt x="7416800" y="2118824"/>
                  <a:pt x="7325824" y="2209800"/>
                  <a:pt x="7213600" y="2209800"/>
                </a:cubicBezTo>
                <a:lnTo>
                  <a:pt x="0" y="2209800"/>
                </a:lnTo>
                <a:lnTo>
                  <a:pt x="0" y="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9" name="图片占位符 8"/>
          <p:cNvSpPr>
            <a:spLocks noGrp="1"/>
          </p:cNvSpPr>
          <p:nvPr>
            <p:ph type="pic" idx="16391" hasCustomPrompt="1"/>
            <p:custDataLst>
              <p:tags r:id="rId4"/>
            </p:custDataLst>
          </p:nvPr>
        </p:nvSpPr>
        <p:spPr>
          <a:xfrm>
            <a:off x="609600" y="1524000"/>
            <a:ext cx="3556000" cy="2209800"/>
          </a:xfrm>
          <a:custGeom>
            <a:avLst/>
            <a:gdLst>
              <a:gd name="connisteX0" fmla="*/ 0 w 3556000"/>
              <a:gd name="connsiteY0" fmla="*/ 203200 h 2209800"/>
              <a:gd name="connisteX1" fmla="*/ 203200 w 3556000"/>
              <a:gd name="connsiteY1" fmla="*/ 0 h 2209800"/>
              <a:gd name="connisteX2" fmla="*/ 3556000 w 3556000"/>
              <a:gd name="connsiteY2" fmla="*/ 0 h 2209800"/>
              <a:gd name="connisteX3" fmla="*/ 3556000 w 3556000"/>
              <a:gd name="connsiteY3" fmla="*/ 2209800 h 2209800"/>
              <a:gd name="connisteX4" fmla="*/ 203200 w 3556000"/>
              <a:gd name="connsiteY4" fmla="*/ 2209800 h 2209800"/>
              <a:gd name="connisteX5" fmla="*/ 0 w 3556000"/>
              <a:gd name="connsiteY5" fmla="*/ 2006600 h 2209800"/>
              <a:gd name="connisteX6" fmla="*/ 0 w 3556000"/>
              <a:gd name="connsiteY6" fmla="*/ 20320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3556000" h="2209800">
                <a:moveTo>
                  <a:pt x="0" y="203200"/>
                </a:moveTo>
                <a:cubicBezTo>
                  <a:pt x="0" y="90976"/>
                  <a:pt x="90976" y="0"/>
                  <a:pt x="203200" y="0"/>
                </a:cubicBezTo>
                <a:lnTo>
                  <a:pt x="3556000" y="0"/>
                </a:lnTo>
                <a:lnTo>
                  <a:pt x="3556000" y="2209800"/>
                </a:lnTo>
                <a:lnTo>
                  <a:pt x="203200" y="2209800"/>
                </a:lnTo>
                <a:cubicBezTo>
                  <a:pt x="90976" y="2209800"/>
                  <a:pt x="0" y="2118824"/>
                  <a:pt x="0" y="2006600"/>
                </a:cubicBezTo>
                <a:lnTo>
                  <a:pt x="0" y="203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10" name="文本占位符 9"/>
          <p:cNvSpPr>
            <a:spLocks noGrp="1"/>
          </p:cNvSpPr>
          <p:nvPr>
            <p:ph type="body" idx="16386" hasCustomPrompt="1"/>
            <p:custDataLst>
              <p:tags r:id="rId5"/>
            </p:custDataLst>
          </p:nvPr>
        </p:nvSpPr>
        <p:spPr>
          <a:xfrm>
            <a:off x="4470400" y="1892300"/>
            <a:ext cx="6807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1" name="文本占位符 10"/>
          <p:cNvSpPr>
            <a:spLocks noGrp="1"/>
          </p:cNvSpPr>
          <p:nvPr>
            <p:ph type="body" idx="16387" hasCustomPrompt="1"/>
            <p:custDataLst>
              <p:tags r:id="rId6"/>
            </p:custDataLst>
          </p:nvPr>
        </p:nvSpPr>
        <p:spPr>
          <a:xfrm>
            <a:off x="4470400" y="2451100"/>
            <a:ext cx="6807200" cy="9144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2" name="装饰  1"/>
          <p:cNvSpPr>
            <a:spLocks noGrp="1"/>
          </p:cNvSpPr>
          <p:nvPr>
            <p:ph type="body" idx="16392" hasCustomPrompt="1"/>
            <p:custDataLst>
              <p:tags r:id="rId7"/>
            </p:custDataLst>
          </p:nvPr>
        </p:nvSpPr>
        <p:spPr>
          <a:xfrm>
            <a:off x="4165600" y="4038600"/>
            <a:ext cx="7416800" cy="2209800"/>
          </a:xfrm>
          <a:custGeom>
            <a:avLst/>
            <a:gdLst>
              <a:gd name="connisteX0" fmla="*/ 0 w 7416800"/>
              <a:gd name="connsiteY0" fmla="*/ 0 h 2209800"/>
              <a:gd name="connisteX1" fmla="*/ 7213600 w 7416800"/>
              <a:gd name="connsiteY1" fmla="*/ 0 h 2209800"/>
              <a:gd name="connisteX2" fmla="*/ 7416800 w 7416800"/>
              <a:gd name="connsiteY2" fmla="*/ 203200 h 2209800"/>
              <a:gd name="connisteX3" fmla="*/ 7416800 w 7416800"/>
              <a:gd name="connsiteY3" fmla="*/ 2006600 h 2209800"/>
              <a:gd name="connisteX4" fmla="*/ 7213600 w 7416800"/>
              <a:gd name="connsiteY4" fmla="*/ 2209800 h 2209800"/>
              <a:gd name="connisteX5" fmla="*/ 0 w 7416800"/>
              <a:gd name="connsiteY5" fmla="*/ 2209800 h 2209800"/>
              <a:gd name="connisteX6" fmla="*/ 0 w 7416800"/>
              <a:gd name="connsiteY6" fmla="*/ 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7416800" h="2209800">
                <a:moveTo>
                  <a:pt x="0" y="0"/>
                </a:moveTo>
                <a:lnTo>
                  <a:pt x="7213600" y="0"/>
                </a:lnTo>
                <a:cubicBezTo>
                  <a:pt x="7325824" y="0"/>
                  <a:pt x="7416800" y="90976"/>
                  <a:pt x="7416800" y="203200"/>
                </a:cubicBezTo>
                <a:lnTo>
                  <a:pt x="7416800" y="2006600"/>
                </a:lnTo>
                <a:cubicBezTo>
                  <a:pt x="7416800" y="2118824"/>
                  <a:pt x="7325824" y="2209800"/>
                  <a:pt x="7213600" y="2209800"/>
                </a:cubicBezTo>
                <a:lnTo>
                  <a:pt x="0" y="2209800"/>
                </a:lnTo>
                <a:lnTo>
                  <a:pt x="0" y="0"/>
                </a:lnTo>
                <a:close/>
              </a:path>
            </a:pathLst>
          </a:custGeom>
          <a:solidFill>
            <a:schemeClr val="accent1"/>
          </a:soli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3" name="图片占位符 12"/>
          <p:cNvSpPr>
            <a:spLocks noGrp="1"/>
          </p:cNvSpPr>
          <p:nvPr>
            <p:ph type="pic" idx="16393" hasCustomPrompt="1"/>
            <p:custDataLst>
              <p:tags r:id="rId8"/>
            </p:custDataLst>
          </p:nvPr>
        </p:nvSpPr>
        <p:spPr>
          <a:xfrm>
            <a:off x="609600" y="4038600"/>
            <a:ext cx="3556000" cy="2209800"/>
          </a:xfrm>
          <a:custGeom>
            <a:avLst/>
            <a:gdLst>
              <a:gd name="connisteX0" fmla="*/ 0 w 3556000"/>
              <a:gd name="connsiteY0" fmla="*/ 203200 h 2209800"/>
              <a:gd name="connisteX1" fmla="*/ 203200 w 3556000"/>
              <a:gd name="connsiteY1" fmla="*/ 0 h 2209800"/>
              <a:gd name="connisteX2" fmla="*/ 3556000 w 3556000"/>
              <a:gd name="connsiteY2" fmla="*/ 0 h 2209800"/>
              <a:gd name="connisteX3" fmla="*/ 3556000 w 3556000"/>
              <a:gd name="connsiteY3" fmla="*/ 2209800 h 2209800"/>
              <a:gd name="connisteX4" fmla="*/ 203200 w 3556000"/>
              <a:gd name="connsiteY4" fmla="*/ 2209800 h 2209800"/>
              <a:gd name="connisteX5" fmla="*/ 0 w 3556000"/>
              <a:gd name="connsiteY5" fmla="*/ 2006600 h 2209800"/>
              <a:gd name="connisteX6" fmla="*/ 0 w 3556000"/>
              <a:gd name="connsiteY6" fmla="*/ 20320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3556000" h="2209800">
                <a:moveTo>
                  <a:pt x="0" y="203200"/>
                </a:moveTo>
                <a:cubicBezTo>
                  <a:pt x="0" y="90976"/>
                  <a:pt x="90976" y="0"/>
                  <a:pt x="203200" y="0"/>
                </a:cubicBezTo>
                <a:lnTo>
                  <a:pt x="3556000" y="0"/>
                </a:lnTo>
                <a:lnTo>
                  <a:pt x="3556000" y="2209800"/>
                </a:lnTo>
                <a:lnTo>
                  <a:pt x="203200" y="2209800"/>
                </a:lnTo>
                <a:cubicBezTo>
                  <a:pt x="90976" y="2209800"/>
                  <a:pt x="0" y="2118824"/>
                  <a:pt x="0" y="2006600"/>
                </a:cubicBezTo>
                <a:lnTo>
                  <a:pt x="0" y="203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15" name="文本占位符 14"/>
          <p:cNvSpPr>
            <a:spLocks noGrp="1"/>
          </p:cNvSpPr>
          <p:nvPr>
            <p:ph type="body" idx="16388" hasCustomPrompt="1"/>
            <p:custDataLst>
              <p:tags r:id="rId9"/>
            </p:custDataLst>
          </p:nvPr>
        </p:nvSpPr>
        <p:spPr>
          <a:xfrm>
            <a:off x="4470400" y="4406900"/>
            <a:ext cx="6807200" cy="406400"/>
          </a:xfrm>
          <a:noFill/>
        </p:spPr>
        <p:txBody>
          <a:bodyPr lIns="0" tIns="0" rIns="0" bIns="0" anchor="t">
            <a:normAutofit/>
          </a:bodyPr>
          <a:lstStyle>
            <a:lvl1pPr marL="0" indent="0" algn="l">
              <a:lnSpc>
                <a:spcPct val="111000"/>
              </a:lnSpc>
              <a:spcBef>
                <a:spcPct val="0"/>
              </a:spcBef>
              <a:spcAft>
                <a:spcPct val="0"/>
              </a:spcAft>
              <a:buNone/>
              <a:defRPr sz="2400" b="0" spc="0">
                <a:solidFill>
                  <a:srgbClr val="FFFFFF"/>
                </a:solidFill>
              </a:defRPr>
            </a:lvl1pPr>
          </a:lstStyle>
          <a:p>
            <a:pPr lvl="0"/>
            <a:r>
              <a:rPr lang="zh-CN" altLang="en-US" smtClean="0"/>
              <a:t>单击此处添加项标题</a:t>
            </a:r>
            <a:endParaRPr lang="zh-CN" altLang="en-US" smtClean="0"/>
          </a:p>
        </p:txBody>
      </p:sp>
      <p:sp>
        <p:nvSpPr>
          <p:cNvPr id="16" name="文本占位符 15"/>
          <p:cNvSpPr>
            <a:spLocks noGrp="1"/>
          </p:cNvSpPr>
          <p:nvPr>
            <p:ph type="body" idx="16389" hasCustomPrompt="1"/>
            <p:custDataLst>
              <p:tags r:id="rId10"/>
            </p:custDataLst>
          </p:nvPr>
        </p:nvSpPr>
        <p:spPr>
          <a:xfrm>
            <a:off x="4470400" y="4965700"/>
            <a:ext cx="6807200" cy="914400"/>
          </a:xfrm>
          <a:noFill/>
        </p:spPr>
        <p:txBody>
          <a:bodyPr lIns="0" tIns="0" rIns="0" bIns="0" anchor="t">
            <a:normAutofit/>
          </a:bodyPr>
          <a:lstStyle>
            <a:lvl1pPr marL="0" indent="0" algn="l">
              <a:lnSpc>
                <a:spcPct val="125000"/>
              </a:lnSpc>
              <a:spcBef>
                <a:spcPct val="0"/>
              </a:spcBef>
              <a:spcAft>
                <a:spcPct val="0"/>
              </a:spcAft>
              <a:buNone/>
              <a:defRPr sz="1600" b="0" spc="0">
                <a:solidFill>
                  <a:srgbClr val="FFFFFF"/>
                </a:solidFill>
              </a:defRPr>
            </a:lvl1pPr>
          </a:lstStyle>
          <a:p>
            <a:pPr lvl="0"/>
            <a:r>
              <a:rPr lang="zh-CN" altLang="en-US" smtClean="0"/>
              <a:t>单击此处添加项正文</a:t>
            </a:r>
            <a:endParaRPr lang="zh-CN" altLang="en-US" smtClean="0"/>
          </a:p>
        </p:txBody>
      </p:sp>
    </p:spTree>
  </p:cSld>
  <p:clrMapOvr>
    <a:overrideClrMapping bg1="lt1" tx1="dk1" bg2="lt2" tx2="dk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正文页-26_10">
    <p:bg>
      <p:bgRef idx="1001">
        <a:schemeClr val="bg1"/>
      </p:bgRef>
    </p:bg>
    <p:spTree>
      <p:nvGrpSpPr>
        <p:cNvPr id="1" name=""/>
        <p:cNvGrpSpPr/>
        <p:nvPr/>
      </p:nvGrpSpPr>
      <p:grpSpPr>
        <a:xfrm>
          <a:off x="0" y="0"/>
          <a:ext cx="0" cy="0"/>
          <a:chOff x="0" y="0"/>
          <a:chExt cx="0" cy="0"/>
        </a:xfrm>
      </p:grpSpPr>
      <p:sp>
        <p:nvSpPr>
          <p:cNvPr id="7" name="标题 6"/>
          <p:cNvSpPr>
            <a:spLocks noGrp="1"/>
          </p:cNvSpPr>
          <p:nvPr>
            <p:ph type="ctrTitle" idx="16385" hasCustomPrompt="1"/>
            <p:custDataLst>
              <p:tags r:id="rId2"/>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pPr lvl="0"/>
            <a:r>
              <a:t>单击此处添加标题</a:t>
            </a:r>
          </a:p>
        </p:txBody>
      </p:sp>
      <p:sp>
        <p:nvSpPr>
          <p:cNvPr id="8" name="装饰  7"/>
          <p:cNvSpPr>
            <a:spLocks noGrp="1"/>
          </p:cNvSpPr>
          <p:nvPr>
            <p:ph type="body" idx="16390" hasCustomPrompt="1"/>
            <p:custDataLst>
              <p:tags r:id="rId3"/>
            </p:custDataLst>
          </p:nvPr>
        </p:nvSpPr>
        <p:spPr>
          <a:xfrm>
            <a:off x="609600" y="1524000"/>
            <a:ext cx="6400800" cy="2209800"/>
          </a:xfrm>
          <a:custGeom>
            <a:avLst/>
            <a:gdLst>
              <a:gd name="connisteX0" fmla="*/ 0 w 6400800"/>
              <a:gd name="connsiteY0" fmla="*/ 203200 h 2209800"/>
              <a:gd name="connisteX1" fmla="*/ 203200 w 6400800"/>
              <a:gd name="connsiteY1" fmla="*/ 0 h 2209800"/>
              <a:gd name="connisteX2" fmla="*/ 6400800 w 6400800"/>
              <a:gd name="connsiteY2" fmla="*/ 0 h 2209800"/>
              <a:gd name="connisteX3" fmla="*/ 6400800 w 6400800"/>
              <a:gd name="connsiteY3" fmla="*/ 2209800 h 2209800"/>
              <a:gd name="connisteX4" fmla="*/ 203200 w 6400800"/>
              <a:gd name="connsiteY4" fmla="*/ 2209800 h 2209800"/>
              <a:gd name="connisteX5" fmla="*/ 0 w 6400800"/>
              <a:gd name="connsiteY5" fmla="*/ 2006600 h 2209800"/>
              <a:gd name="connisteX6" fmla="*/ 0 w 6400800"/>
              <a:gd name="connsiteY6" fmla="*/ 20320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6400800" h="2209800">
                <a:moveTo>
                  <a:pt x="0" y="203200"/>
                </a:moveTo>
                <a:cubicBezTo>
                  <a:pt x="0" y="90976"/>
                  <a:pt x="90976" y="0"/>
                  <a:pt x="203200" y="0"/>
                </a:cubicBezTo>
                <a:lnTo>
                  <a:pt x="6400800" y="0"/>
                </a:lnTo>
                <a:lnTo>
                  <a:pt x="6400800" y="2209800"/>
                </a:lnTo>
                <a:lnTo>
                  <a:pt x="203200" y="2209800"/>
                </a:lnTo>
                <a:cubicBezTo>
                  <a:pt x="90976" y="2209800"/>
                  <a:pt x="0" y="2118824"/>
                  <a:pt x="0" y="2006600"/>
                </a:cubicBezTo>
                <a:lnTo>
                  <a:pt x="0" y="20320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9" name="图片占位符 8"/>
          <p:cNvSpPr>
            <a:spLocks noGrp="1"/>
          </p:cNvSpPr>
          <p:nvPr>
            <p:ph type="pic" idx="16391" hasCustomPrompt="1"/>
            <p:custDataLst>
              <p:tags r:id="rId4"/>
            </p:custDataLst>
          </p:nvPr>
        </p:nvSpPr>
        <p:spPr>
          <a:xfrm>
            <a:off x="7010400" y="1524000"/>
            <a:ext cx="4572000" cy="2209800"/>
          </a:xfrm>
          <a:custGeom>
            <a:avLst/>
            <a:gdLst>
              <a:gd name="connisteX0" fmla="*/ 0 w 4572000"/>
              <a:gd name="connsiteY0" fmla="*/ 0 h 2209800"/>
              <a:gd name="connisteX1" fmla="*/ 4368800 w 4572000"/>
              <a:gd name="connsiteY1" fmla="*/ 0 h 2209800"/>
              <a:gd name="connisteX2" fmla="*/ 4572000 w 4572000"/>
              <a:gd name="connsiteY2" fmla="*/ 203200 h 2209800"/>
              <a:gd name="connisteX3" fmla="*/ 4572000 w 4572000"/>
              <a:gd name="connsiteY3" fmla="*/ 2006600 h 2209800"/>
              <a:gd name="connisteX4" fmla="*/ 4368800 w 4572000"/>
              <a:gd name="connsiteY4" fmla="*/ 2209800 h 2209800"/>
              <a:gd name="connisteX5" fmla="*/ 0 w 4572000"/>
              <a:gd name="connsiteY5" fmla="*/ 2209800 h 2209800"/>
              <a:gd name="connisteX6" fmla="*/ 0 w 4572000"/>
              <a:gd name="connsiteY6" fmla="*/ 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4572000" h="2209800">
                <a:moveTo>
                  <a:pt x="0" y="0"/>
                </a:moveTo>
                <a:lnTo>
                  <a:pt x="4368800" y="0"/>
                </a:lnTo>
                <a:cubicBezTo>
                  <a:pt x="4481024" y="0"/>
                  <a:pt x="4572000" y="90976"/>
                  <a:pt x="4572000" y="203200"/>
                </a:cubicBezTo>
                <a:lnTo>
                  <a:pt x="4572000" y="2006600"/>
                </a:lnTo>
                <a:cubicBezTo>
                  <a:pt x="4572000" y="2118824"/>
                  <a:pt x="4481024" y="2209800"/>
                  <a:pt x="4368800" y="2209800"/>
                </a:cubicBezTo>
                <a:lnTo>
                  <a:pt x="0" y="2209800"/>
                </a:lnTo>
                <a:lnTo>
                  <a:pt x="0" y="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10" name="文本占位符 9"/>
          <p:cNvSpPr>
            <a:spLocks noGrp="1"/>
          </p:cNvSpPr>
          <p:nvPr>
            <p:ph type="body" idx="16386" hasCustomPrompt="1"/>
            <p:custDataLst>
              <p:tags r:id="rId5"/>
            </p:custDataLst>
          </p:nvPr>
        </p:nvSpPr>
        <p:spPr>
          <a:xfrm>
            <a:off x="914400" y="1892300"/>
            <a:ext cx="5791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1" name="文本占位符 10"/>
          <p:cNvSpPr>
            <a:spLocks noGrp="1"/>
          </p:cNvSpPr>
          <p:nvPr>
            <p:ph type="body" idx="16387" hasCustomPrompt="1"/>
            <p:custDataLst>
              <p:tags r:id="rId6"/>
            </p:custDataLst>
          </p:nvPr>
        </p:nvSpPr>
        <p:spPr>
          <a:xfrm>
            <a:off x="914400" y="2451100"/>
            <a:ext cx="5791200" cy="9144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2" name="装饰  1"/>
          <p:cNvSpPr>
            <a:spLocks noGrp="1"/>
          </p:cNvSpPr>
          <p:nvPr>
            <p:ph type="body" idx="16392" hasCustomPrompt="1"/>
            <p:custDataLst>
              <p:tags r:id="rId7"/>
            </p:custDataLst>
          </p:nvPr>
        </p:nvSpPr>
        <p:spPr>
          <a:xfrm>
            <a:off x="5181600" y="4038600"/>
            <a:ext cx="6400800" cy="2209800"/>
          </a:xfrm>
          <a:custGeom>
            <a:avLst/>
            <a:gdLst>
              <a:gd name="connisteX0" fmla="*/ 0 w 6400800"/>
              <a:gd name="connsiteY0" fmla="*/ 0 h 2209800"/>
              <a:gd name="connisteX1" fmla="*/ 6197600 w 6400800"/>
              <a:gd name="connsiteY1" fmla="*/ 0 h 2209800"/>
              <a:gd name="connisteX2" fmla="*/ 6400800 w 6400800"/>
              <a:gd name="connsiteY2" fmla="*/ 203200 h 2209800"/>
              <a:gd name="connisteX3" fmla="*/ 6400800 w 6400800"/>
              <a:gd name="connsiteY3" fmla="*/ 2006600 h 2209800"/>
              <a:gd name="connisteX4" fmla="*/ 6197600 w 6400800"/>
              <a:gd name="connsiteY4" fmla="*/ 2209800 h 2209800"/>
              <a:gd name="connisteX5" fmla="*/ 0 w 6400800"/>
              <a:gd name="connsiteY5" fmla="*/ 2209800 h 2209800"/>
              <a:gd name="connisteX6" fmla="*/ 0 w 6400800"/>
              <a:gd name="connsiteY6" fmla="*/ 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6400800" h="2209800">
                <a:moveTo>
                  <a:pt x="0" y="0"/>
                </a:moveTo>
                <a:lnTo>
                  <a:pt x="6197600" y="0"/>
                </a:lnTo>
                <a:cubicBezTo>
                  <a:pt x="6309824" y="0"/>
                  <a:pt x="6400800" y="90976"/>
                  <a:pt x="6400800" y="203200"/>
                </a:cubicBezTo>
                <a:lnTo>
                  <a:pt x="6400800" y="2006600"/>
                </a:lnTo>
                <a:cubicBezTo>
                  <a:pt x="6400800" y="2118824"/>
                  <a:pt x="6309824" y="2209800"/>
                  <a:pt x="6197600" y="2209800"/>
                </a:cubicBezTo>
                <a:lnTo>
                  <a:pt x="0" y="2209800"/>
                </a:lnTo>
                <a:lnTo>
                  <a:pt x="0" y="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3" name="图片占位符 12"/>
          <p:cNvSpPr>
            <a:spLocks noGrp="1"/>
          </p:cNvSpPr>
          <p:nvPr>
            <p:ph type="pic" idx="16393" hasCustomPrompt="1"/>
            <p:custDataLst>
              <p:tags r:id="rId8"/>
            </p:custDataLst>
          </p:nvPr>
        </p:nvSpPr>
        <p:spPr>
          <a:xfrm>
            <a:off x="609600" y="4038600"/>
            <a:ext cx="4572000" cy="2209800"/>
          </a:xfrm>
          <a:custGeom>
            <a:avLst/>
            <a:gdLst>
              <a:gd name="connisteX0" fmla="*/ 0 w 4572000"/>
              <a:gd name="connsiteY0" fmla="*/ 203200 h 2209800"/>
              <a:gd name="connisteX1" fmla="*/ 203200 w 4572000"/>
              <a:gd name="connsiteY1" fmla="*/ 0 h 2209800"/>
              <a:gd name="connisteX2" fmla="*/ 4572000 w 4572000"/>
              <a:gd name="connsiteY2" fmla="*/ 0 h 2209800"/>
              <a:gd name="connisteX3" fmla="*/ 4572000 w 4572000"/>
              <a:gd name="connsiteY3" fmla="*/ 2209800 h 2209800"/>
              <a:gd name="connisteX4" fmla="*/ 203200 w 4572000"/>
              <a:gd name="connsiteY4" fmla="*/ 2209800 h 2209800"/>
              <a:gd name="connisteX5" fmla="*/ 0 w 4572000"/>
              <a:gd name="connsiteY5" fmla="*/ 2006600 h 2209800"/>
              <a:gd name="connisteX6" fmla="*/ 0 w 4572000"/>
              <a:gd name="connsiteY6" fmla="*/ 20320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4572000" h="2209800">
                <a:moveTo>
                  <a:pt x="0" y="203200"/>
                </a:moveTo>
                <a:cubicBezTo>
                  <a:pt x="0" y="90976"/>
                  <a:pt x="90976" y="0"/>
                  <a:pt x="203200" y="0"/>
                </a:cubicBezTo>
                <a:lnTo>
                  <a:pt x="4572000" y="0"/>
                </a:lnTo>
                <a:lnTo>
                  <a:pt x="4572000" y="2209800"/>
                </a:lnTo>
                <a:lnTo>
                  <a:pt x="203200" y="2209800"/>
                </a:lnTo>
                <a:cubicBezTo>
                  <a:pt x="90976" y="2209800"/>
                  <a:pt x="0" y="2118824"/>
                  <a:pt x="0" y="2006600"/>
                </a:cubicBezTo>
                <a:lnTo>
                  <a:pt x="0" y="203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15" name="文本占位符 14"/>
          <p:cNvSpPr>
            <a:spLocks noGrp="1"/>
          </p:cNvSpPr>
          <p:nvPr>
            <p:ph type="body" idx="16388" hasCustomPrompt="1"/>
            <p:custDataLst>
              <p:tags r:id="rId9"/>
            </p:custDataLst>
          </p:nvPr>
        </p:nvSpPr>
        <p:spPr>
          <a:xfrm>
            <a:off x="5486400" y="4406900"/>
            <a:ext cx="5791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6" name="文本占位符 15"/>
          <p:cNvSpPr>
            <a:spLocks noGrp="1"/>
          </p:cNvSpPr>
          <p:nvPr>
            <p:ph type="body" idx="16389" hasCustomPrompt="1"/>
            <p:custDataLst>
              <p:tags r:id="rId10"/>
            </p:custDataLst>
          </p:nvPr>
        </p:nvSpPr>
        <p:spPr>
          <a:xfrm>
            <a:off x="5486400" y="4965700"/>
            <a:ext cx="5791200" cy="9144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overrideClrMapping bg1="lt1" tx1="dk1" bg2="lt2" tx2="dk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正文页-31_34">
    <p:bg>
      <p:bgRef idx="1001">
        <a:schemeClr val="bg1"/>
      </p:bgRef>
    </p:bg>
    <p:spTree>
      <p:nvGrpSpPr>
        <p:cNvPr id="1" name=""/>
        <p:cNvGrpSpPr/>
        <p:nvPr/>
      </p:nvGrpSpPr>
      <p:grpSpPr>
        <a:xfrm>
          <a:off x="0" y="0"/>
          <a:ext cx="0" cy="0"/>
          <a:chOff x="0" y="0"/>
          <a:chExt cx="0" cy="0"/>
        </a:xfrm>
      </p:grpSpPr>
      <p:sp>
        <p:nvSpPr>
          <p:cNvPr id="7" name="标题 6"/>
          <p:cNvSpPr>
            <a:spLocks noGrp="1"/>
          </p:cNvSpPr>
          <p:nvPr>
            <p:ph type="ctrTitle" idx="16385" hasCustomPrompt="1"/>
            <p:custDataLst>
              <p:tags r:id="rId2"/>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pPr lvl="0"/>
            <a:r>
              <a:rPr lang="zh-CN" altLang="en-US"/>
              <a:t>单击此处添加标题</a:t>
            </a:r>
            <a:endParaRPr lang="zh-CN" altLang="en-US"/>
          </a:p>
        </p:txBody>
      </p:sp>
      <p:sp>
        <p:nvSpPr>
          <p:cNvPr id="8" name="装饰  7"/>
          <p:cNvSpPr>
            <a:spLocks noGrp="1"/>
          </p:cNvSpPr>
          <p:nvPr>
            <p:ph type="body" idx="16394" hasCustomPrompt="1"/>
            <p:custDataLst>
              <p:tags r:id="rId3"/>
            </p:custDataLst>
          </p:nvPr>
        </p:nvSpPr>
        <p:spPr>
          <a:xfrm>
            <a:off x="609600" y="1524000"/>
            <a:ext cx="5334000" cy="2209800"/>
          </a:xfrm>
          <a:custGeom>
            <a:avLst/>
            <a:gdLst>
              <a:gd name="connisteX0" fmla="*/ 0 w 5334000"/>
              <a:gd name="connsiteY0" fmla="*/ 203200 h 2209800"/>
              <a:gd name="connisteX1" fmla="*/ 203200 w 5334000"/>
              <a:gd name="connsiteY1" fmla="*/ 0 h 2209800"/>
              <a:gd name="connisteX2" fmla="*/ 5130800 w 5334000"/>
              <a:gd name="connsiteY2" fmla="*/ 0 h 2209800"/>
              <a:gd name="connisteX3" fmla="*/ 5334000 w 5334000"/>
              <a:gd name="connsiteY3" fmla="*/ 203200 h 2209800"/>
              <a:gd name="connisteX4" fmla="*/ 5334000 w 5334000"/>
              <a:gd name="connsiteY4" fmla="*/ 2006600 h 2209800"/>
              <a:gd name="connisteX5" fmla="*/ 5130800 w 5334000"/>
              <a:gd name="connsiteY5" fmla="*/ 2209800 h 2209800"/>
              <a:gd name="connisteX6" fmla="*/ 203200 w 5334000"/>
              <a:gd name="connsiteY6" fmla="*/ 2209800 h 2209800"/>
              <a:gd name="connisteX7" fmla="*/ 0 w 5334000"/>
              <a:gd name="connsiteY7" fmla="*/ 2006600 h 2209800"/>
              <a:gd name="connisteX8" fmla="*/ 0 w 5334000"/>
              <a:gd name="connsiteY8" fmla="*/ 20320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334000" h="2209800">
                <a:moveTo>
                  <a:pt x="0" y="203200"/>
                </a:moveTo>
                <a:cubicBezTo>
                  <a:pt x="0" y="90976"/>
                  <a:pt x="90976" y="0"/>
                  <a:pt x="203200" y="0"/>
                </a:cubicBezTo>
                <a:lnTo>
                  <a:pt x="5130800" y="0"/>
                </a:lnTo>
                <a:cubicBezTo>
                  <a:pt x="5243024" y="0"/>
                  <a:pt x="5334000" y="90976"/>
                  <a:pt x="5334000" y="203200"/>
                </a:cubicBezTo>
                <a:lnTo>
                  <a:pt x="5334000" y="2006600"/>
                </a:lnTo>
                <a:cubicBezTo>
                  <a:pt x="5334000" y="2118824"/>
                  <a:pt x="5243024" y="2209800"/>
                  <a:pt x="5130800" y="2209800"/>
                </a:cubicBezTo>
                <a:lnTo>
                  <a:pt x="203200" y="2209800"/>
                </a:lnTo>
                <a:cubicBezTo>
                  <a:pt x="90976" y="2209800"/>
                  <a:pt x="0" y="2118824"/>
                  <a:pt x="0" y="2006600"/>
                </a:cubicBezTo>
                <a:lnTo>
                  <a:pt x="0" y="20320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9" name="图片占位符 8"/>
          <p:cNvSpPr>
            <a:spLocks noGrp="1"/>
          </p:cNvSpPr>
          <p:nvPr>
            <p:ph type="pic" idx="16395" hasCustomPrompt="1"/>
            <p:custDataLst>
              <p:tags r:id="rId4"/>
            </p:custDataLst>
          </p:nvPr>
        </p:nvSpPr>
        <p:spPr>
          <a:xfrm>
            <a:off x="914400" y="2019300"/>
            <a:ext cx="1219200" cy="1219200"/>
          </a:xfrm>
          <a:custGeom>
            <a:avLst/>
            <a:gdLst>
              <a:gd name="connisteX0" fmla="*/ 0 w 1219200"/>
              <a:gd name="connsiteY0" fmla="*/ 609600 h 1219200"/>
              <a:gd name="connisteX1" fmla="*/ 609600 w 1219200"/>
              <a:gd name="connsiteY1" fmla="*/ 0 h 1219200"/>
              <a:gd name="connisteX2" fmla="*/ 609600 w 1219200"/>
              <a:gd name="connsiteY2" fmla="*/ 0 h 1219200"/>
              <a:gd name="connisteX3" fmla="*/ 1219200 w 1219200"/>
              <a:gd name="connsiteY3" fmla="*/ 609600 h 1219200"/>
              <a:gd name="connisteX4" fmla="*/ 1219200 w 1219200"/>
              <a:gd name="connsiteY4" fmla="*/ 609600 h 1219200"/>
              <a:gd name="connisteX5" fmla="*/ 609600 w 1219200"/>
              <a:gd name="connsiteY5" fmla="*/ 1219200 h 1219200"/>
              <a:gd name="connisteX6" fmla="*/ 609600 w 1219200"/>
              <a:gd name="connsiteY6" fmla="*/ 1219200 h 1219200"/>
              <a:gd name="connisteX7" fmla="*/ 0 w 1219200"/>
              <a:gd name="connsiteY7" fmla="*/ 609600 h 1219200"/>
              <a:gd name="connisteX8" fmla="*/ 0 w 1219200"/>
              <a:gd name="connsiteY8" fmla="*/ 609600 h 1219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219200" h="1219200">
                <a:moveTo>
                  <a:pt x="0" y="609600"/>
                </a:moveTo>
                <a:cubicBezTo>
                  <a:pt x="0" y="272927"/>
                  <a:pt x="272927" y="0"/>
                  <a:pt x="609600" y="0"/>
                </a:cubicBezTo>
                <a:lnTo>
                  <a:pt x="609600" y="0"/>
                </a:lnTo>
                <a:cubicBezTo>
                  <a:pt x="946273" y="0"/>
                  <a:pt x="1219200" y="272927"/>
                  <a:pt x="1219200" y="609600"/>
                </a:cubicBezTo>
                <a:lnTo>
                  <a:pt x="1219200" y="609600"/>
                </a:lnTo>
                <a:cubicBezTo>
                  <a:pt x="1219200" y="946273"/>
                  <a:pt x="946273" y="1219200"/>
                  <a:pt x="609600" y="1219200"/>
                </a:cubicBezTo>
                <a:lnTo>
                  <a:pt x="609600" y="1219200"/>
                </a:lnTo>
                <a:cubicBezTo>
                  <a:pt x="272927" y="1219200"/>
                  <a:pt x="0" y="946273"/>
                  <a:pt x="0" y="609600"/>
                </a:cubicBezTo>
                <a:lnTo>
                  <a:pt x="0" y="6096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10" name="文本占位符 9"/>
          <p:cNvSpPr>
            <a:spLocks noGrp="1"/>
          </p:cNvSpPr>
          <p:nvPr>
            <p:ph type="body" idx="16386" hasCustomPrompt="1"/>
            <p:custDataLst>
              <p:tags r:id="rId5"/>
            </p:custDataLst>
          </p:nvPr>
        </p:nvSpPr>
        <p:spPr>
          <a:xfrm>
            <a:off x="2387600" y="1765300"/>
            <a:ext cx="3251200" cy="406400"/>
          </a:xfrm>
          <a:noFill/>
        </p:spPr>
        <p:txBody>
          <a:bodyPr lIns="0" tIns="0" rIns="0" bIns="0" anchor="ctr">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1" name="文本占位符 10"/>
          <p:cNvSpPr>
            <a:spLocks noGrp="1"/>
          </p:cNvSpPr>
          <p:nvPr>
            <p:ph type="body" idx="16387" hasCustomPrompt="1"/>
            <p:custDataLst>
              <p:tags r:id="rId6"/>
            </p:custDataLst>
          </p:nvPr>
        </p:nvSpPr>
        <p:spPr>
          <a:xfrm>
            <a:off x="2387600" y="2273300"/>
            <a:ext cx="32512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2" name="装饰  1"/>
          <p:cNvSpPr>
            <a:spLocks noGrp="1"/>
          </p:cNvSpPr>
          <p:nvPr>
            <p:ph type="body" idx="16396" hasCustomPrompt="1"/>
            <p:custDataLst>
              <p:tags r:id="rId7"/>
            </p:custDataLst>
          </p:nvPr>
        </p:nvSpPr>
        <p:spPr>
          <a:xfrm>
            <a:off x="6248400" y="1524000"/>
            <a:ext cx="5334000" cy="2209800"/>
          </a:xfrm>
          <a:custGeom>
            <a:avLst/>
            <a:gdLst>
              <a:gd name="connisteX0" fmla="*/ 0 w 5334000"/>
              <a:gd name="connsiteY0" fmla="*/ 203200 h 2209800"/>
              <a:gd name="connisteX1" fmla="*/ 203200 w 5334000"/>
              <a:gd name="connsiteY1" fmla="*/ 0 h 2209800"/>
              <a:gd name="connisteX2" fmla="*/ 5130800 w 5334000"/>
              <a:gd name="connsiteY2" fmla="*/ 0 h 2209800"/>
              <a:gd name="connisteX3" fmla="*/ 5334000 w 5334000"/>
              <a:gd name="connsiteY3" fmla="*/ 203200 h 2209800"/>
              <a:gd name="connisteX4" fmla="*/ 5334000 w 5334000"/>
              <a:gd name="connsiteY4" fmla="*/ 2006600 h 2209800"/>
              <a:gd name="connisteX5" fmla="*/ 5130800 w 5334000"/>
              <a:gd name="connsiteY5" fmla="*/ 2209800 h 2209800"/>
              <a:gd name="connisteX6" fmla="*/ 203200 w 5334000"/>
              <a:gd name="connsiteY6" fmla="*/ 2209800 h 2209800"/>
              <a:gd name="connisteX7" fmla="*/ 0 w 5334000"/>
              <a:gd name="connsiteY7" fmla="*/ 2006600 h 2209800"/>
              <a:gd name="connisteX8" fmla="*/ 0 w 5334000"/>
              <a:gd name="connsiteY8" fmla="*/ 20320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334000" h="2209800">
                <a:moveTo>
                  <a:pt x="0" y="203200"/>
                </a:moveTo>
                <a:cubicBezTo>
                  <a:pt x="0" y="90976"/>
                  <a:pt x="90976" y="0"/>
                  <a:pt x="203200" y="0"/>
                </a:cubicBezTo>
                <a:lnTo>
                  <a:pt x="5130800" y="0"/>
                </a:lnTo>
                <a:cubicBezTo>
                  <a:pt x="5243024" y="0"/>
                  <a:pt x="5334000" y="90976"/>
                  <a:pt x="5334000" y="203200"/>
                </a:cubicBezTo>
                <a:lnTo>
                  <a:pt x="5334000" y="2006600"/>
                </a:lnTo>
                <a:cubicBezTo>
                  <a:pt x="5334000" y="2118824"/>
                  <a:pt x="5243024" y="2209800"/>
                  <a:pt x="5130800" y="2209800"/>
                </a:cubicBezTo>
                <a:lnTo>
                  <a:pt x="203200" y="2209800"/>
                </a:lnTo>
                <a:cubicBezTo>
                  <a:pt x="90976" y="2209800"/>
                  <a:pt x="0" y="2118824"/>
                  <a:pt x="0" y="2006600"/>
                </a:cubicBezTo>
                <a:lnTo>
                  <a:pt x="0" y="20320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3" name="图片占位符 12"/>
          <p:cNvSpPr>
            <a:spLocks noGrp="1"/>
          </p:cNvSpPr>
          <p:nvPr>
            <p:ph type="pic" idx="16397" hasCustomPrompt="1"/>
            <p:custDataLst>
              <p:tags r:id="rId8"/>
            </p:custDataLst>
          </p:nvPr>
        </p:nvSpPr>
        <p:spPr>
          <a:xfrm>
            <a:off x="6553200" y="2019300"/>
            <a:ext cx="1219200" cy="1219200"/>
          </a:xfrm>
          <a:custGeom>
            <a:avLst/>
            <a:gdLst>
              <a:gd name="connisteX0" fmla="*/ 0 w 1219200"/>
              <a:gd name="connsiteY0" fmla="*/ 609600 h 1219200"/>
              <a:gd name="connisteX1" fmla="*/ 609600 w 1219200"/>
              <a:gd name="connsiteY1" fmla="*/ 0 h 1219200"/>
              <a:gd name="connisteX2" fmla="*/ 609600 w 1219200"/>
              <a:gd name="connsiteY2" fmla="*/ 0 h 1219200"/>
              <a:gd name="connisteX3" fmla="*/ 1219200 w 1219200"/>
              <a:gd name="connsiteY3" fmla="*/ 609600 h 1219200"/>
              <a:gd name="connisteX4" fmla="*/ 1219200 w 1219200"/>
              <a:gd name="connsiteY4" fmla="*/ 609600 h 1219200"/>
              <a:gd name="connisteX5" fmla="*/ 609600 w 1219200"/>
              <a:gd name="connsiteY5" fmla="*/ 1219200 h 1219200"/>
              <a:gd name="connisteX6" fmla="*/ 609600 w 1219200"/>
              <a:gd name="connsiteY6" fmla="*/ 1219200 h 1219200"/>
              <a:gd name="connisteX7" fmla="*/ 0 w 1219200"/>
              <a:gd name="connsiteY7" fmla="*/ 609600 h 1219200"/>
              <a:gd name="connisteX8" fmla="*/ 0 w 1219200"/>
              <a:gd name="connsiteY8" fmla="*/ 609600 h 1219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219200" h="1219200">
                <a:moveTo>
                  <a:pt x="0" y="609600"/>
                </a:moveTo>
                <a:cubicBezTo>
                  <a:pt x="0" y="272927"/>
                  <a:pt x="272927" y="0"/>
                  <a:pt x="609600" y="0"/>
                </a:cubicBezTo>
                <a:lnTo>
                  <a:pt x="609600" y="0"/>
                </a:lnTo>
                <a:cubicBezTo>
                  <a:pt x="946273" y="0"/>
                  <a:pt x="1219200" y="272927"/>
                  <a:pt x="1219200" y="609600"/>
                </a:cubicBezTo>
                <a:lnTo>
                  <a:pt x="1219200" y="609600"/>
                </a:lnTo>
                <a:cubicBezTo>
                  <a:pt x="1219200" y="946273"/>
                  <a:pt x="946273" y="1219200"/>
                  <a:pt x="609600" y="1219200"/>
                </a:cubicBezTo>
                <a:lnTo>
                  <a:pt x="609600" y="1219200"/>
                </a:lnTo>
                <a:cubicBezTo>
                  <a:pt x="272927" y="1219200"/>
                  <a:pt x="0" y="946273"/>
                  <a:pt x="0" y="609600"/>
                </a:cubicBezTo>
                <a:lnTo>
                  <a:pt x="0" y="6096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15" name="文本占位符 14"/>
          <p:cNvSpPr>
            <a:spLocks noGrp="1"/>
          </p:cNvSpPr>
          <p:nvPr>
            <p:ph type="body" idx="16388" hasCustomPrompt="1"/>
            <p:custDataLst>
              <p:tags r:id="rId9"/>
            </p:custDataLst>
          </p:nvPr>
        </p:nvSpPr>
        <p:spPr>
          <a:xfrm>
            <a:off x="8026400" y="1765300"/>
            <a:ext cx="3251200" cy="406400"/>
          </a:xfrm>
          <a:noFill/>
        </p:spPr>
        <p:txBody>
          <a:bodyPr lIns="0" tIns="0" rIns="0" bIns="0" anchor="ctr">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6" name="文本占位符 15"/>
          <p:cNvSpPr>
            <a:spLocks noGrp="1"/>
          </p:cNvSpPr>
          <p:nvPr>
            <p:ph type="body" idx="16389" hasCustomPrompt="1"/>
            <p:custDataLst>
              <p:tags r:id="rId10"/>
            </p:custDataLst>
          </p:nvPr>
        </p:nvSpPr>
        <p:spPr>
          <a:xfrm>
            <a:off x="8026400" y="2273300"/>
            <a:ext cx="32512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7" name="装饰  6"/>
          <p:cNvSpPr>
            <a:spLocks noGrp="1"/>
          </p:cNvSpPr>
          <p:nvPr>
            <p:ph type="body" idx="16398" hasCustomPrompt="1"/>
            <p:custDataLst>
              <p:tags r:id="rId11"/>
            </p:custDataLst>
          </p:nvPr>
        </p:nvSpPr>
        <p:spPr>
          <a:xfrm>
            <a:off x="609600" y="4038600"/>
            <a:ext cx="5334000" cy="2209800"/>
          </a:xfrm>
          <a:custGeom>
            <a:avLst/>
            <a:gdLst>
              <a:gd name="connisteX0" fmla="*/ 0 w 5334000"/>
              <a:gd name="connsiteY0" fmla="*/ 203200 h 2209800"/>
              <a:gd name="connisteX1" fmla="*/ 203200 w 5334000"/>
              <a:gd name="connsiteY1" fmla="*/ 0 h 2209800"/>
              <a:gd name="connisteX2" fmla="*/ 5130800 w 5334000"/>
              <a:gd name="connsiteY2" fmla="*/ 0 h 2209800"/>
              <a:gd name="connisteX3" fmla="*/ 5334000 w 5334000"/>
              <a:gd name="connsiteY3" fmla="*/ 203200 h 2209800"/>
              <a:gd name="connisteX4" fmla="*/ 5334000 w 5334000"/>
              <a:gd name="connsiteY4" fmla="*/ 2006600 h 2209800"/>
              <a:gd name="connisteX5" fmla="*/ 5130800 w 5334000"/>
              <a:gd name="connsiteY5" fmla="*/ 2209800 h 2209800"/>
              <a:gd name="connisteX6" fmla="*/ 203200 w 5334000"/>
              <a:gd name="connsiteY6" fmla="*/ 2209800 h 2209800"/>
              <a:gd name="connisteX7" fmla="*/ 0 w 5334000"/>
              <a:gd name="connsiteY7" fmla="*/ 2006600 h 2209800"/>
              <a:gd name="connisteX8" fmla="*/ 0 w 5334000"/>
              <a:gd name="connsiteY8" fmla="*/ 20320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334000" h="2209800">
                <a:moveTo>
                  <a:pt x="0" y="203200"/>
                </a:moveTo>
                <a:cubicBezTo>
                  <a:pt x="0" y="90976"/>
                  <a:pt x="90976" y="0"/>
                  <a:pt x="203200" y="0"/>
                </a:cubicBezTo>
                <a:lnTo>
                  <a:pt x="5130800" y="0"/>
                </a:lnTo>
                <a:cubicBezTo>
                  <a:pt x="5243024" y="0"/>
                  <a:pt x="5334000" y="90976"/>
                  <a:pt x="5334000" y="203200"/>
                </a:cubicBezTo>
                <a:lnTo>
                  <a:pt x="5334000" y="2006600"/>
                </a:lnTo>
                <a:cubicBezTo>
                  <a:pt x="5334000" y="2118824"/>
                  <a:pt x="5243024" y="2209800"/>
                  <a:pt x="5130800" y="2209800"/>
                </a:cubicBezTo>
                <a:lnTo>
                  <a:pt x="203200" y="2209800"/>
                </a:lnTo>
                <a:cubicBezTo>
                  <a:pt x="90976" y="2209800"/>
                  <a:pt x="0" y="2118824"/>
                  <a:pt x="0" y="2006600"/>
                </a:cubicBezTo>
                <a:lnTo>
                  <a:pt x="0" y="20320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8" name="图片占位符 17"/>
          <p:cNvSpPr>
            <a:spLocks noGrp="1"/>
          </p:cNvSpPr>
          <p:nvPr>
            <p:ph type="pic" idx="16399" hasCustomPrompt="1"/>
            <p:custDataLst>
              <p:tags r:id="rId12"/>
            </p:custDataLst>
          </p:nvPr>
        </p:nvSpPr>
        <p:spPr>
          <a:xfrm>
            <a:off x="914400" y="4533900"/>
            <a:ext cx="1219200" cy="1219200"/>
          </a:xfrm>
          <a:custGeom>
            <a:avLst/>
            <a:gdLst>
              <a:gd name="connisteX0" fmla="*/ 0 w 1219200"/>
              <a:gd name="connsiteY0" fmla="*/ 609600 h 1219200"/>
              <a:gd name="connisteX1" fmla="*/ 609600 w 1219200"/>
              <a:gd name="connsiteY1" fmla="*/ 0 h 1219200"/>
              <a:gd name="connisteX2" fmla="*/ 609600 w 1219200"/>
              <a:gd name="connsiteY2" fmla="*/ 0 h 1219200"/>
              <a:gd name="connisteX3" fmla="*/ 1219200 w 1219200"/>
              <a:gd name="connsiteY3" fmla="*/ 609600 h 1219200"/>
              <a:gd name="connisteX4" fmla="*/ 1219200 w 1219200"/>
              <a:gd name="connsiteY4" fmla="*/ 609600 h 1219200"/>
              <a:gd name="connisteX5" fmla="*/ 609600 w 1219200"/>
              <a:gd name="connsiteY5" fmla="*/ 1219200 h 1219200"/>
              <a:gd name="connisteX6" fmla="*/ 609600 w 1219200"/>
              <a:gd name="connsiteY6" fmla="*/ 1219200 h 1219200"/>
              <a:gd name="connisteX7" fmla="*/ 0 w 1219200"/>
              <a:gd name="connsiteY7" fmla="*/ 609600 h 1219200"/>
              <a:gd name="connisteX8" fmla="*/ 0 w 1219200"/>
              <a:gd name="connsiteY8" fmla="*/ 609600 h 1219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219200" h="1219200">
                <a:moveTo>
                  <a:pt x="0" y="609600"/>
                </a:moveTo>
                <a:cubicBezTo>
                  <a:pt x="0" y="272927"/>
                  <a:pt x="272927" y="0"/>
                  <a:pt x="609600" y="0"/>
                </a:cubicBezTo>
                <a:lnTo>
                  <a:pt x="609600" y="0"/>
                </a:lnTo>
                <a:cubicBezTo>
                  <a:pt x="946273" y="0"/>
                  <a:pt x="1219200" y="272927"/>
                  <a:pt x="1219200" y="609600"/>
                </a:cubicBezTo>
                <a:lnTo>
                  <a:pt x="1219200" y="609600"/>
                </a:lnTo>
                <a:cubicBezTo>
                  <a:pt x="1219200" y="946273"/>
                  <a:pt x="946273" y="1219200"/>
                  <a:pt x="609600" y="1219200"/>
                </a:cubicBezTo>
                <a:lnTo>
                  <a:pt x="609600" y="1219200"/>
                </a:lnTo>
                <a:cubicBezTo>
                  <a:pt x="272927" y="1219200"/>
                  <a:pt x="0" y="946273"/>
                  <a:pt x="0" y="609600"/>
                </a:cubicBezTo>
                <a:lnTo>
                  <a:pt x="0" y="6096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19" name="文本占位符 18"/>
          <p:cNvSpPr>
            <a:spLocks noGrp="1"/>
          </p:cNvSpPr>
          <p:nvPr>
            <p:ph type="body" idx="16390" hasCustomPrompt="1"/>
            <p:custDataLst>
              <p:tags r:id="rId13"/>
            </p:custDataLst>
          </p:nvPr>
        </p:nvSpPr>
        <p:spPr>
          <a:xfrm>
            <a:off x="2387600" y="4279900"/>
            <a:ext cx="3251200" cy="406400"/>
          </a:xfrm>
          <a:noFill/>
        </p:spPr>
        <p:txBody>
          <a:bodyPr lIns="0" tIns="0" rIns="0" bIns="0" anchor="ctr">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20" name="文本占位符 19"/>
          <p:cNvSpPr>
            <a:spLocks noGrp="1"/>
          </p:cNvSpPr>
          <p:nvPr>
            <p:ph type="body" idx="16391" hasCustomPrompt="1"/>
            <p:custDataLst>
              <p:tags r:id="rId14"/>
            </p:custDataLst>
          </p:nvPr>
        </p:nvSpPr>
        <p:spPr>
          <a:xfrm>
            <a:off x="2387600" y="4787900"/>
            <a:ext cx="32512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21" name="装饰  0"/>
          <p:cNvSpPr>
            <a:spLocks noGrp="1"/>
          </p:cNvSpPr>
          <p:nvPr>
            <p:ph type="body" idx="16400" hasCustomPrompt="1"/>
            <p:custDataLst>
              <p:tags r:id="rId15"/>
            </p:custDataLst>
          </p:nvPr>
        </p:nvSpPr>
        <p:spPr>
          <a:xfrm>
            <a:off x="6248400" y="4038600"/>
            <a:ext cx="5334000" cy="2209800"/>
          </a:xfrm>
          <a:custGeom>
            <a:avLst/>
            <a:gdLst>
              <a:gd name="connisteX0" fmla="*/ 0 w 5334000"/>
              <a:gd name="connsiteY0" fmla="*/ 203200 h 2209800"/>
              <a:gd name="connisteX1" fmla="*/ 203200 w 5334000"/>
              <a:gd name="connsiteY1" fmla="*/ 0 h 2209800"/>
              <a:gd name="connisteX2" fmla="*/ 5130800 w 5334000"/>
              <a:gd name="connsiteY2" fmla="*/ 0 h 2209800"/>
              <a:gd name="connisteX3" fmla="*/ 5334000 w 5334000"/>
              <a:gd name="connsiteY3" fmla="*/ 203200 h 2209800"/>
              <a:gd name="connisteX4" fmla="*/ 5334000 w 5334000"/>
              <a:gd name="connsiteY4" fmla="*/ 2006600 h 2209800"/>
              <a:gd name="connisteX5" fmla="*/ 5130800 w 5334000"/>
              <a:gd name="connsiteY5" fmla="*/ 2209800 h 2209800"/>
              <a:gd name="connisteX6" fmla="*/ 203200 w 5334000"/>
              <a:gd name="connsiteY6" fmla="*/ 2209800 h 2209800"/>
              <a:gd name="connisteX7" fmla="*/ 0 w 5334000"/>
              <a:gd name="connsiteY7" fmla="*/ 2006600 h 2209800"/>
              <a:gd name="connisteX8" fmla="*/ 0 w 5334000"/>
              <a:gd name="connsiteY8" fmla="*/ 20320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334000" h="2209800">
                <a:moveTo>
                  <a:pt x="0" y="203200"/>
                </a:moveTo>
                <a:cubicBezTo>
                  <a:pt x="0" y="90976"/>
                  <a:pt x="90976" y="0"/>
                  <a:pt x="203200" y="0"/>
                </a:cubicBezTo>
                <a:lnTo>
                  <a:pt x="5130800" y="0"/>
                </a:lnTo>
                <a:cubicBezTo>
                  <a:pt x="5243024" y="0"/>
                  <a:pt x="5334000" y="90976"/>
                  <a:pt x="5334000" y="203200"/>
                </a:cubicBezTo>
                <a:lnTo>
                  <a:pt x="5334000" y="2006600"/>
                </a:lnTo>
                <a:cubicBezTo>
                  <a:pt x="5334000" y="2118824"/>
                  <a:pt x="5243024" y="2209800"/>
                  <a:pt x="5130800" y="2209800"/>
                </a:cubicBezTo>
                <a:lnTo>
                  <a:pt x="203200" y="2209800"/>
                </a:lnTo>
                <a:cubicBezTo>
                  <a:pt x="90976" y="2209800"/>
                  <a:pt x="0" y="2118824"/>
                  <a:pt x="0" y="2006600"/>
                </a:cubicBezTo>
                <a:lnTo>
                  <a:pt x="0" y="20320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2" name="图片占位符 21"/>
          <p:cNvSpPr>
            <a:spLocks noGrp="1"/>
          </p:cNvSpPr>
          <p:nvPr>
            <p:ph type="pic" idx="16401" hasCustomPrompt="1"/>
            <p:custDataLst>
              <p:tags r:id="rId16"/>
            </p:custDataLst>
          </p:nvPr>
        </p:nvSpPr>
        <p:spPr>
          <a:xfrm>
            <a:off x="6553200" y="4533900"/>
            <a:ext cx="1219200" cy="1219200"/>
          </a:xfrm>
          <a:custGeom>
            <a:avLst/>
            <a:gdLst>
              <a:gd name="connisteX0" fmla="*/ 0 w 1219200"/>
              <a:gd name="connsiteY0" fmla="*/ 609600 h 1219200"/>
              <a:gd name="connisteX1" fmla="*/ 609600 w 1219200"/>
              <a:gd name="connsiteY1" fmla="*/ 0 h 1219200"/>
              <a:gd name="connisteX2" fmla="*/ 609600 w 1219200"/>
              <a:gd name="connsiteY2" fmla="*/ 0 h 1219200"/>
              <a:gd name="connisteX3" fmla="*/ 1219200 w 1219200"/>
              <a:gd name="connsiteY3" fmla="*/ 609600 h 1219200"/>
              <a:gd name="connisteX4" fmla="*/ 1219200 w 1219200"/>
              <a:gd name="connsiteY4" fmla="*/ 609600 h 1219200"/>
              <a:gd name="connisteX5" fmla="*/ 609600 w 1219200"/>
              <a:gd name="connsiteY5" fmla="*/ 1219200 h 1219200"/>
              <a:gd name="connisteX6" fmla="*/ 609600 w 1219200"/>
              <a:gd name="connsiteY6" fmla="*/ 1219200 h 1219200"/>
              <a:gd name="connisteX7" fmla="*/ 0 w 1219200"/>
              <a:gd name="connsiteY7" fmla="*/ 609600 h 1219200"/>
              <a:gd name="connisteX8" fmla="*/ 0 w 1219200"/>
              <a:gd name="connsiteY8" fmla="*/ 609600 h 1219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219200" h="1219200">
                <a:moveTo>
                  <a:pt x="0" y="609600"/>
                </a:moveTo>
                <a:cubicBezTo>
                  <a:pt x="0" y="272927"/>
                  <a:pt x="272927" y="0"/>
                  <a:pt x="609600" y="0"/>
                </a:cubicBezTo>
                <a:lnTo>
                  <a:pt x="609600" y="0"/>
                </a:lnTo>
                <a:cubicBezTo>
                  <a:pt x="946273" y="0"/>
                  <a:pt x="1219200" y="272927"/>
                  <a:pt x="1219200" y="609600"/>
                </a:cubicBezTo>
                <a:lnTo>
                  <a:pt x="1219200" y="609600"/>
                </a:lnTo>
                <a:cubicBezTo>
                  <a:pt x="1219200" y="946273"/>
                  <a:pt x="946273" y="1219200"/>
                  <a:pt x="609600" y="1219200"/>
                </a:cubicBezTo>
                <a:lnTo>
                  <a:pt x="609600" y="1219200"/>
                </a:lnTo>
                <a:cubicBezTo>
                  <a:pt x="272927" y="1219200"/>
                  <a:pt x="0" y="946273"/>
                  <a:pt x="0" y="609600"/>
                </a:cubicBezTo>
                <a:lnTo>
                  <a:pt x="0" y="6096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23" name="文本占位符 22"/>
          <p:cNvSpPr>
            <a:spLocks noGrp="1"/>
          </p:cNvSpPr>
          <p:nvPr>
            <p:ph type="body" idx="16392" hasCustomPrompt="1"/>
            <p:custDataLst>
              <p:tags r:id="rId17"/>
            </p:custDataLst>
          </p:nvPr>
        </p:nvSpPr>
        <p:spPr>
          <a:xfrm>
            <a:off x="8026400" y="4279900"/>
            <a:ext cx="3251200" cy="406400"/>
          </a:xfrm>
          <a:noFill/>
        </p:spPr>
        <p:txBody>
          <a:bodyPr lIns="0" tIns="0" rIns="0" bIns="0" anchor="ctr">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24" name="文本占位符 23"/>
          <p:cNvSpPr>
            <a:spLocks noGrp="1"/>
          </p:cNvSpPr>
          <p:nvPr>
            <p:ph type="body" idx="16393" hasCustomPrompt="1"/>
            <p:custDataLst>
              <p:tags r:id="rId18"/>
            </p:custDataLst>
          </p:nvPr>
        </p:nvSpPr>
        <p:spPr>
          <a:xfrm>
            <a:off x="8026400" y="4787900"/>
            <a:ext cx="32512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overrideClrMapping bg1="lt1" tx1="dk1" bg2="lt2" tx2="dk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正文页-10007_16">
    <p:bg>
      <p:bgRef idx="1001">
        <a:schemeClr val="bg1"/>
      </p:bgRef>
    </p:bg>
    <p:spTree>
      <p:nvGrpSpPr>
        <p:cNvPr id="1" name=""/>
        <p:cNvGrpSpPr/>
        <p:nvPr/>
      </p:nvGrpSpPr>
      <p:grpSpPr>
        <a:xfrm>
          <a:off x="0" y="0"/>
          <a:ext cx="0" cy="0"/>
          <a:chOff x="0" y="0"/>
          <a:chExt cx="0" cy="0"/>
        </a:xfrm>
      </p:grpSpPr>
      <p:sp>
        <p:nvSpPr>
          <p:cNvPr id="7" name="标题 6"/>
          <p:cNvSpPr>
            <a:spLocks noGrp="1"/>
          </p:cNvSpPr>
          <p:nvPr>
            <p:ph type="ctrTitle" idx="16385" hasCustomPrompt="1"/>
            <p:custDataLst>
              <p:tags r:id="rId2"/>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pPr lvl="0"/>
            <a:r>
              <a:rPr lang="zh-CN" altLang="en-US"/>
              <a:t>单击此处添加标题</a:t>
            </a:r>
            <a:endParaRPr lang="zh-CN" altLang="en-US"/>
          </a:p>
        </p:txBody>
      </p:sp>
      <p:sp>
        <p:nvSpPr>
          <p:cNvPr id="8" name="文本占位符 7"/>
          <p:cNvSpPr>
            <a:spLocks noGrp="1"/>
          </p:cNvSpPr>
          <p:nvPr>
            <p:ph type="body" idx="16386" hasCustomPrompt="1"/>
            <p:custDataLst>
              <p:tags r:id="rId3"/>
            </p:custDataLst>
          </p:nvPr>
        </p:nvSpPr>
        <p:spPr>
          <a:xfrm>
            <a:off x="609600" y="2387600"/>
            <a:ext cx="3251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9" name="文本占位符 8"/>
          <p:cNvSpPr>
            <a:spLocks noGrp="1"/>
          </p:cNvSpPr>
          <p:nvPr>
            <p:ph type="body" idx="16387" hasCustomPrompt="1"/>
            <p:custDataLst>
              <p:tags r:id="rId4"/>
            </p:custDataLst>
          </p:nvPr>
        </p:nvSpPr>
        <p:spPr>
          <a:xfrm>
            <a:off x="609600" y="2946400"/>
            <a:ext cx="3251200" cy="24384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0" name="文本占位符 9"/>
          <p:cNvSpPr>
            <a:spLocks noGrp="1"/>
          </p:cNvSpPr>
          <p:nvPr>
            <p:ph type="body" idx="16388" hasCustomPrompt="1"/>
            <p:custDataLst>
              <p:tags r:id="rId5"/>
            </p:custDataLst>
          </p:nvPr>
        </p:nvSpPr>
        <p:spPr>
          <a:xfrm>
            <a:off x="4470400" y="2387600"/>
            <a:ext cx="3251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1" name="文本占位符 10"/>
          <p:cNvSpPr>
            <a:spLocks noGrp="1"/>
          </p:cNvSpPr>
          <p:nvPr>
            <p:ph type="body" idx="16389" hasCustomPrompt="1"/>
            <p:custDataLst>
              <p:tags r:id="rId6"/>
            </p:custDataLst>
          </p:nvPr>
        </p:nvSpPr>
        <p:spPr>
          <a:xfrm>
            <a:off x="4470400" y="2946400"/>
            <a:ext cx="3251200" cy="24384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2" name="文本占位符 11"/>
          <p:cNvSpPr>
            <a:spLocks noGrp="1"/>
          </p:cNvSpPr>
          <p:nvPr>
            <p:ph type="body" idx="16390" hasCustomPrompt="1"/>
            <p:custDataLst>
              <p:tags r:id="rId7"/>
            </p:custDataLst>
          </p:nvPr>
        </p:nvSpPr>
        <p:spPr>
          <a:xfrm>
            <a:off x="8331200" y="2387600"/>
            <a:ext cx="3251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3" name="文本占位符 12"/>
          <p:cNvSpPr>
            <a:spLocks noGrp="1"/>
          </p:cNvSpPr>
          <p:nvPr>
            <p:ph type="body" idx="16391" hasCustomPrompt="1"/>
            <p:custDataLst>
              <p:tags r:id="rId8"/>
            </p:custDataLst>
          </p:nvPr>
        </p:nvSpPr>
        <p:spPr>
          <a:xfrm>
            <a:off x="8331200" y="2946400"/>
            <a:ext cx="3251200" cy="24384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overrideClrMapping bg1="lt1" tx1="dk1" bg2="lt2" tx2="dk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正文页-10009_18">
    <p:bg>
      <p:bgRef idx="1001">
        <a:schemeClr val="bg1"/>
      </p:bgRef>
    </p:bg>
    <p:spTree>
      <p:nvGrpSpPr>
        <p:cNvPr id="1" name=""/>
        <p:cNvGrpSpPr/>
        <p:nvPr/>
      </p:nvGrpSpPr>
      <p:grpSpPr>
        <a:xfrm>
          <a:off x="0" y="0"/>
          <a:ext cx="0" cy="0"/>
          <a:chOff x="0" y="0"/>
          <a:chExt cx="0" cy="0"/>
        </a:xfrm>
      </p:grpSpPr>
      <p:sp>
        <p:nvSpPr>
          <p:cNvPr id="7" name="标题 6"/>
          <p:cNvSpPr>
            <a:spLocks noGrp="1"/>
          </p:cNvSpPr>
          <p:nvPr>
            <p:ph type="ctrTitle" idx="16385" hasCustomPrompt="1"/>
            <p:custDataLst>
              <p:tags r:id="rId2"/>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pPr lvl="0"/>
            <a:r>
              <a:rPr lang="zh-CN" altLang="en-US"/>
              <a:t>单击此处添加标题</a:t>
            </a:r>
            <a:endParaRPr lang="zh-CN" altLang="en-US"/>
          </a:p>
        </p:txBody>
      </p:sp>
      <p:sp>
        <p:nvSpPr>
          <p:cNvPr id="8" name="内容占位符 7"/>
          <p:cNvSpPr>
            <a:spLocks noGrp="1"/>
          </p:cNvSpPr>
          <p:nvPr>
            <p:ph idx="16392" hasCustomPrompt="1"/>
            <p:custDataLst>
              <p:tags r:id="rId3"/>
            </p:custDataLst>
          </p:nvPr>
        </p:nvSpPr>
        <p:spPr>
          <a:xfrm>
            <a:off x="609600" y="1524000"/>
            <a:ext cx="3454400" cy="2032000"/>
          </a:xfrm>
          <a:custGeom>
            <a:avLst/>
            <a:gdLst>
              <a:gd name="connisteX0" fmla="*/ 0 w 3454400"/>
              <a:gd name="connsiteY0" fmla="*/ 203200 h 2032000"/>
              <a:gd name="connisteX1" fmla="*/ 203200 w 3454400"/>
              <a:gd name="connsiteY1" fmla="*/ 0 h 2032000"/>
              <a:gd name="connisteX2" fmla="*/ 3251200 w 3454400"/>
              <a:gd name="connsiteY2" fmla="*/ 0 h 2032000"/>
              <a:gd name="connisteX3" fmla="*/ 3454400 w 3454400"/>
              <a:gd name="connsiteY3" fmla="*/ 203200 h 2032000"/>
              <a:gd name="connisteX4" fmla="*/ 3454400 w 3454400"/>
              <a:gd name="connsiteY4" fmla="*/ 1828800 h 2032000"/>
              <a:gd name="connisteX5" fmla="*/ 3251200 w 3454400"/>
              <a:gd name="connsiteY5" fmla="*/ 2032000 h 2032000"/>
              <a:gd name="connisteX6" fmla="*/ 203200 w 3454400"/>
              <a:gd name="connsiteY6" fmla="*/ 2032000 h 2032000"/>
              <a:gd name="connisteX7" fmla="*/ 0 w 3454400"/>
              <a:gd name="connsiteY7" fmla="*/ 1828800 h 2032000"/>
              <a:gd name="connisteX8" fmla="*/ 0 w 3454400"/>
              <a:gd name="connsiteY8" fmla="*/ 203200 h 203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3454400" h="2032000">
                <a:moveTo>
                  <a:pt x="0" y="203200"/>
                </a:moveTo>
                <a:cubicBezTo>
                  <a:pt x="0" y="90976"/>
                  <a:pt x="90976" y="0"/>
                  <a:pt x="203200" y="0"/>
                </a:cubicBezTo>
                <a:lnTo>
                  <a:pt x="3251200" y="0"/>
                </a:lnTo>
                <a:cubicBezTo>
                  <a:pt x="3363424" y="0"/>
                  <a:pt x="3454400" y="90976"/>
                  <a:pt x="3454400" y="203200"/>
                </a:cubicBezTo>
                <a:lnTo>
                  <a:pt x="3454400" y="1828800"/>
                </a:lnTo>
                <a:cubicBezTo>
                  <a:pt x="3454400" y="1941024"/>
                  <a:pt x="3363424" y="2032000"/>
                  <a:pt x="3251200" y="2032000"/>
                </a:cubicBezTo>
                <a:lnTo>
                  <a:pt x="203200" y="2032000"/>
                </a:lnTo>
                <a:cubicBezTo>
                  <a:pt x="90976" y="2032000"/>
                  <a:pt x="0" y="1941024"/>
                  <a:pt x="0" y="1828800"/>
                </a:cubicBezTo>
                <a:lnTo>
                  <a:pt x="0" y="20320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marL="0" indent="0">
              <a:buNone/>
              <a:defRPr/>
            </a:lvl5pPr>
          </a:lstStyle>
          <a:p>
            <a:pPr lvl="4"/>
            <a:r>
              <a:rPr lang="zh-CN" altLang="en-US" smtClean="0"/>
              <a:t> </a:t>
            </a:r>
            <a:endParaRPr lang="zh-CN" altLang="en-US" smtClean="0"/>
          </a:p>
        </p:txBody>
      </p:sp>
      <p:sp>
        <p:nvSpPr>
          <p:cNvPr id="9" name="文本占位符 8"/>
          <p:cNvSpPr>
            <a:spLocks noGrp="1"/>
          </p:cNvSpPr>
          <p:nvPr>
            <p:ph type="body" idx="16386" hasCustomPrompt="1"/>
            <p:custDataLst>
              <p:tags r:id="rId4"/>
            </p:custDataLst>
          </p:nvPr>
        </p:nvSpPr>
        <p:spPr>
          <a:xfrm>
            <a:off x="609600" y="3860800"/>
            <a:ext cx="3454400" cy="406400"/>
          </a:xfrm>
          <a:noFill/>
        </p:spPr>
        <p:txBody>
          <a:bodyPr lIns="0" tIns="0" rIns="0" bIns="0" anchor="t">
            <a:normAutofit/>
          </a:bodyPr>
          <a:lstStyle>
            <a:lvl1pPr marL="0" indent="0" algn="l">
              <a:lnSpc>
                <a:spcPct val="111000"/>
              </a:lnSpc>
              <a:buNone/>
              <a:defRPr sz="2400" b="0" spc="0">
                <a:solidFill>
                  <a:schemeClr val="tx1"/>
                </a:solidFill>
              </a:defRPr>
            </a:lvl1pPr>
            <a:lvl5pPr marL="0" indent="0" algn="l">
              <a:lnSpc>
                <a:spcPct val="111000"/>
              </a:lnSpc>
              <a:spcBef>
                <a:spcPct val="0"/>
              </a:spcBef>
              <a:spcAft>
                <a:spcPct val="0"/>
              </a:spcAft>
              <a:buNone/>
              <a:defRPr/>
            </a:lvl5pPr>
          </a:lstStyle>
          <a:p>
            <a:pPr lvl="0"/>
            <a:r>
              <a:rPr lang="zh-CN" altLang="en-US" smtClean="0"/>
              <a:t>单击此处添加项标题</a:t>
            </a:r>
            <a:endParaRPr lang="zh-CN" altLang="en-US" smtClean="0"/>
          </a:p>
        </p:txBody>
      </p:sp>
      <p:sp>
        <p:nvSpPr>
          <p:cNvPr id="10" name="文本占位符 9"/>
          <p:cNvSpPr>
            <a:spLocks noGrp="1"/>
          </p:cNvSpPr>
          <p:nvPr>
            <p:ph type="body" idx="16387" hasCustomPrompt="1"/>
            <p:custDataLst>
              <p:tags r:id="rId5"/>
            </p:custDataLst>
          </p:nvPr>
        </p:nvSpPr>
        <p:spPr>
          <a:xfrm>
            <a:off x="609600" y="4419600"/>
            <a:ext cx="3454400" cy="1828800"/>
          </a:xfrm>
          <a:noFill/>
        </p:spPr>
        <p:txBody>
          <a:bodyPr lIns="0" tIns="0" rIns="0" bIns="0" anchor="t">
            <a:normAutofit/>
          </a:bodyPr>
          <a:lstStyle>
            <a:lvl1pPr marL="0" indent="0" algn="l">
              <a:lnSpc>
                <a:spcPct val="125000"/>
              </a:lnSpc>
              <a:buNone/>
              <a:defRPr sz="1600" b="0" spc="0">
                <a:solidFill>
                  <a:schemeClr val="tx1"/>
                </a:solidFill>
              </a:defRPr>
            </a:lvl1pPr>
            <a:lvl5pPr marL="0" indent="0" algn="l">
              <a:lnSpc>
                <a:spcPct val="125000"/>
              </a:lnSpc>
              <a:spcBef>
                <a:spcPct val="0"/>
              </a:spcBef>
              <a:spcAft>
                <a:spcPct val="0"/>
              </a:spcAft>
              <a:buNone/>
              <a:defRPr/>
            </a:lvl5pPr>
          </a:lstStyle>
          <a:p>
            <a:pPr lvl="0"/>
            <a:r>
              <a:rPr lang="zh-CN" altLang="en-US" smtClean="0"/>
              <a:t>单击此处添加项正文</a:t>
            </a:r>
            <a:endParaRPr lang="zh-CN" altLang="en-US" smtClean="0"/>
          </a:p>
        </p:txBody>
      </p:sp>
      <p:sp>
        <p:nvSpPr>
          <p:cNvPr id="11" name="内容占位符 10"/>
          <p:cNvSpPr>
            <a:spLocks noGrp="1"/>
          </p:cNvSpPr>
          <p:nvPr>
            <p:ph idx="16393" hasCustomPrompt="1"/>
            <p:custDataLst>
              <p:tags r:id="rId6"/>
            </p:custDataLst>
          </p:nvPr>
        </p:nvSpPr>
        <p:spPr>
          <a:xfrm>
            <a:off x="4368800" y="1524000"/>
            <a:ext cx="3454400" cy="2032000"/>
          </a:xfrm>
          <a:custGeom>
            <a:avLst/>
            <a:gdLst>
              <a:gd name="connisteX0" fmla="*/ 0 w 3454400"/>
              <a:gd name="connsiteY0" fmla="*/ 203200 h 2032000"/>
              <a:gd name="connisteX1" fmla="*/ 203200 w 3454400"/>
              <a:gd name="connsiteY1" fmla="*/ 0 h 2032000"/>
              <a:gd name="connisteX2" fmla="*/ 3251200 w 3454400"/>
              <a:gd name="connsiteY2" fmla="*/ 0 h 2032000"/>
              <a:gd name="connisteX3" fmla="*/ 3454400 w 3454400"/>
              <a:gd name="connsiteY3" fmla="*/ 203200 h 2032000"/>
              <a:gd name="connisteX4" fmla="*/ 3454400 w 3454400"/>
              <a:gd name="connsiteY4" fmla="*/ 1828800 h 2032000"/>
              <a:gd name="connisteX5" fmla="*/ 3251200 w 3454400"/>
              <a:gd name="connsiteY5" fmla="*/ 2032000 h 2032000"/>
              <a:gd name="connisteX6" fmla="*/ 203200 w 3454400"/>
              <a:gd name="connsiteY6" fmla="*/ 2032000 h 2032000"/>
              <a:gd name="connisteX7" fmla="*/ 0 w 3454400"/>
              <a:gd name="connsiteY7" fmla="*/ 1828800 h 2032000"/>
              <a:gd name="connisteX8" fmla="*/ 0 w 3454400"/>
              <a:gd name="connsiteY8" fmla="*/ 203200 h 203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3454400" h="2032000">
                <a:moveTo>
                  <a:pt x="0" y="203200"/>
                </a:moveTo>
                <a:cubicBezTo>
                  <a:pt x="0" y="90976"/>
                  <a:pt x="90976" y="0"/>
                  <a:pt x="203200" y="0"/>
                </a:cubicBezTo>
                <a:lnTo>
                  <a:pt x="3251200" y="0"/>
                </a:lnTo>
                <a:cubicBezTo>
                  <a:pt x="3363424" y="0"/>
                  <a:pt x="3454400" y="90976"/>
                  <a:pt x="3454400" y="203200"/>
                </a:cubicBezTo>
                <a:lnTo>
                  <a:pt x="3454400" y="1828800"/>
                </a:lnTo>
                <a:cubicBezTo>
                  <a:pt x="3454400" y="1941024"/>
                  <a:pt x="3363424" y="2032000"/>
                  <a:pt x="3251200" y="2032000"/>
                </a:cubicBezTo>
                <a:lnTo>
                  <a:pt x="203200" y="2032000"/>
                </a:lnTo>
                <a:cubicBezTo>
                  <a:pt x="90976" y="2032000"/>
                  <a:pt x="0" y="1941024"/>
                  <a:pt x="0" y="1828800"/>
                </a:cubicBezTo>
                <a:lnTo>
                  <a:pt x="0" y="20320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marL="0" indent="0">
              <a:buNone/>
              <a:defRPr/>
            </a:lvl5pPr>
          </a:lstStyle>
          <a:p>
            <a:pPr lvl="4"/>
            <a:r>
              <a:rPr lang="zh-CN" altLang="en-US" smtClean="0"/>
              <a:t> </a:t>
            </a:r>
            <a:endParaRPr lang="zh-CN" altLang="en-US" smtClean="0"/>
          </a:p>
        </p:txBody>
      </p:sp>
      <p:sp>
        <p:nvSpPr>
          <p:cNvPr id="12" name="文本占位符 11"/>
          <p:cNvSpPr>
            <a:spLocks noGrp="1"/>
          </p:cNvSpPr>
          <p:nvPr>
            <p:ph type="body" idx="16388" hasCustomPrompt="1"/>
            <p:custDataLst>
              <p:tags r:id="rId7"/>
            </p:custDataLst>
          </p:nvPr>
        </p:nvSpPr>
        <p:spPr>
          <a:xfrm>
            <a:off x="4368800" y="3860800"/>
            <a:ext cx="3454400" cy="406400"/>
          </a:xfrm>
          <a:noFill/>
        </p:spPr>
        <p:txBody>
          <a:bodyPr lIns="0" tIns="0" rIns="0" bIns="0" anchor="t">
            <a:normAutofit/>
          </a:bodyPr>
          <a:lstStyle>
            <a:lvl1pPr marL="0" indent="0" algn="l">
              <a:lnSpc>
                <a:spcPct val="111000"/>
              </a:lnSpc>
              <a:buNone/>
              <a:defRPr sz="2400" b="0" spc="0">
                <a:solidFill>
                  <a:schemeClr val="tx1"/>
                </a:solidFill>
              </a:defRPr>
            </a:lvl1pPr>
            <a:lvl5pPr marL="0" indent="0" algn="l">
              <a:lnSpc>
                <a:spcPct val="111000"/>
              </a:lnSpc>
              <a:spcBef>
                <a:spcPct val="0"/>
              </a:spcBef>
              <a:spcAft>
                <a:spcPct val="0"/>
              </a:spcAft>
              <a:buNone/>
              <a:defRPr/>
            </a:lvl5pPr>
          </a:lstStyle>
          <a:p>
            <a:pPr lvl="0"/>
            <a:r>
              <a:rPr lang="zh-CN" altLang="en-US" smtClean="0"/>
              <a:t>单击此处添加项标题</a:t>
            </a:r>
            <a:endParaRPr lang="zh-CN" altLang="en-US" smtClean="0"/>
          </a:p>
        </p:txBody>
      </p:sp>
      <p:sp>
        <p:nvSpPr>
          <p:cNvPr id="13" name="文本占位符 12"/>
          <p:cNvSpPr>
            <a:spLocks noGrp="1"/>
          </p:cNvSpPr>
          <p:nvPr>
            <p:ph type="body" idx="16389" hasCustomPrompt="1"/>
            <p:custDataLst>
              <p:tags r:id="rId8"/>
            </p:custDataLst>
          </p:nvPr>
        </p:nvSpPr>
        <p:spPr>
          <a:xfrm>
            <a:off x="4368800" y="4419600"/>
            <a:ext cx="3454400" cy="1828800"/>
          </a:xfrm>
          <a:noFill/>
        </p:spPr>
        <p:txBody>
          <a:bodyPr lIns="0" tIns="0" rIns="0" bIns="0" anchor="t">
            <a:normAutofit/>
          </a:bodyPr>
          <a:lstStyle>
            <a:lvl1pPr marL="0" indent="0" algn="l">
              <a:lnSpc>
                <a:spcPct val="125000"/>
              </a:lnSpc>
              <a:buNone/>
              <a:defRPr sz="1600" b="0" spc="0">
                <a:solidFill>
                  <a:schemeClr val="tx1"/>
                </a:solidFill>
              </a:defRPr>
            </a:lvl1pPr>
            <a:lvl5pPr marL="0" indent="0" algn="l">
              <a:lnSpc>
                <a:spcPct val="125000"/>
              </a:lnSpc>
              <a:spcBef>
                <a:spcPct val="0"/>
              </a:spcBef>
              <a:spcAft>
                <a:spcPct val="0"/>
              </a:spcAft>
              <a:buNone/>
              <a:defRPr/>
            </a:lvl5pPr>
          </a:lstStyle>
          <a:p>
            <a:pPr lvl="0"/>
            <a:r>
              <a:rPr lang="zh-CN" altLang="en-US" smtClean="0"/>
              <a:t>单击此处添加项正文</a:t>
            </a:r>
            <a:endParaRPr lang="zh-CN" altLang="en-US" smtClean="0"/>
          </a:p>
        </p:txBody>
      </p:sp>
      <p:sp>
        <p:nvSpPr>
          <p:cNvPr id="15" name="内容占位符 14"/>
          <p:cNvSpPr>
            <a:spLocks noGrp="1"/>
          </p:cNvSpPr>
          <p:nvPr>
            <p:ph idx="16394" hasCustomPrompt="1"/>
            <p:custDataLst>
              <p:tags r:id="rId9"/>
            </p:custDataLst>
          </p:nvPr>
        </p:nvSpPr>
        <p:spPr>
          <a:xfrm>
            <a:off x="8128000" y="1524000"/>
            <a:ext cx="3454400" cy="2032000"/>
          </a:xfrm>
          <a:custGeom>
            <a:avLst/>
            <a:gdLst>
              <a:gd name="connisteX0" fmla="*/ 0 w 3454400"/>
              <a:gd name="connsiteY0" fmla="*/ 203200 h 2032000"/>
              <a:gd name="connisteX1" fmla="*/ 203200 w 3454400"/>
              <a:gd name="connsiteY1" fmla="*/ 0 h 2032000"/>
              <a:gd name="connisteX2" fmla="*/ 3251200 w 3454400"/>
              <a:gd name="connsiteY2" fmla="*/ 0 h 2032000"/>
              <a:gd name="connisteX3" fmla="*/ 3454400 w 3454400"/>
              <a:gd name="connsiteY3" fmla="*/ 203200 h 2032000"/>
              <a:gd name="connisteX4" fmla="*/ 3454400 w 3454400"/>
              <a:gd name="connsiteY4" fmla="*/ 1828800 h 2032000"/>
              <a:gd name="connisteX5" fmla="*/ 3251200 w 3454400"/>
              <a:gd name="connsiteY5" fmla="*/ 2032000 h 2032000"/>
              <a:gd name="connisteX6" fmla="*/ 203200 w 3454400"/>
              <a:gd name="connsiteY6" fmla="*/ 2032000 h 2032000"/>
              <a:gd name="connisteX7" fmla="*/ 0 w 3454400"/>
              <a:gd name="connsiteY7" fmla="*/ 1828800 h 2032000"/>
              <a:gd name="connisteX8" fmla="*/ 0 w 3454400"/>
              <a:gd name="connsiteY8" fmla="*/ 203200 h 203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3454400" h="2032000">
                <a:moveTo>
                  <a:pt x="0" y="203200"/>
                </a:moveTo>
                <a:cubicBezTo>
                  <a:pt x="0" y="90976"/>
                  <a:pt x="90976" y="0"/>
                  <a:pt x="203200" y="0"/>
                </a:cubicBezTo>
                <a:lnTo>
                  <a:pt x="3251200" y="0"/>
                </a:lnTo>
                <a:cubicBezTo>
                  <a:pt x="3363424" y="0"/>
                  <a:pt x="3454400" y="90976"/>
                  <a:pt x="3454400" y="203200"/>
                </a:cubicBezTo>
                <a:lnTo>
                  <a:pt x="3454400" y="1828800"/>
                </a:lnTo>
                <a:cubicBezTo>
                  <a:pt x="3454400" y="1941024"/>
                  <a:pt x="3363424" y="2032000"/>
                  <a:pt x="3251200" y="2032000"/>
                </a:cubicBezTo>
                <a:lnTo>
                  <a:pt x="203200" y="2032000"/>
                </a:lnTo>
                <a:cubicBezTo>
                  <a:pt x="90976" y="2032000"/>
                  <a:pt x="0" y="1941024"/>
                  <a:pt x="0" y="1828800"/>
                </a:cubicBezTo>
                <a:lnTo>
                  <a:pt x="0" y="20320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marL="0" indent="0">
              <a:buNone/>
              <a:defRPr/>
            </a:lvl5pPr>
          </a:lstStyle>
          <a:p>
            <a:pPr lvl="4"/>
            <a:r>
              <a:rPr lang="zh-CN" altLang="en-US" smtClean="0"/>
              <a:t> </a:t>
            </a:r>
            <a:endParaRPr lang="zh-CN" altLang="en-US" smtClean="0"/>
          </a:p>
        </p:txBody>
      </p:sp>
      <p:sp>
        <p:nvSpPr>
          <p:cNvPr id="16" name="文本占位符 15"/>
          <p:cNvSpPr>
            <a:spLocks noGrp="1"/>
          </p:cNvSpPr>
          <p:nvPr>
            <p:ph type="body" idx="16390" hasCustomPrompt="1"/>
            <p:custDataLst>
              <p:tags r:id="rId10"/>
            </p:custDataLst>
          </p:nvPr>
        </p:nvSpPr>
        <p:spPr>
          <a:xfrm>
            <a:off x="8128000" y="3860800"/>
            <a:ext cx="3454400" cy="406400"/>
          </a:xfrm>
          <a:noFill/>
        </p:spPr>
        <p:txBody>
          <a:bodyPr lIns="0" tIns="0" rIns="0" bIns="0" anchor="t">
            <a:normAutofit/>
          </a:bodyPr>
          <a:lstStyle>
            <a:lvl1pPr marL="0" indent="0" algn="l">
              <a:lnSpc>
                <a:spcPct val="111000"/>
              </a:lnSpc>
              <a:buNone/>
              <a:defRPr sz="2400" b="0" spc="0">
                <a:solidFill>
                  <a:schemeClr val="tx1"/>
                </a:solidFill>
              </a:defRPr>
            </a:lvl1pPr>
            <a:lvl5pPr marL="0" indent="0" algn="l">
              <a:lnSpc>
                <a:spcPct val="111000"/>
              </a:lnSpc>
              <a:spcBef>
                <a:spcPct val="0"/>
              </a:spcBef>
              <a:spcAft>
                <a:spcPct val="0"/>
              </a:spcAft>
              <a:buNone/>
              <a:defRPr/>
            </a:lvl5pPr>
          </a:lstStyle>
          <a:p>
            <a:pPr lvl="0"/>
            <a:r>
              <a:rPr lang="zh-CN" altLang="en-US" smtClean="0"/>
              <a:t>单击此处添加项标题</a:t>
            </a:r>
            <a:endParaRPr lang="zh-CN" altLang="en-US" smtClean="0"/>
          </a:p>
        </p:txBody>
      </p:sp>
      <p:sp>
        <p:nvSpPr>
          <p:cNvPr id="17" name="文本占位符 16"/>
          <p:cNvSpPr>
            <a:spLocks noGrp="1"/>
          </p:cNvSpPr>
          <p:nvPr>
            <p:ph type="body" idx="16391" hasCustomPrompt="1"/>
            <p:custDataLst>
              <p:tags r:id="rId11"/>
            </p:custDataLst>
          </p:nvPr>
        </p:nvSpPr>
        <p:spPr>
          <a:xfrm>
            <a:off x="8128000" y="4419600"/>
            <a:ext cx="3454400" cy="1828800"/>
          </a:xfrm>
          <a:noFill/>
        </p:spPr>
        <p:txBody>
          <a:bodyPr lIns="0" tIns="0" rIns="0" bIns="0" anchor="t">
            <a:normAutofit/>
          </a:bodyPr>
          <a:lstStyle>
            <a:lvl1pPr marL="0" indent="0" algn="l">
              <a:lnSpc>
                <a:spcPct val="125000"/>
              </a:lnSpc>
              <a:buNone/>
              <a:defRPr sz="1600" b="0" spc="0">
                <a:solidFill>
                  <a:schemeClr val="tx1"/>
                </a:solidFill>
              </a:defRPr>
            </a:lvl1pPr>
            <a:lvl5pPr marL="0" indent="0" algn="l">
              <a:lnSpc>
                <a:spcPct val="125000"/>
              </a:lnSpc>
              <a:spcBef>
                <a:spcPct val="0"/>
              </a:spcBef>
              <a:spcAft>
                <a:spcPct val="0"/>
              </a:spcAft>
              <a:buNone/>
              <a:defRPr/>
            </a:lvl5pPr>
          </a:lstStyle>
          <a:p>
            <a:pPr lvl="0"/>
            <a:r>
              <a:rPr lang="zh-CN" altLang="en-US" smtClean="0"/>
              <a:t>单击此处添加项正文</a:t>
            </a:r>
            <a:endParaRPr lang="zh-CN" altLang="en-US" smtClean="0"/>
          </a:p>
        </p:txBody>
      </p:sp>
    </p:spTree>
  </p:cSld>
  <p:clrMapOvr>
    <a:overrideClrMapping bg1="lt1" tx1="dk1" bg2="lt2" tx2="dk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正文页-27_17">
    <p:bg>
      <p:bgRef idx="1001">
        <a:schemeClr val="bg1"/>
      </p:bgRef>
    </p:bg>
    <p:spTree>
      <p:nvGrpSpPr>
        <p:cNvPr id="1" name=""/>
        <p:cNvGrpSpPr/>
        <p:nvPr/>
      </p:nvGrpSpPr>
      <p:grpSpPr>
        <a:xfrm>
          <a:off x="0" y="0"/>
          <a:ext cx="0" cy="0"/>
          <a:chOff x="0" y="0"/>
          <a:chExt cx="0" cy="0"/>
        </a:xfrm>
      </p:grpSpPr>
      <p:sp>
        <p:nvSpPr>
          <p:cNvPr id="7" name="标题 6"/>
          <p:cNvSpPr>
            <a:spLocks noGrp="1"/>
          </p:cNvSpPr>
          <p:nvPr>
            <p:ph type="ctrTitle" idx="16385" hasCustomPrompt="1"/>
            <p:custDataLst>
              <p:tags r:id="rId2"/>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pPr lvl="0"/>
            <a:r>
              <a:rPr lang="zh-CN" altLang="en-US"/>
              <a:t>单击此处添加标题</a:t>
            </a:r>
            <a:endParaRPr lang="zh-CN" altLang="en-US"/>
          </a:p>
        </p:txBody>
      </p:sp>
      <p:sp>
        <p:nvSpPr>
          <p:cNvPr id="8" name="装饰  7"/>
          <p:cNvSpPr>
            <a:spLocks noGrp="1"/>
          </p:cNvSpPr>
          <p:nvPr>
            <p:ph type="body" idx="16395" hasCustomPrompt="1"/>
            <p:custDataLst>
              <p:tags r:id="rId3"/>
            </p:custDataLst>
          </p:nvPr>
        </p:nvSpPr>
        <p:spPr>
          <a:xfrm>
            <a:off x="609600" y="2108200"/>
            <a:ext cx="1219200" cy="1219200"/>
          </a:xfrm>
          <a:custGeom>
            <a:avLst/>
            <a:gdLst>
              <a:gd name="connisteX0" fmla="*/ 0 w 1219200"/>
              <a:gd name="connsiteY0" fmla="*/ 304800 h 1219200"/>
              <a:gd name="connisteX1" fmla="*/ 304800 w 1219200"/>
              <a:gd name="connsiteY1" fmla="*/ 0 h 1219200"/>
              <a:gd name="connisteX2" fmla="*/ 914400 w 1219200"/>
              <a:gd name="connsiteY2" fmla="*/ 0 h 1219200"/>
              <a:gd name="connisteX3" fmla="*/ 1219200 w 1219200"/>
              <a:gd name="connsiteY3" fmla="*/ 304800 h 1219200"/>
              <a:gd name="connisteX4" fmla="*/ 1219200 w 1219200"/>
              <a:gd name="connsiteY4" fmla="*/ 914400 h 1219200"/>
              <a:gd name="connisteX5" fmla="*/ 914400 w 1219200"/>
              <a:gd name="connsiteY5" fmla="*/ 1219200 h 1219200"/>
              <a:gd name="connisteX6" fmla="*/ 304800 w 1219200"/>
              <a:gd name="connsiteY6" fmla="*/ 1219200 h 1219200"/>
              <a:gd name="connisteX7" fmla="*/ 0 w 1219200"/>
              <a:gd name="connsiteY7" fmla="*/ 914400 h 1219200"/>
              <a:gd name="connisteX8" fmla="*/ 0 w 1219200"/>
              <a:gd name="connsiteY8" fmla="*/ 304800 h 1219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219200" h="1219200">
                <a:moveTo>
                  <a:pt x="0" y="304800"/>
                </a:moveTo>
                <a:cubicBezTo>
                  <a:pt x="0" y="136464"/>
                  <a:pt x="136464" y="0"/>
                  <a:pt x="304800" y="0"/>
                </a:cubicBezTo>
                <a:lnTo>
                  <a:pt x="914400" y="0"/>
                </a:lnTo>
                <a:cubicBezTo>
                  <a:pt x="1082736" y="0"/>
                  <a:pt x="1219200" y="136464"/>
                  <a:pt x="1219200" y="304800"/>
                </a:cubicBezTo>
                <a:lnTo>
                  <a:pt x="1219200" y="914400"/>
                </a:lnTo>
                <a:cubicBezTo>
                  <a:pt x="1219200" y="1082736"/>
                  <a:pt x="1082736" y="1219200"/>
                  <a:pt x="914400" y="1219200"/>
                </a:cubicBezTo>
                <a:lnTo>
                  <a:pt x="304800" y="1219200"/>
                </a:lnTo>
                <a:cubicBezTo>
                  <a:pt x="136464" y="1219200"/>
                  <a:pt x="0" y="1082736"/>
                  <a:pt x="0" y="914400"/>
                </a:cubicBezTo>
                <a:lnTo>
                  <a:pt x="0" y="304800"/>
                </a:lnTo>
                <a:close/>
              </a:path>
            </a:pathLst>
          </a:custGeom>
          <a:solidFill>
            <a:schemeClr val="accent1"/>
          </a:soli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9" name="文本占位符 8"/>
          <p:cNvSpPr>
            <a:spLocks noGrp="1"/>
          </p:cNvSpPr>
          <p:nvPr>
            <p:ph type="body" idx="16388" hasCustomPrompt="1"/>
            <p:custDataLst>
              <p:tags r:id="rId4"/>
            </p:custDataLst>
          </p:nvPr>
        </p:nvSpPr>
        <p:spPr>
          <a:xfrm>
            <a:off x="857250" y="2413000"/>
            <a:ext cx="723900" cy="609600"/>
          </a:xfrm>
          <a:noFill/>
        </p:spPr>
        <p:txBody>
          <a:bodyPr wrap="none" lIns="0" tIns="0" rIns="0" bIns="0" anchor="ctr">
            <a:noAutofit/>
          </a:bodyPr>
          <a:lstStyle>
            <a:lvl1pPr marL="0" indent="0" algn="ctr">
              <a:lnSpc>
                <a:spcPct val="109000"/>
              </a:lnSpc>
              <a:spcBef>
                <a:spcPct val="0"/>
              </a:spcBef>
              <a:spcAft>
                <a:spcPct val="0"/>
              </a:spcAft>
              <a:buNone/>
              <a:defRPr sz="4800" b="0" spc="0">
                <a:solidFill>
                  <a:srgbClr val="FFFFFF"/>
                </a:solidFill>
              </a:defRPr>
            </a:lvl1pPr>
          </a:lstStyle>
          <a:p>
            <a:pPr lvl="0"/>
            <a:r>
              <a:rPr lang="zh-CN" altLang="en-US" smtClean="0"/>
              <a:t>01</a:t>
            </a:r>
            <a:endParaRPr lang="zh-CN" altLang="en-US" smtClean="0"/>
          </a:p>
        </p:txBody>
      </p:sp>
      <p:sp>
        <p:nvSpPr>
          <p:cNvPr id="10" name="文本占位符 9"/>
          <p:cNvSpPr>
            <a:spLocks noGrp="1"/>
          </p:cNvSpPr>
          <p:nvPr>
            <p:ph type="body" idx="16386" hasCustomPrompt="1"/>
            <p:custDataLst>
              <p:tags r:id="rId5"/>
            </p:custDataLst>
          </p:nvPr>
        </p:nvSpPr>
        <p:spPr>
          <a:xfrm>
            <a:off x="609600" y="3632200"/>
            <a:ext cx="3251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1" name="文本占位符 10"/>
          <p:cNvSpPr>
            <a:spLocks noGrp="1"/>
          </p:cNvSpPr>
          <p:nvPr>
            <p:ph type="body" idx="16387" hasCustomPrompt="1"/>
            <p:custDataLst>
              <p:tags r:id="rId6"/>
            </p:custDataLst>
          </p:nvPr>
        </p:nvSpPr>
        <p:spPr>
          <a:xfrm>
            <a:off x="609600" y="4140200"/>
            <a:ext cx="3251200" cy="15240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2" name="装饰  1"/>
          <p:cNvSpPr>
            <a:spLocks noGrp="1"/>
          </p:cNvSpPr>
          <p:nvPr>
            <p:ph type="body" idx="16396" hasCustomPrompt="1"/>
            <p:custDataLst>
              <p:tags r:id="rId7"/>
            </p:custDataLst>
          </p:nvPr>
        </p:nvSpPr>
        <p:spPr>
          <a:xfrm>
            <a:off x="4470400" y="2108200"/>
            <a:ext cx="1219200" cy="1219200"/>
          </a:xfrm>
          <a:custGeom>
            <a:avLst/>
            <a:gdLst>
              <a:gd name="connisteX0" fmla="*/ 0 w 1219200"/>
              <a:gd name="connsiteY0" fmla="*/ 304800 h 1219200"/>
              <a:gd name="connisteX1" fmla="*/ 304800 w 1219200"/>
              <a:gd name="connsiteY1" fmla="*/ 0 h 1219200"/>
              <a:gd name="connisteX2" fmla="*/ 914400 w 1219200"/>
              <a:gd name="connsiteY2" fmla="*/ 0 h 1219200"/>
              <a:gd name="connisteX3" fmla="*/ 1219200 w 1219200"/>
              <a:gd name="connsiteY3" fmla="*/ 304800 h 1219200"/>
              <a:gd name="connisteX4" fmla="*/ 1219200 w 1219200"/>
              <a:gd name="connsiteY4" fmla="*/ 914400 h 1219200"/>
              <a:gd name="connisteX5" fmla="*/ 914400 w 1219200"/>
              <a:gd name="connsiteY5" fmla="*/ 1219200 h 1219200"/>
              <a:gd name="connisteX6" fmla="*/ 304800 w 1219200"/>
              <a:gd name="connsiteY6" fmla="*/ 1219200 h 1219200"/>
              <a:gd name="connisteX7" fmla="*/ 0 w 1219200"/>
              <a:gd name="connsiteY7" fmla="*/ 914400 h 1219200"/>
              <a:gd name="connisteX8" fmla="*/ 0 w 1219200"/>
              <a:gd name="connsiteY8" fmla="*/ 304800 h 1219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219200" h="1219200">
                <a:moveTo>
                  <a:pt x="0" y="304800"/>
                </a:moveTo>
                <a:cubicBezTo>
                  <a:pt x="0" y="136464"/>
                  <a:pt x="136464" y="0"/>
                  <a:pt x="304800" y="0"/>
                </a:cubicBezTo>
                <a:lnTo>
                  <a:pt x="914400" y="0"/>
                </a:lnTo>
                <a:cubicBezTo>
                  <a:pt x="1082736" y="0"/>
                  <a:pt x="1219200" y="136464"/>
                  <a:pt x="1219200" y="304800"/>
                </a:cubicBezTo>
                <a:lnTo>
                  <a:pt x="1219200" y="914400"/>
                </a:lnTo>
                <a:cubicBezTo>
                  <a:pt x="1219200" y="1082736"/>
                  <a:pt x="1082736" y="1219200"/>
                  <a:pt x="914400" y="1219200"/>
                </a:cubicBezTo>
                <a:lnTo>
                  <a:pt x="304800" y="1219200"/>
                </a:lnTo>
                <a:cubicBezTo>
                  <a:pt x="136464" y="1219200"/>
                  <a:pt x="0" y="1082736"/>
                  <a:pt x="0" y="914400"/>
                </a:cubicBezTo>
                <a:lnTo>
                  <a:pt x="0" y="304800"/>
                </a:lnTo>
                <a:close/>
              </a:path>
            </a:pathLst>
          </a:custGeom>
          <a:solidFill>
            <a:schemeClr val="accent1"/>
          </a:soli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3" name="文本占位符 12"/>
          <p:cNvSpPr>
            <a:spLocks noGrp="1"/>
          </p:cNvSpPr>
          <p:nvPr>
            <p:ph type="body" idx="16391" hasCustomPrompt="1"/>
            <p:custDataLst>
              <p:tags r:id="rId8"/>
            </p:custDataLst>
          </p:nvPr>
        </p:nvSpPr>
        <p:spPr>
          <a:xfrm>
            <a:off x="4718050" y="2413000"/>
            <a:ext cx="723900" cy="609600"/>
          </a:xfrm>
          <a:noFill/>
        </p:spPr>
        <p:txBody>
          <a:bodyPr wrap="none" lIns="0" tIns="0" rIns="0" bIns="0" anchor="ctr">
            <a:noAutofit/>
          </a:bodyPr>
          <a:lstStyle>
            <a:lvl1pPr marL="0" indent="0" algn="ctr">
              <a:lnSpc>
                <a:spcPct val="109000"/>
              </a:lnSpc>
              <a:spcBef>
                <a:spcPct val="0"/>
              </a:spcBef>
              <a:spcAft>
                <a:spcPct val="0"/>
              </a:spcAft>
              <a:buNone/>
              <a:defRPr sz="4800" b="0" spc="0">
                <a:solidFill>
                  <a:srgbClr val="FFFFFF"/>
                </a:solidFill>
              </a:defRPr>
            </a:lvl1pPr>
          </a:lstStyle>
          <a:p>
            <a:pPr lvl="0"/>
            <a:r>
              <a:rPr lang="zh-CN" altLang="en-US" smtClean="0"/>
              <a:t>02</a:t>
            </a:r>
            <a:endParaRPr lang="zh-CN" altLang="en-US" smtClean="0"/>
          </a:p>
        </p:txBody>
      </p:sp>
      <p:sp>
        <p:nvSpPr>
          <p:cNvPr id="15" name="文本占位符 14"/>
          <p:cNvSpPr>
            <a:spLocks noGrp="1"/>
          </p:cNvSpPr>
          <p:nvPr>
            <p:ph type="body" idx="16389" hasCustomPrompt="1"/>
            <p:custDataLst>
              <p:tags r:id="rId9"/>
            </p:custDataLst>
          </p:nvPr>
        </p:nvSpPr>
        <p:spPr>
          <a:xfrm>
            <a:off x="4470400" y="3632200"/>
            <a:ext cx="3251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6" name="文本占位符 15"/>
          <p:cNvSpPr>
            <a:spLocks noGrp="1"/>
          </p:cNvSpPr>
          <p:nvPr>
            <p:ph type="body" idx="16390" hasCustomPrompt="1"/>
            <p:custDataLst>
              <p:tags r:id="rId10"/>
            </p:custDataLst>
          </p:nvPr>
        </p:nvSpPr>
        <p:spPr>
          <a:xfrm>
            <a:off x="4470400" y="4140200"/>
            <a:ext cx="3251200" cy="15240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7" name="装饰  6"/>
          <p:cNvSpPr>
            <a:spLocks noGrp="1"/>
          </p:cNvSpPr>
          <p:nvPr>
            <p:ph type="body" idx="16397" hasCustomPrompt="1"/>
            <p:custDataLst>
              <p:tags r:id="rId11"/>
            </p:custDataLst>
          </p:nvPr>
        </p:nvSpPr>
        <p:spPr>
          <a:xfrm>
            <a:off x="8331200" y="2108200"/>
            <a:ext cx="1219200" cy="1219200"/>
          </a:xfrm>
          <a:custGeom>
            <a:avLst/>
            <a:gdLst>
              <a:gd name="connisteX0" fmla="*/ 0 w 1219200"/>
              <a:gd name="connsiteY0" fmla="*/ 304800 h 1219200"/>
              <a:gd name="connisteX1" fmla="*/ 304800 w 1219200"/>
              <a:gd name="connsiteY1" fmla="*/ 0 h 1219200"/>
              <a:gd name="connisteX2" fmla="*/ 914400 w 1219200"/>
              <a:gd name="connsiteY2" fmla="*/ 0 h 1219200"/>
              <a:gd name="connisteX3" fmla="*/ 1219200 w 1219200"/>
              <a:gd name="connsiteY3" fmla="*/ 304800 h 1219200"/>
              <a:gd name="connisteX4" fmla="*/ 1219200 w 1219200"/>
              <a:gd name="connsiteY4" fmla="*/ 914400 h 1219200"/>
              <a:gd name="connisteX5" fmla="*/ 914400 w 1219200"/>
              <a:gd name="connsiteY5" fmla="*/ 1219200 h 1219200"/>
              <a:gd name="connisteX6" fmla="*/ 304800 w 1219200"/>
              <a:gd name="connsiteY6" fmla="*/ 1219200 h 1219200"/>
              <a:gd name="connisteX7" fmla="*/ 0 w 1219200"/>
              <a:gd name="connsiteY7" fmla="*/ 914400 h 1219200"/>
              <a:gd name="connisteX8" fmla="*/ 0 w 1219200"/>
              <a:gd name="connsiteY8" fmla="*/ 304800 h 1219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219200" h="1219200">
                <a:moveTo>
                  <a:pt x="0" y="304800"/>
                </a:moveTo>
                <a:cubicBezTo>
                  <a:pt x="0" y="136464"/>
                  <a:pt x="136464" y="0"/>
                  <a:pt x="304800" y="0"/>
                </a:cubicBezTo>
                <a:lnTo>
                  <a:pt x="914400" y="0"/>
                </a:lnTo>
                <a:cubicBezTo>
                  <a:pt x="1082736" y="0"/>
                  <a:pt x="1219200" y="136464"/>
                  <a:pt x="1219200" y="304800"/>
                </a:cubicBezTo>
                <a:lnTo>
                  <a:pt x="1219200" y="914400"/>
                </a:lnTo>
                <a:cubicBezTo>
                  <a:pt x="1219200" y="1082736"/>
                  <a:pt x="1082736" y="1219200"/>
                  <a:pt x="914400" y="1219200"/>
                </a:cubicBezTo>
                <a:lnTo>
                  <a:pt x="304800" y="1219200"/>
                </a:lnTo>
                <a:cubicBezTo>
                  <a:pt x="136464" y="1219200"/>
                  <a:pt x="0" y="1082736"/>
                  <a:pt x="0" y="914400"/>
                </a:cubicBezTo>
                <a:lnTo>
                  <a:pt x="0" y="304800"/>
                </a:lnTo>
                <a:close/>
              </a:path>
            </a:pathLst>
          </a:custGeom>
          <a:solidFill>
            <a:schemeClr val="accent1"/>
          </a:soli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8" name="文本占位符 17"/>
          <p:cNvSpPr>
            <a:spLocks noGrp="1"/>
          </p:cNvSpPr>
          <p:nvPr>
            <p:ph type="body" idx="16394" hasCustomPrompt="1"/>
            <p:custDataLst>
              <p:tags r:id="rId12"/>
            </p:custDataLst>
          </p:nvPr>
        </p:nvSpPr>
        <p:spPr>
          <a:xfrm>
            <a:off x="8578850" y="2413000"/>
            <a:ext cx="723900" cy="609600"/>
          </a:xfrm>
          <a:noFill/>
        </p:spPr>
        <p:txBody>
          <a:bodyPr wrap="none" lIns="0" tIns="0" rIns="0" bIns="0" anchor="ctr">
            <a:noAutofit/>
          </a:bodyPr>
          <a:lstStyle>
            <a:lvl1pPr marL="0" indent="0" algn="ctr">
              <a:lnSpc>
                <a:spcPct val="109000"/>
              </a:lnSpc>
              <a:spcBef>
                <a:spcPct val="0"/>
              </a:spcBef>
              <a:spcAft>
                <a:spcPct val="0"/>
              </a:spcAft>
              <a:buNone/>
              <a:defRPr sz="4800" b="0" spc="0">
                <a:solidFill>
                  <a:srgbClr val="FFFFFF"/>
                </a:solidFill>
              </a:defRPr>
            </a:lvl1pPr>
          </a:lstStyle>
          <a:p>
            <a:pPr lvl="0"/>
            <a:r>
              <a:rPr lang="zh-CN" altLang="en-US" smtClean="0"/>
              <a:t>03</a:t>
            </a:r>
            <a:endParaRPr lang="zh-CN" altLang="en-US" smtClean="0"/>
          </a:p>
        </p:txBody>
      </p:sp>
      <p:sp>
        <p:nvSpPr>
          <p:cNvPr id="19" name="文本占位符 18"/>
          <p:cNvSpPr>
            <a:spLocks noGrp="1"/>
          </p:cNvSpPr>
          <p:nvPr>
            <p:ph type="body" idx="16392" hasCustomPrompt="1"/>
            <p:custDataLst>
              <p:tags r:id="rId13"/>
            </p:custDataLst>
          </p:nvPr>
        </p:nvSpPr>
        <p:spPr>
          <a:xfrm>
            <a:off x="8331200" y="3632200"/>
            <a:ext cx="3251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20" name="文本占位符 19"/>
          <p:cNvSpPr>
            <a:spLocks noGrp="1"/>
          </p:cNvSpPr>
          <p:nvPr>
            <p:ph type="body" idx="16393" hasCustomPrompt="1"/>
            <p:custDataLst>
              <p:tags r:id="rId14"/>
            </p:custDataLst>
          </p:nvPr>
        </p:nvSpPr>
        <p:spPr>
          <a:xfrm>
            <a:off x="8331200" y="4140200"/>
            <a:ext cx="3251200" cy="15240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overrideClrMapping bg1="lt1" tx1="dk1" bg2="lt2" tx2="dk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正文页-30_29">
    <p:bg>
      <p:bgRef idx="1001">
        <a:schemeClr val="bg1"/>
      </p:bgRef>
    </p:bg>
    <p:spTree>
      <p:nvGrpSpPr>
        <p:cNvPr id="1" name=""/>
        <p:cNvGrpSpPr/>
        <p:nvPr/>
      </p:nvGrpSpPr>
      <p:grpSpPr>
        <a:xfrm>
          <a:off x="0" y="0"/>
          <a:ext cx="0" cy="0"/>
          <a:chOff x="0" y="0"/>
          <a:chExt cx="0" cy="0"/>
        </a:xfrm>
      </p:grpSpPr>
      <p:sp>
        <p:nvSpPr>
          <p:cNvPr id="7" name="标题 6"/>
          <p:cNvSpPr>
            <a:spLocks noGrp="1"/>
          </p:cNvSpPr>
          <p:nvPr>
            <p:ph type="ctrTitle" idx="16385" hasCustomPrompt="1"/>
            <p:custDataLst>
              <p:tags r:id="rId2"/>
            </p:custDataLst>
          </p:nvPr>
        </p:nvSpPr>
        <p:spPr>
          <a:xfrm>
            <a:off x="4191000" y="533400"/>
            <a:ext cx="73914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pPr lvl="0"/>
            <a:r>
              <a:rPr lang="zh-CN" altLang="en-US"/>
              <a:t>单击此处添加标题</a:t>
            </a:r>
            <a:endParaRPr lang="zh-CN" altLang="en-US"/>
          </a:p>
        </p:txBody>
      </p:sp>
      <p:sp>
        <p:nvSpPr>
          <p:cNvPr id="8" name="内容占位符 7"/>
          <p:cNvSpPr>
            <a:spLocks noGrp="1"/>
          </p:cNvSpPr>
          <p:nvPr>
            <p:ph idx="16392" hasCustomPrompt="1"/>
            <p:custDataLst>
              <p:tags r:id="rId3"/>
            </p:custDataLst>
          </p:nvPr>
        </p:nvSpPr>
        <p:spPr>
          <a:xfrm>
            <a:off x="0" y="0"/>
            <a:ext cx="3581400" cy="6858000"/>
          </a:xfrm>
          <a:custGeom>
            <a:avLst/>
            <a:gdLst>
              <a:gd name="connisteX0" fmla="*/ 0 w 3581400"/>
              <a:gd name="connsiteY0" fmla="*/ 0 h 6858000"/>
              <a:gd name="connisteX1" fmla="*/ 3581400 w 3581400"/>
              <a:gd name="connsiteY1" fmla="*/ 0 h 6858000"/>
              <a:gd name="connisteX2" fmla="*/ 3581400 w 3581400"/>
              <a:gd name="connsiteY2" fmla="*/ 6858000 h 6858000"/>
              <a:gd name="connisteX3" fmla="*/ 0 w 3581400"/>
              <a:gd name="connsiteY3" fmla="*/ 6858000 h 6858000"/>
              <a:gd name="connisteX4" fmla="*/ 0 w 3581400"/>
              <a:gd name="connsiteY4" fmla="*/ 0 h 6858000"/>
            </a:gdLst>
            <a:ahLst/>
            <a:cxnLst>
              <a:cxn ang="0">
                <a:pos x="connisteX0" y="connsiteY0"/>
              </a:cxn>
              <a:cxn ang="0">
                <a:pos x="connisteX1" y="connsiteY1"/>
              </a:cxn>
              <a:cxn ang="0">
                <a:pos x="connisteX2" y="connsiteY2"/>
              </a:cxn>
              <a:cxn ang="0">
                <a:pos x="connisteX3" y="connsiteY3"/>
              </a:cxn>
              <a:cxn ang="0">
                <a:pos x="connisteX4" y="connsiteY4"/>
              </a:cxn>
            </a:cxnLst>
            <a:pathLst>
              <a:path w="3581400" h="6858000">
                <a:moveTo>
                  <a:pt x="0" y="0"/>
                </a:moveTo>
                <a:lnTo>
                  <a:pt x="3581400" y="0"/>
                </a:lnTo>
                <a:lnTo>
                  <a:pt x="3581400" y="6858000"/>
                </a:lnTo>
                <a:lnTo>
                  <a:pt x="0" y="6858000"/>
                </a:lnTo>
                <a:lnTo>
                  <a:pt x="0" y="0"/>
                </a:lnTo>
                <a:close/>
              </a:path>
            </a:pathLst>
          </a:custGeom>
          <a:solidFill>
            <a:srgbClr val="DDDDDD"/>
          </a:solidFill>
          <a:ln>
            <a:noFill/>
          </a:ln>
        </p:spPr>
        <p:txBody>
          <a:bodyPr>
            <a:normAutofit/>
          </a:bodyPr>
          <a:lstStyle>
            <a:lvl1pPr marL="0" indent="0">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9" name="装饰  8"/>
          <p:cNvSpPr>
            <a:spLocks noGrp="1"/>
          </p:cNvSpPr>
          <p:nvPr>
            <p:ph type="body" idx="16393" hasCustomPrompt="1"/>
            <p:custDataLst>
              <p:tags r:id="rId4"/>
            </p:custDataLst>
          </p:nvPr>
        </p:nvSpPr>
        <p:spPr>
          <a:xfrm>
            <a:off x="4191000" y="1676400"/>
            <a:ext cx="50800" cy="1117600"/>
          </a:xfrm>
          <a:custGeom>
            <a:avLst/>
            <a:gdLst>
              <a:gd name="connisteX0" fmla="*/ 0 w 50800"/>
              <a:gd name="connsiteY0" fmla="*/ 25400 h 1117600"/>
              <a:gd name="connisteX1" fmla="*/ 25400 w 50800"/>
              <a:gd name="connsiteY1" fmla="*/ 0 h 1117600"/>
              <a:gd name="connisteX2" fmla="*/ 25400 w 50800"/>
              <a:gd name="connsiteY2" fmla="*/ 0 h 1117600"/>
              <a:gd name="connisteX3" fmla="*/ 50800 w 50800"/>
              <a:gd name="connsiteY3" fmla="*/ 25400 h 1117600"/>
              <a:gd name="connisteX4" fmla="*/ 50800 w 50800"/>
              <a:gd name="connsiteY4" fmla="*/ 1092200 h 1117600"/>
              <a:gd name="connisteX5" fmla="*/ 25400 w 50800"/>
              <a:gd name="connsiteY5" fmla="*/ 1117600 h 1117600"/>
              <a:gd name="connisteX6" fmla="*/ 25400 w 50800"/>
              <a:gd name="connsiteY6" fmla="*/ 1117600 h 1117600"/>
              <a:gd name="connisteX7" fmla="*/ 0 w 50800"/>
              <a:gd name="connsiteY7" fmla="*/ 1092200 h 1117600"/>
              <a:gd name="connisteX8" fmla="*/ 0 w 50800"/>
              <a:gd name="connsiteY8" fmla="*/ 25400 h 1117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0800" h="1117600">
                <a:moveTo>
                  <a:pt x="0" y="25400"/>
                </a:moveTo>
                <a:cubicBezTo>
                  <a:pt x="0" y="11372"/>
                  <a:pt x="11372" y="0"/>
                  <a:pt x="25400" y="0"/>
                </a:cubicBezTo>
                <a:lnTo>
                  <a:pt x="25400" y="0"/>
                </a:lnTo>
                <a:cubicBezTo>
                  <a:pt x="39428" y="0"/>
                  <a:pt x="50800" y="11372"/>
                  <a:pt x="50800" y="25400"/>
                </a:cubicBezTo>
                <a:lnTo>
                  <a:pt x="50800" y="1092200"/>
                </a:lnTo>
                <a:cubicBezTo>
                  <a:pt x="50800" y="1106228"/>
                  <a:pt x="39428" y="1117600"/>
                  <a:pt x="25400" y="1117600"/>
                </a:cubicBezTo>
                <a:lnTo>
                  <a:pt x="25400" y="1117600"/>
                </a:lnTo>
                <a:cubicBezTo>
                  <a:pt x="11372" y="1117600"/>
                  <a:pt x="0" y="1106228"/>
                  <a:pt x="0" y="1092200"/>
                </a:cubicBezTo>
                <a:lnTo>
                  <a:pt x="0" y="25400"/>
                </a:lnTo>
                <a:close/>
              </a:path>
            </a:pathLst>
          </a:custGeom>
          <a:solidFill>
            <a:schemeClr val="accent1"/>
          </a:soli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0" name="文本占位符 9"/>
          <p:cNvSpPr>
            <a:spLocks noGrp="1"/>
          </p:cNvSpPr>
          <p:nvPr>
            <p:ph type="body" idx="16386" hasCustomPrompt="1"/>
            <p:custDataLst>
              <p:tags r:id="rId5"/>
            </p:custDataLst>
          </p:nvPr>
        </p:nvSpPr>
        <p:spPr>
          <a:xfrm>
            <a:off x="4343400" y="1676400"/>
            <a:ext cx="72390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1" name="文本占位符 10"/>
          <p:cNvSpPr>
            <a:spLocks noGrp="1"/>
          </p:cNvSpPr>
          <p:nvPr>
            <p:ph type="body" idx="16387" hasCustomPrompt="1"/>
            <p:custDataLst>
              <p:tags r:id="rId6"/>
            </p:custDataLst>
          </p:nvPr>
        </p:nvSpPr>
        <p:spPr>
          <a:xfrm>
            <a:off x="4343400" y="2184400"/>
            <a:ext cx="72390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2" name="装饰  1"/>
          <p:cNvSpPr>
            <a:spLocks noGrp="1"/>
          </p:cNvSpPr>
          <p:nvPr>
            <p:ph type="body" idx="16394" hasCustomPrompt="1"/>
            <p:custDataLst>
              <p:tags r:id="rId7"/>
            </p:custDataLst>
          </p:nvPr>
        </p:nvSpPr>
        <p:spPr>
          <a:xfrm>
            <a:off x="4191000" y="3403600"/>
            <a:ext cx="50800" cy="1117600"/>
          </a:xfrm>
          <a:custGeom>
            <a:avLst/>
            <a:gdLst>
              <a:gd name="connisteX0" fmla="*/ 0 w 50800"/>
              <a:gd name="connsiteY0" fmla="*/ 25400 h 1117600"/>
              <a:gd name="connisteX1" fmla="*/ 25400 w 50800"/>
              <a:gd name="connsiteY1" fmla="*/ 0 h 1117600"/>
              <a:gd name="connisteX2" fmla="*/ 25400 w 50800"/>
              <a:gd name="connsiteY2" fmla="*/ 0 h 1117600"/>
              <a:gd name="connisteX3" fmla="*/ 50800 w 50800"/>
              <a:gd name="connsiteY3" fmla="*/ 25400 h 1117600"/>
              <a:gd name="connisteX4" fmla="*/ 50800 w 50800"/>
              <a:gd name="connsiteY4" fmla="*/ 1092200 h 1117600"/>
              <a:gd name="connisteX5" fmla="*/ 25400 w 50800"/>
              <a:gd name="connsiteY5" fmla="*/ 1117600 h 1117600"/>
              <a:gd name="connisteX6" fmla="*/ 25400 w 50800"/>
              <a:gd name="connsiteY6" fmla="*/ 1117600 h 1117600"/>
              <a:gd name="connisteX7" fmla="*/ 0 w 50800"/>
              <a:gd name="connsiteY7" fmla="*/ 1092200 h 1117600"/>
              <a:gd name="connisteX8" fmla="*/ 0 w 50800"/>
              <a:gd name="connsiteY8" fmla="*/ 25400 h 1117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0800" h="1117600">
                <a:moveTo>
                  <a:pt x="0" y="25400"/>
                </a:moveTo>
                <a:cubicBezTo>
                  <a:pt x="0" y="11372"/>
                  <a:pt x="11372" y="0"/>
                  <a:pt x="25400" y="0"/>
                </a:cubicBezTo>
                <a:lnTo>
                  <a:pt x="25400" y="0"/>
                </a:lnTo>
                <a:cubicBezTo>
                  <a:pt x="39428" y="0"/>
                  <a:pt x="50800" y="11372"/>
                  <a:pt x="50800" y="25400"/>
                </a:cubicBezTo>
                <a:lnTo>
                  <a:pt x="50800" y="1092200"/>
                </a:lnTo>
                <a:cubicBezTo>
                  <a:pt x="50800" y="1106228"/>
                  <a:pt x="39428" y="1117600"/>
                  <a:pt x="25400" y="1117600"/>
                </a:cubicBezTo>
                <a:lnTo>
                  <a:pt x="25400" y="1117600"/>
                </a:lnTo>
                <a:cubicBezTo>
                  <a:pt x="11372" y="1117600"/>
                  <a:pt x="0" y="1106228"/>
                  <a:pt x="0" y="1092200"/>
                </a:cubicBezTo>
                <a:lnTo>
                  <a:pt x="0" y="25400"/>
                </a:lnTo>
                <a:close/>
              </a:path>
            </a:pathLst>
          </a:custGeom>
          <a:solidFill>
            <a:schemeClr val="accent1"/>
          </a:soli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3" name="文本占位符 12"/>
          <p:cNvSpPr>
            <a:spLocks noGrp="1"/>
          </p:cNvSpPr>
          <p:nvPr>
            <p:ph type="body" idx="16388" hasCustomPrompt="1"/>
            <p:custDataLst>
              <p:tags r:id="rId8"/>
            </p:custDataLst>
          </p:nvPr>
        </p:nvSpPr>
        <p:spPr>
          <a:xfrm>
            <a:off x="4343400" y="3403600"/>
            <a:ext cx="72390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5" name="文本占位符 14"/>
          <p:cNvSpPr>
            <a:spLocks noGrp="1"/>
          </p:cNvSpPr>
          <p:nvPr>
            <p:ph type="body" idx="16389" hasCustomPrompt="1"/>
            <p:custDataLst>
              <p:tags r:id="rId9"/>
            </p:custDataLst>
          </p:nvPr>
        </p:nvSpPr>
        <p:spPr>
          <a:xfrm>
            <a:off x="4343400" y="3911600"/>
            <a:ext cx="72390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6" name="装饰  5"/>
          <p:cNvSpPr>
            <a:spLocks noGrp="1"/>
          </p:cNvSpPr>
          <p:nvPr>
            <p:ph type="body" idx="16395" hasCustomPrompt="1"/>
            <p:custDataLst>
              <p:tags r:id="rId10"/>
            </p:custDataLst>
          </p:nvPr>
        </p:nvSpPr>
        <p:spPr>
          <a:xfrm>
            <a:off x="4191000" y="5130800"/>
            <a:ext cx="50800" cy="1117600"/>
          </a:xfrm>
          <a:custGeom>
            <a:avLst/>
            <a:gdLst>
              <a:gd name="connisteX0" fmla="*/ 0 w 50800"/>
              <a:gd name="connsiteY0" fmla="*/ 25400 h 1117600"/>
              <a:gd name="connisteX1" fmla="*/ 25400 w 50800"/>
              <a:gd name="connsiteY1" fmla="*/ 0 h 1117600"/>
              <a:gd name="connisteX2" fmla="*/ 25400 w 50800"/>
              <a:gd name="connsiteY2" fmla="*/ 0 h 1117600"/>
              <a:gd name="connisteX3" fmla="*/ 50800 w 50800"/>
              <a:gd name="connsiteY3" fmla="*/ 25400 h 1117600"/>
              <a:gd name="connisteX4" fmla="*/ 50800 w 50800"/>
              <a:gd name="connsiteY4" fmla="*/ 1092200 h 1117600"/>
              <a:gd name="connisteX5" fmla="*/ 25400 w 50800"/>
              <a:gd name="connsiteY5" fmla="*/ 1117600 h 1117600"/>
              <a:gd name="connisteX6" fmla="*/ 25400 w 50800"/>
              <a:gd name="connsiteY6" fmla="*/ 1117600 h 1117600"/>
              <a:gd name="connisteX7" fmla="*/ 0 w 50800"/>
              <a:gd name="connsiteY7" fmla="*/ 1092200 h 1117600"/>
              <a:gd name="connisteX8" fmla="*/ 0 w 50800"/>
              <a:gd name="connsiteY8" fmla="*/ 25400 h 1117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0800" h="1117600">
                <a:moveTo>
                  <a:pt x="0" y="25400"/>
                </a:moveTo>
                <a:cubicBezTo>
                  <a:pt x="0" y="11372"/>
                  <a:pt x="11372" y="0"/>
                  <a:pt x="25400" y="0"/>
                </a:cubicBezTo>
                <a:lnTo>
                  <a:pt x="25400" y="0"/>
                </a:lnTo>
                <a:cubicBezTo>
                  <a:pt x="39428" y="0"/>
                  <a:pt x="50800" y="11372"/>
                  <a:pt x="50800" y="25400"/>
                </a:cubicBezTo>
                <a:lnTo>
                  <a:pt x="50800" y="1092200"/>
                </a:lnTo>
                <a:cubicBezTo>
                  <a:pt x="50800" y="1106228"/>
                  <a:pt x="39428" y="1117600"/>
                  <a:pt x="25400" y="1117600"/>
                </a:cubicBezTo>
                <a:lnTo>
                  <a:pt x="25400" y="1117600"/>
                </a:lnTo>
                <a:cubicBezTo>
                  <a:pt x="11372" y="1117600"/>
                  <a:pt x="0" y="1106228"/>
                  <a:pt x="0" y="1092200"/>
                </a:cubicBezTo>
                <a:lnTo>
                  <a:pt x="0" y="25400"/>
                </a:lnTo>
                <a:close/>
              </a:path>
            </a:pathLst>
          </a:custGeom>
          <a:solidFill>
            <a:schemeClr val="accent1"/>
          </a:soli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7" name="文本占位符 16"/>
          <p:cNvSpPr>
            <a:spLocks noGrp="1"/>
          </p:cNvSpPr>
          <p:nvPr>
            <p:ph type="body" idx="16390" hasCustomPrompt="1"/>
            <p:custDataLst>
              <p:tags r:id="rId11"/>
            </p:custDataLst>
          </p:nvPr>
        </p:nvSpPr>
        <p:spPr>
          <a:xfrm>
            <a:off x="4343400" y="5130800"/>
            <a:ext cx="72390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8" name="文本占位符 17"/>
          <p:cNvSpPr>
            <a:spLocks noGrp="1"/>
          </p:cNvSpPr>
          <p:nvPr>
            <p:ph type="body" idx="16391" hasCustomPrompt="1"/>
            <p:custDataLst>
              <p:tags r:id="rId12"/>
            </p:custDataLst>
          </p:nvPr>
        </p:nvSpPr>
        <p:spPr>
          <a:xfrm>
            <a:off x="4343400" y="5638800"/>
            <a:ext cx="72390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overrideClrMapping bg1="lt1" tx1="dk1" bg2="lt2" tx2="dk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正文页-35_18">
    <p:bg>
      <p:bgRef idx="1001">
        <a:schemeClr val="bg1"/>
      </p:bgRef>
    </p:bg>
    <p:spTree>
      <p:nvGrpSpPr>
        <p:cNvPr id="1" name=""/>
        <p:cNvGrpSpPr/>
        <p:nvPr/>
      </p:nvGrpSpPr>
      <p:grpSpPr>
        <a:xfrm>
          <a:off x="0" y="0"/>
          <a:ext cx="0" cy="0"/>
          <a:chOff x="0" y="0"/>
          <a:chExt cx="0" cy="0"/>
        </a:xfrm>
      </p:grpSpPr>
      <p:sp>
        <p:nvSpPr>
          <p:cNvPr id="7" name="标题 6"/>
          <p:cNvSpPr>
            <a:spLocks noGrp="1"/>
          </p:cNvSpPr>
          <p:nvPr>
            <p:ph type="ctrTitle" idx="16385" hasCustomPrompt="1"/>
            <p:custDataLst>
              <p:tags r:id="rId2"/>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pPr lvl="0"/>
            <a:r>
              <a:rPr lang="zh-CN" altLang="en-US"/>
              <a:t>单击此处添加标题</a:t>
            </a:r>
            <a:endParaRPr lang="zh-CN" altLang="en-US"/>
          </a:p>
        </p:txBody>
      </p:sp>
      <p:sp>
        <p:nvSpPr>
          <p:cNvPr id="8" name="文本占位符 7"/>
          <p:cNvSpPr>
            <a:spLocks noGrp="1"/>
          </p:cNvSpPr>
          <p:nvPr>
            <p:ph type="body" idx="16388" hasCustomPrompt="1"/>
            <p:custDataLst>
              <p:tags r:id="rId3"/>
            </p:custDataLst>
          </p:nvPr>
        </p:nvSpPr>
        <p:spPr>
          <a:xfrm>
            <a:off x="622300" y="2082800"/>
            <a:ext cx="1498600" cy="1270000"/>
          </a:xfrm>
          <a:noFill/>
        </p:spPr>
        <p:txBody>
          <a:bodyPr wrap="none" lIns="0" tIns="0" rIns="0" bIns="0" anchor="ctr">
            <a:noAutofit/>
          </a:bodyPr>
          <a:lstStyle>
            <a:lvl1pPr marL="0" indent="0" algn="ctr">
              <a:lnSpc>
                <a:spcPct val="109000"/>
              </a:lnSpc>
              <a:spcBef>
                <a:spcPct val="0"/>
              </a:spcBef>
              <a:spcAft>
                <a:spcPct val="0"/>
              </a:spcAft>
              <a:buNone/>
              <a:defRPr sz="10000" b="0" spc="0">
                <a:solidFill>
                  <a:schemeClr val="accent1"/>
                </a:solidFill>
              </a:defRPr>
            </a:lvl1pPr>
          </a:lstStyle>
          <a:p>
            <a:pPr lvl="0"/>
            <a:r>
              <a:rPr lang="zh-CN" altLang="en-US" smtClean="0"/>
              <a:t>01</a:t>
            </a:r>
            <a:endParaRPr lang="zh-CN" altLang="en-US" smtClean="0"/>
          </a:p>
        </p:txBody>
      </p:sp>
      <p:sp>
        <p:nvSpPr>
          <p:cNvPr id="9" name="文本占位符 8"/>
          <p:cNvSpPr>
            <a:spLocks noGrp="1"/>
          </p:cNvSpPr>
          <p:nvPr>
            <p:ph type="body" idx="16386" hasCustomPrompt="1"/>
            <p:custDataLst>
              <p:tags r:id="rId4"/>
            </p:custDataLst>
          </p:nvPr>
        </p:nvSpPr>
        <p:spPr>
          <a:xfrm>
            <a:off x="609600" y="3733800"/>
            <a:ext cx="3251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0" name="文本占位符 9"/>
          <p:cNvSpPr>
            <a:spLocks noGrp="1"/>
          </p:cNvSpPr>
          <p:nvPr>
            <p:ph type="body" idx="16387" hasCustomPrompt="1"/>
            <p:custDataLst>
              <p:tags r:id="rId5"/>
            </p:custDataLst>
          </p:nvPr>
        </p:nvSpPr>
        <p:spPr>
          <a:xfrm>
            <a:off x="609600" y="4292600"/>
            <a:ext cx="3251200" cy="15240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1" name="文本占位符 10"/>
          <p:cNvSpPr>
            <a:spLocks noGrp="1"/>
          </p:cNvSpPr>
          <p:nvPr>
            <p:ph type="body" idx="16391" hasCustomPrompt="1"/>
            <p:custDataLst>
              <p:tags r:id="rId6"/>
            </p:custDataLst>
          </p:nvPr>
        </p:nvSpPr>
        <p:spPr>
          <a:xfrm>
            <a:off x="4483100" y="2082800"/>
            <a:ext cx="1498600" cy="1270000"/>
          </a:xfrm>
          <a:noFill/>
        </p:spPr>
        <p:txBody>
          <a:bodyPr wrap="none" lIns="0" tIns="0" rIns="0" bIns="0" anchor="ctr">
            <a:noAutofit/>
          </a:bodyPr>
          <a:lstStyle>
            <a:lvl1pPr marL="0" indent="0" algn="ctr">
              <a:lnSpc>
                <a:spcPct val="109000"/>
              </a:lnSpc>
              <a:spcBef>
                <a:spcPct val="0"/>
              </a:spcBef>
              <a:spcAft>
                <a:spcPct val="0"/>
              </a:spcAft>
              <a:buNone/>
              <a:defRPr sz="10000" b="0" spc="0">
                <a:solidFill>
                  <a:schemeClr val="accent1"/>
                </a:solidFill>
              </a:defRPr>
            </a:lvl1pPr>
          </a:lstStyle>
          <a:p>
            <a:pPr lvl="0"/>
            <a:r>
              <a:rPr lang="zh-CN" altLang="en-US" smtClean="0"/>
              <a:t>02</a:t>
            </a:r>
            <a:endParaRPr lang="zh-CN" altLang="en-US" smtClean="0"/>
          </a:p>
        </p:txBody>
      </p:sp>
      <p:sp>
        <p:nvSpPr>
          <p:cNvPr id="12" name="文本占位符 11"/>
          <p:cNvSpPr>
            <a:spLocks noGrp="1"/>
          </p:cNvSpPr>
          <p:nvPr>
            <p:ph type="body" idx="16389" hasCustomPrompt="1"/>
            <p:custDataLst>
              <p:tags r:id="rId7"/>
            </p:custDataLst>
          </p:nvPr>
        </p:nvSpPr>
        <p:spPr>
          <a:xfrm>
            <a:off x="4470400" y="3733800"/>
            <a:ext cx="3251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3" name="文本占位符 12"/>
          <p:cNvSpPr>
            <a:spLocks noGrp="1"/>
          </p:cNvSpPr>
          <p:nvPr>
            <p:ph type="body" idx="16390" hasCustomPrompt="1"/>
            <p:custDataLst>
              <p:tags r:id="rId8"/>
            </p:custDataLst>
          </p:nvPr>
        </p:nvSpPr>
        <p:spPr>
          <a:xfrm>
            <a:off x="4470400" y="4292600"/>
            <a:ext cx="3251200" cy="15240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5" name="文本占位符 14"/>
          <p:cNvSpPr>
            <a:spLocks noGrp="1"/>
          </p:cNvSpPr>
          <p:nvPr>
            <p:ph type="body" idx="16394" hasCustomPrompt="1"/>
            <p:custDataLst>
              <p:tags r:id="rId9"/>
            </p:custDataLst>
          </p:nvPr>
        </p:nvSpPr>
        <p:spPr>
          <a:xfrm>
            <a:off x="8343900" y="2082800"/>
            <a:ext cx="1498600" cy="1270000"/>
          </a:xfrm>
          <a:noFill/>
        </p:spPr>
        <p:txBody>
          <a:bodyPr wrap="none" lIns="0" tIns="0" rIns="0" bIns="0" anchor="ctr">
            <a:noAutofit/>
          </a:bodyPr>
          <a:lstStyle>
            <a:lvl1pPr marL="0" indent="0" algn="ctr">
              <a:lnSpc>
                <a:spcPct val="109000"/>
              </a:lnSpc>
              <a:spcBef>
                <a:spcPct val="0"/>
              </a:spcBef>
              <a:spcAft>
                <a:spcPct val="0"/>
              </a:spcAft>
              <a:buNone/>
              <a:defRPr sz="10000" b="0" spc="0">
                <a:solidFill>
                  <a:schemeClr val="accent1"/>
                </a:solidFill>
              </a:defRPr>
            </a:lvl1pPr>
          </a:lstStyle>
          <a:p>
            <a:pPr lvl="0"/>
            <a:r>
              <a:rPr lang="zh-CN" altLang="en-US" smtClean="0"/>
              <a:t>03</a:t>
            </a:r>
            <a:endParaRPr lang="zh-CN" altLang="en-US" smtClean="0"/>
          </a:p>
        </p:txBody>
      </p:sp>
      <p:sp>
        <p:nvSpPr>
          <p:cNvPr id="16" name="文本占位符 15"/>
          <p:cNvSpPr>
            <a:spLocks noGrp="1"/>
          </p:cNvSpPr>
          <p:nvPr>
            <p:ph type="body" idx="16392" hasCustomPrompt="1"/>
            <p:custDataLst>
              <p:tags r:id="rId10"/>
            </p:custDataLst>
          </p:nvPr>
        </p:nvSpPr>
        <p:spPr>
          <a:xfrm>
            <a:off x="8331200" y="3733800"/>
            <a:ext cx="3251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7" name="文本占位符 16"/>
          <p:cNvSpPr>
            <a:spLocks noGrp="1"/>
          </p:cNvSpPr>
          <p:nvPr>
            <p:ph type="body" idx="16393" hasCustomPrompt="1"/>
            <p:custDataLst>
              <p:tags r:id="rId11"/>
            </p:custDataLst>
          </p:nvPr>
        </p:nvSpPr>
        <p:spPr>
          <a:xfrm>
            <a:off x="8331200" y="4292600"/>
            <a:ext cx="3251200" cy="15240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overrideClrMapping bg1="lt1" tx1="dk1" bg2="lt2" tx2="dk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正文页-42_17">
    <p:bg>
      <p:bgRef idx="1001">
        <a:schemeClr val="bg1"/>
      </p:bgRef>
    </p:bg>
    <p:spTree>
      <p:nvGrpSpPr>
        <p:cNvPr id="1" name=""/>
        <p:cNvGrpSpPr/>
        <p:nvPr/>
      </p:nvGrpSpPr>
      <p:grpSpPr>
        <a:xfrm>
          <a:off x="0" y="0"/>
          <a:ext cx="0" cy="0"/>
          <a:chOff x="0" y="0"/>
          <a:chExt cx="0" cy="0"/>
        </a:xfrm>
      </p:grpSpPr>
      <p:sp>
        <p:nvSpPr>
          <p:cNvPr id="7" name="标题 6"/>
          <p:cNvSpPr>
            <a:spLocks noGrp="1"/>
          </p:cNvSpPr>
          <p:nvPr>
            <p:ph type="ctrTitle" idx="16385" hasCustomPrompt="1"/>
            <p:custDataLst>
              <p:tags r:id="rId2"/>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pPr lvl="0"/>
            <a:r>
              <a:rPr lang="zh-CN" altLang="en-US"/>
              <a:t>单击此处添加标题</a:t>
            </a:r>
            <a:endParaRPr lang="zh-CN" altLang="en-US"/>
          </a:p>
        </p:txBody>
      </p:sp>
      <p:sp>
        <p:nvSpPr>
          <p:cNvPr id="8" name="内容占位符 7"/>
          <p:cNvSpPr>
            <a:spLocks noGrp="1"/>
          </p:cNvSpPr>
          <p:nvPr>
            <p:ph idx="16392" hasCustomPrompt="1"/>
            <p:custDataLst>
              <p:tags r:id="rId3"/>
            </p:custDataLst>
          </p:nvPr>
        </p:nvSpPr>
        <p:spPr>
          <a:xfrm>
            <a:off x="609600" y="1524000"/>
            <a:ext cx="10972800" cy="2235200"/>
          </a:xfrm>
          <a:custGeom>
            <a:avLst/>
            <a:gdLst>
              <a:gd name="connisteX0" fmla="*/ 0 w 10972800"/>
              <a:gd name="connsiteY0" fmla="*/ 203200 h 2235200"/>
              <a:gd name="connisteX1" fmla="*/ 203200 w 10972800"/>
              <a:gd name="connsiteY1" fmla="*/ 0 h 2235200"/>
              <a:gd name="connisteX2" fmla="*/ 10769600 w 10972800"/>
              <a:gd name="connsiteY2" fmla="*/ 0 h 2235200"/>
              <a:gd name="connisteX3" fmla="*/ 10972800 w 10972800"/>
              <a:gd name="connsiteY3" fmla="*/ 203200 h 2235200"/>
              <a:gd name="connisteX4" fmla="*/ 10972800 w 10972800"/>
              <a:gd name="connsiteY4" fmla="*/ 2032000 h 2235200"/>
              <a:gd name="connisteX5" fmla="*/ 10769600 w 10972800"/>
              <a:gd name="connsiteY5" fmla="*/ 2235200 h 2235200"/>
              <a:gd name="connisteX6" fmla="*/ 203200 w 10972800"/>
              <a:gd name="connsiteY6" fmla="*/ 2235200 h 2235200"/>
              <a:gd name="connisteX7" fmla="*/ 0 w 10972800"/>
              <a:gd name="connsiteY7" fmla="*/ 2032000 h 2235200"/>
              <a:gd name="connisteX8" fmla="*/ 0 w 10972800"/>
              <a:gd name="connsiteY8" fmla="*/ 203200 h 2235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0972800" h="2235200">
                <a:moveTo>
                  <a:pt x="0" y="203200"/>
                </a:moveTo>
                <a:cubicBezTo>
                  <a:pt x="0" y="90976"/>
                  <a:pt x="90976" y="0"/>
                  <a:pt x="203200" y="0"/>
                </a:cubicBezTo>
                <a:lnTo>
                  <a:pt x="10769600" y="0"/>
                </a:lnTo>
                <a:cubicBezTo>
                  <a:pt x="10881824" y="0"/>
                  <a:pt x="10972800" y="90976"/>
                  <a:pt x="10972800" y="203200"/>
                </a:cubicBezTo>
                <a:lnTo>
                  <a:pt x="10972800" y="2032000"/>
                </a:lnTo>
                <a:cubicBezTo>
                  <a:pt x="10972800" y="2144224"/>
                  <a:pt x="10881824" y="2235200"/>
                  <a:pt x="10769600" y="2235200"/>
                </a:cubicBezTo>
                <a:lnTo>
                  <a:pt x="203200" y="2235200"/>
                </a:lnTo>
                <a:cubicBezTo>
                  <a:pt x="90976" y="2235200"/>
                  <a:pt x="0" y="2144224"/>
                  <a:pt x="0" y="2032000"/>
                </a:cubicBezTo>
                <a:lnTo>
                  <a:pt x="0" y="203200"/>
                </a:lnTo>
                <a:close/>
              </a:path>
            </a:pathLst>
          </a:custGeom>
          <a:solidFill>
            <a:srgbClr val="DDDDDD"/>
          </a:solidFill>
          <a:ln>
            <a:noFill/>
          </a:ln>
        </p:spPr>
        <p:txBody>
          <a:bodyPr>
            <a:normAutofit/>
          </a:bodyPr>
          <a:lstStyle>
            <a:lvl1pPr marL="0" indent="0">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9" name="装饰  8"/>
          <p:cNvSpPr>
            <a:spLocks noGrp="1"/>
          </p:cNvSpPr>
          <p:nvPr>
            <p:ph type="body" idx="16393" hasCustomPrompt="1"/>
            <p:custDataLst>
              <p:tags r:id="rId4"/>
            </p:custDataLst>
          </p:nvPr>
        </p:nvSpPr>
        <p:spPr>
          <a:xfrm>
            <a:off x="609600" y="4216400"/>
            <a:ext cx="50800" cy="2032000"/>
          </a:xfrm>
          <a:custGeom>
            <a:avLst/>
            <a:gdLst>
              <a:gd name="connisteX0" fmla="*/ 0 w 50800"/>
              <a:gd name="connsiteY0" fmla="*/ 25400 h 2032000"/>
              <a:gd name="connisteX1" fmla="*/ 25400 w 50800"/>
              <a:gd name="connsiteY1" fmla="*/ 0 h 2032000"/>
              <a:gd name="connisteX2" fmla="*/ 25400 w 50800"/>
              <a:gd name="connsiteY2" fmla="*/ 0 h 2032000"/>
              <a:gd name="connisteX3" fmla="*/ 50800 w 50800"/>
              <a:gd name="connsiteY3" fmla="*/ 25400 h 2032000"/>
              <a:gd name="connisteX4" fmla="*/ 50800 w 50800"/>
              <a:gd name="connsiteY4" fmla="*/ 2006600 h 2032000"/>
              <a:gd name="connisteX5" fmla="*/ 25400 w 50800"/>
              <a:gd name="connsiteY5" fmla="*/ 2032000 h 2032000"/>
              <a:gd name="connisteX6" fmla="*/ 25400 w 50800"/>
              <a:gd name="connsiteY6" fmla="*/ 2032000 h 2032000"/>
              <a:gd name="connisteX7" fmla="*/ 0 w 50800"/>
              <a:gd name="connsiteY7" fmla="*/ 2006600 h 2032000"/>
              <a:gd name="connisteX8" fmla="*/ 0 w 50800"/>
              <a:gd name="connsiteY8" fmla="*/ 25400 h 203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0800" h="2032000">
                <a:moveTo>
                  <a:pt x="0" y="25400"/>
                </a:moveTo>
                <a:cubicBezTo>
                  <a:pt x="0" y="11372"/>
                  <a:pt x="11372" y="0"/>
                  <a:pt x="25400" y="0"/>
                </a:cubicBezTo>
                <a:lnTo>
                  <a:pt x="25400" y="0"/>
                </a:lnTo>
                <a:cubicBezTo>
                  <a:pt x="39428" y="0"/>
                  <a:pt x="50800" y="11372"/>
                  <a:pt x="50800" y="25400"/>
                </a:cubicBezTo>
                <a:lnTo>
                  <a:pt x="50800" y="2006600"/>
                </a:lnTo>
                <a:cubicBezTo>
                  <a:pt x="50800" y="2020628"/>
                  <a:pt x="39428" y="2032000"/>
                  <a:pt x="25400" y="2032000"/>
                </a:cubicBezTo>
                <a:lnTo>
                  <a:pt x="25400" y="2032000"/>
                </a:lnTo>
                <a:cubicBezTo>
                  <a:pt x="11372" y="2032000"/>
                  <a:pt x="0" y="2020628"/>
                  <a:pt x="0" y="2006600"/>
                </a:cubicBezTo>
                <a:lnTo>
                  <a:pt x="0" y="25400"/>
                </a:lnTo>
                <a:close/>
              </a:path>
            </a:pathLst>
          </a:custGeom>
          <a:solidFill>
            <a:schemeClr val="accent1"/>
          </a:soli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0" name="文本占位符 9"/>
          <p:cNvSpPr>
            <a:spLocks noGrp="1"/>
          </p:cNvSpPr>
          <p:nvPr>
            <p:ph type="body" idx="16386" hasCustomPrompt="1"/>
            <p:custDataLst>
              <p:tags r:id="rId5"/>
            </p:custDataLst>
          </p:nvPr>
        </p:nvSpPr>
        <p:spPr>
          <a:xfrm>
            <a:off x="762000" y="4216400"/>
            <a:ext cx="30988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1" name="文本占位符 10"/>
          <p:cNvSpPr>
            <a:spLocks noGrp="1"/>
          </p:cNvSpPr>
          <p:nvPr>
            <p:ph type="body" idx="16387" hasCustomPrompt="1"/>
            <p:custDataLst>
              <p:tags r:id="rId6"/>
            </p:custDataLst>
          </p:nvPr>
        </p:nvSpPr>
        <p:spPr>
          <a:xfrm>
            <a:off x="762000" y="4724400"/>
            <a:ext cx="3098800" cy="15240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2" name="装饰  1"/>
          <p:cNvSpPr>
            <a:spLocks noGrp="1"/>
          </p:cNvSpPr>
          <p:nvPr>
            <p:ph type="body" idx="16394" hasCustomPrompt="1"/>
            <p:custDataLst>
              <p:tags r:id="rId7"/>
            </p:custDataLst>
          </p:nvPr>
        </p:nvSpPr>
        <p:spPr>
          <a:xfrm>
            <a:off x="4470400" y="4216400"/>
            <a:ext cx="50800" cy="2032000"/>
          </a:xfrm>
          <a:custGeom>
            <a:avLst/>
            <a:gdLst>
              <a:gd name="connisteX0" fmla="*/ 0 w 50800"/>
              <a:gd name="connsiteY0" fmla="*/ 25400 h 2032000"/>
              <a:gd name="connisteX1" fmla="*/ 25400 w 50800"/>
              <a:gd name="connsiteY1" fmla="*/ 0 h 2032000"/>
              <a:gd name="connisteX2" fmla="*/ 25400 w 50800"/>
              <a:gd name="connsiteY2" fmla="*/ 0 h 2032000"/>
              <a:gd name="connisteX3" fmla="*/ 50800 w 50800"/>
              <a:gd name="connsiteY3" fmla="*/ 25400 h 2032000"/>
              <a:gd name="connisteX4" fmla="*/ 50800 w 50800"/>
              <a:gd name="connsiteY4" fmla="*/ 2006600 h 2032000"/>
              <a:gd name="connisteX5" fmla="*/ 25400 w 50800"/>
              <a:gd name="connsiteY5" fmla="*/ 2032000 h 2032000"/>
              <a:gd name="connisteX6" fmla="*/ 25400 w 50800"/>
              <a:gd name="connsiteY6" fmla="*/ 2032000 h 2032000"/>
              <a:gd name="connisteX7" fmla="*/ 0 w 50800"/>
              <a:gd name="connsiteY7" fmla="*/ 2006600 h 2032000"/>
              <a:gd name="connisteX8" fmla="*/ 0 w 50800"/>
              <a:gd name="connsiteY8" fmla="*/ 25400 h 203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0800" h="2032000">
                <a:moveTo>
                  <a:pt x="0" y="25400"/>
                </a:moveTo>
                <a:cubicBezTo>
                  <a:pt x="0" y="11372"/>
                  <a:pt x="11372" y="0"/>
                  <a:pt x="25400" y="0"/>
                </a:cubicBezTo>
                <a:lnTo>
                  <a:pt x="25400" y="0"/>
                </a:lnTo>
                <a:cubicBezTo>
                  <a:pt x="39428" y="0"/>
                  <a:pt x="50800" y="11372"/>
                  <a:pt x="50800" y="25400"/>
                </a:cubicBezTo>
                <a:lnTo>
                  <a:pt x="50800" y="2006600"/>
                </a:lnTo>
                <a:cubicBezTo>
                  <a:pt x="50800" y="2020628"/>
                  <a:pt x="39428" y="2032000"/>
                  <a:pt x="25400" y="2032000"/>
                </a:cubicBezTo>
                <a:lnTo>
                  <a:pt x="25400" y="2032000"/>
                </a:lnTo>
                <a:cubicBezTo>
                  <a:pt x="11372" y="2032000"/>
                  <a:pt x="0" y="2020628"/>
                  <a:pt x="0" y="2006600"/>
                </a:cubicBezTo>
                <a:lnTo>
                  <a:pt x="0" y="25400"/>
                </a:lnTo>
                <a:close/>
              </a:path>
            </a:pathLst>
          </a:custGeom>
          <a:solidFill>
            <a:schemeClr val="accent1"/>
          </a:soli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3" name="文本占位符 12"/>
          <p:cNvSpPr>
            <a:spLocks noGrp="1"/>
          </p:cNvSpPr>
          <p:nvPr>
            <p:ph type="body" idx="16388" hasCustomPrompt="1"/>
            <p:custDataLst>
              <p:tags r:id="rId8"/>
            </p:custDataLst>
          </p:nvPr>
        </p:nvSpPr>
        <p:spPr>
          <a:xfrm>
            <a:off x="4622800" y="4216400"/>
            <a:ext cx="30988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5" name="文本占位符 14"/>
          <p:cNvSpPr>
            <a:spLocks noGrp="1"/>
          </p:cNvSpPr>
          <p:nvPr>
            <p:ph type="body" idx="16389" hasCustomPrompt="1"/>
            <p:custDataLst>
              <p:tags r:id="rId9"/>
            </p:custDataLst>
          </p:nvPr>
        </p:nvSpPr>
        <p:spPr>
          <a:xfrm>
            <a:off x="4622800" y="4724400"/>
            <a:ext cx="3098800" cy="15240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6" name="装饰  5"/>
          <p:cNvSpPr>
            <a:spLocks noGrp="1"/>
          </p:cNvSpPr>
          <p:nvPr>
            <p:ph type="body" idx="16395" hasCustomPrompt="1"/>
            <p:custDataLst>
              <p:tags r:id="rId10"/>
            </p:custDataLst>
          </p:nvPr>
        </p:nvSpPr>
        <p:spPr>
          <a:xfrm>
            <a:off x="8331200" y="4216400"/>
            <a:ext cx="50800" cy="2032000"/>
          </a:xfrm>
          <a:custGeom>
            <a:avLst/>
            <a:gdLst>
              <a:gd name="connisteX0" fmla="*/ 0 w 50800"/>
              <a:gd name="connsiteY0" fmla="*/ 25400 h 2032000"/>
              <a:gd name="connisteX1" fmla="*/ 25400 w 50800"/>
              <a:gd name="connsiteY1" fmla="*/ 0 h 2032000"/>
              <a:gd name="connisteX2" fmla="*/ 25400 w 50800"/>
              <a:gd name="connsiteY2" fmla="*/ 0 h 2032000"/>
              <a:gd name="connisteX3" fmla="*/ 50800 w 50800"/>
              <a:gd name="connsiteY3" fmla="*/ 25400 h 2032000"/>
              <a:gd name="connisteX4" fmla="*/ 50800 w 50800"/>
              <a:gd name="connsiteY4" fmla="*/ 2006600 h 2032000"/>
              <a:gd name="connisteX5" fmla="*/ 25400 w 50800"/>
              <a:gd name="connsiteY5" fmla="*/ 2032000 h 2032000"/>
              <a:gd name="connisteX6" fmla="*/ 25400 w 50800"/>
              <a:gd name="connsiteY6" fmla="*/ 2032000 h 2032000"/>
              <a:gd name="connisteX7" fmla="*/ 0 w 50800"/>
              <a:gd name="connsiteY7" fmla="*/ 2006600 h 2032000"/>
              <a:gd name="connisteX8" fmla="*/ 0 w 50800"/>
              <a:gd name="connsiteY8" fmla="*/ 25400 h 203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0800" h="2032000">
                <a:moveTo>
                  <a:pt x="0" y="25400"/>
                </a:moveTo>
                <a:cubicBezTo>
                  <a:pt x="0" y="11372"/>
                  <a:pt x="11372" y="0"/>
                  <a:pt x="25400" y="0"/>
                </a:cubicBezTo>
                <a:lnTo>
                  <a:pt x="25400" y="0"/>
                </a:lnTo>
                <a:cubicBezTo>
                  <a:pt x="39428" y="0"/>
                  <a:pt x="50800" y="11372"/>
                  <a:pt x="50800" y="25400"/>
                </a:cubicBezTo>
                <a:lnTo>
                  <a:pt x="50800" y="2006600"/>
                </a:lnTo>
                <a:cubicBezTo>
                  <a:pt x="50800" y="2020628"/>
                  <a:pt x="39428" y="2032000"/>
                  <a:pt x="25400" y="2032000"/>
                </a:cubicBezTo>
                <a:lnTo>
                  <a:pt x="25400" y="2032000"/>
                </a:lnTo>
                <a:cubicBezTo>
                  <a:pt x="11372" y="2032000"/>
                  <a:pt x="0" y="2020628"/>
                  <a:pt x="0" y="2006600"/>
                </a:cubicBezTo>
                <a:lnTo>
                  <a:pt x="0" y="25400"/>
                </a:lnTo>
                <a:close/>
              </a:path>
            </a:pathLst>
          </a:custGeom>
          <a:solidFill>
            <a:schemeClr val="accent1"/>
          </a:soli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7" name="文本占位符 16"/>
          <p:cNvSpPr>
            <a:spLocks noGrp="1"/>
          </p:cNvSpPr>
          <p:nvPr>
            <p:ph type="body" idx="16390" hasCustomPrompt="1"/>
            <p:custDataLst>
              <p:tags r:id="rId11"/>
            </p:custDataLst>
          </p:nvPr>
        </p:nvSpPr>
        <p:spPr>
          <a:xfrm>
            <a:off x="8483600" y="4216400"/>
            <a:ext cx="30988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8" name="文本占位符 17"/>
          <p:cNvSpPr>
            <a:spLocks noGrp="1"/>
          </p:cNvSpPr>
          <p:nvPr>
            <p:ph type="body" idx="16391" hasCustomPrompt="1"/>
            <p:custDataLst>
              <p:tags r:id="rId12"/>
            </p:custDataLst>
          </p:nvPr>
        </p:nvSpPr>
        <p:spPr>
          <a:xfrm>
            <a:off x="8483600" y="4724400"/>
            <a:ext cx="3098800" cy="15240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overrideClrMapping bg1="lt1" tx1="dk1" bg2="lt2" tx2="dk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正文页-38_17">
    <p:bg>
      <p:bgRef idx="1001">
        <a:schemeClr val="bg1"/>
      </p:bgRef>
    </p:bg>
    <p:spTree>
      <p:nvGrpSpPr>
        <p:cNvPr id="1" name=""/>
        <p:cNvGrpSpPr/>
        <p:nvPr/>
      </p:nvGrpSpPr>
      <p:grpSpPr>
        <a:xfrm>
          <a:off x="0" y="0"/>
          <a:ext cx="0" cy="0"/>
          <a:chOff x="0" y="0"/>
          <a:chExt cx="0" cy="0"/>
        </a:xfrm>
      </p:grpSpPr>
      <p:sp>
        <p:nvSpPr>
          <p:cNvPr id="7" name="标题 6"/>
          <p:cNvSpPr>
            <a:spLocks noGrp="1"/>
          </p:cNvSpPr>
          <p:nvPr>
            <p:ph type="ctrTitle" idx="16385" hasCustomPrompt="1"/>
            <p:custDataLst>
              <p:tags r:id="rId2"/>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pPr lvl="0"/>
            <a:r>
              <a:rPr lang="zh-CN" altLang="en-US"/>
              <a:t>单击此处添加标题</a:t>
            </a:r>
            <a:endParaRPr lang="zh-CN" altLang="en-US"/>
          </a:p>
        </p:txBody>
      </p:sp>
      <p:sp>
        <p:nvSpPr>
          <p:cNvPr id="8" name="装饰  7"/>
          <p:cNvSpPr>
            <a:spLocks noGrp="1"/>
          </p:cNvSpPr>
          <p:nvPr>
            <p:ph type="body" idx="16392" hasCustomPrompt="1"/>
            <p:custDataLst>
              <p:tags r:id="rId3"/>
            </p:custDataLst>
          </p:nvPr>
        </p:nvSpPr>
        <p:spPr>
          <a:xfrm>
            <a:off x="609600" y="4165600"/>
            <a:ext cx="3454400" cy="2082800"/>
          </a:xfrm>
          <a:custGeom>
            <a:avLst/>
            <a:gdLst>
              <a:gd name="connisteX0" fmla="*/ 0 w 3454400"/>
              <a:gd name="connsiteY0" fmla="*/ 0 h 2082800"/>
              <a:gd name="connisteX1" fmla="*/ 3454400 w 3454400"/>
              <a:gd name="connsiteY1" fmla="*/ 0 h 2082800"/>
              <a:gd name="connisteX2" fmla="*/ 3454400 w 3454400"/>
              <a:gd name="connsiteY2" fmla="*/ 1879600 h 2082800"/>
              <a:gd name="connisteX3" fmla="*/ 3251200 w 3454400"/>
              <a:gd name="connsiteY3" fmla="*/ 2082800 h 2082800"/>
              <a:gd name="connisteX4" fmla="*/ 203200 w 3454400"/>
              <a:gd name="connsiteY4" fmla="*/ 2082800 h 2082800"/>
              <a:gd name="connisteX5" fmla="*/ 0 w 3454400"/>
              <a:gd name="connsiteY5" fmla="*/ 1879600 h 2082800"/>
              <a:gd name="connisteX6" fmla="*/ 0 w 3454400"/>
              <a:gd name="connsiteY6" fmla="*/ 0 h 2082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3454400" h="2082800">
                <a:moveTo>
                  <a:pt x="0" y="0"/>
                </a:moveTo>
                <a:lnTo>
                  <a:pt x="3454400" y="0"/>
                </a:lnTo>
                <a:lnTo>
                  <a:pt x="3454400" y="1879600"/>
                </a:lnTo>
                <a:cubicBezTo>
                  <a:pt x="3454400" y="1991824"/>
                  <a:pt x="3363424" y="2082800"/>
                  <a:pt x="3251200" y="2082800"/>
                </a:cubicBezTo>
                <a:lnTo>
                  <a:pt x="203200" y="2082800"/>
                </a:lnTo>
                <a:cubicBezTo>
                  <a:pt x="90976" y="2082800"/>
                  <a:pt x="0" y="1991824"/>
                  <a:pt x="0" y="1879600"/>
                </a:cubicBezTo>
                <a:lnTo>
                  <a:pt x="0" y="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9" name="图片占位符 8"/>
          <p:cNvSpPr>
            <a:spLocks noGrp="1"/>
          </p:cNvSpPr>
          <p:nvPr>
            <p:ph type="pic" idx="16393" hasCustomPrompt="1"/>
            <p:custDataLst>
              <p:tags r:id="rId4"/>
            </p:custDataLst>
          </p:nvPr>
        </p:nvSpPr>
        <p:spPr>
          <a:xfrm>
            <a:off x="609600" y="1524000"/>
            <a:ext cx="3454400" cy="2641600"/>
          </a:xfrm>
          <a:custGeom>
            <a:avLst/>
            <a:gdLst>
              <a:gd name="connisteX0" fmla="*/ 0 w 3454400"/>
              <a:gd name="connsiteY0" fmla="*/ 203200 h 2641600"/>
              <a:gd name="connisteX1" fmla="*/ 203200 w 3454400"/>
              <a:gd name="connsiteY1" fmla="*/ 0 h 2641600"/>
              <a:gd name="connisteX2" fmla="*/ 3251200 w 3454400"/>
              <a:gd name="connsiteY2" fmla="*/ 0 h 2641600"/>
              <a:gd name="connisteX3" fmla="*/ 3454400 w 3454400"/>
              <a:gd name="connsiteY3" fmla="*/ 203200 h 2641600"/>
              <a:gd name="connisteX4" fmla="*/ 3454400 w 3454400"/>
              <a:gd name="connsiteY4" fmla="*/ 2641600 h 2641600"/>
              <a:gd name="connisteX5" fmla="*/ 0 w 3454400"/>
              <a:gd name="connsiteY5" fmla="*/ 2641600 h 2641600"/>
              <a:gd name="connisteX6" fmla="*/ 0 w 3454400"/>
              <a:gd name="connsiteY6" fmla="*/ 203200 h 2641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3454400" h="2641600">
                <a:moveTo>
                  <a:pt x="0" y="203200"/>
                </a:moveTo>
                <a:cubicBezTo>
                  <a:pt x="0" y="90976"/>
                  <a:pt x="90976" y="0"/>
                  <a:pt x="203200" y="0"/>
                </a:cubicBezTo>
                <a:lnTo>
                  <a:pt x="3251200" y="0"/>
                </a:lnTo>
                <a:cubicBezTo>
                  <a:pt x="3363424" y="0"/>
                  <a:pt x="3454400" y="90976"/>
                  <a:pt x="3454400" y="203200"/>
                </a:cubicBezTo>
                <a:lnTo>
                  <a:pt x="3454400" y="2641600"/>
                </a:lnTo>
                <a:lnTo>
                  <a:pt x="0" y="2641600"/>
                </a:lnTo>
                <a:lnTo>
                  <a:pt x="0" y="203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10" name="文本占位符 9"/>
          <p:cNvSpPr>
            <a:spLocks noGrp="1"/>
          </p:cNvSpPr>
          <p:nvPr>
            <p:ph type="body" idx="16386" hasCustomPrompt="1"/>
            <p:custDataLst>
              <p:tags r:id="rId5"/>
            </p:custDataLst>
          </p:nvPr>
        </p:nvSpPr>
        <p:spPr>
          <a:xfrm>
            <a:off x="914400" y="4368800"/>
            <a:ext cx="28448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项标题</a:t>
            </a:r>
            <a:endParaRPr lang="zh-CN" altLang="en-US" smtClean="0"/>
          </a:p>
        </p:txBody>
      </p:sp>
      <p:sp>
        <p:nvSpPr>
          <p:cNvPr id="11" name="文本占位符 10"/>
          <p:cNvSpPr>
            <a:spLocks noGrp="1"/>
          </p:cNvSpPr>
          <p:nvPr>
            <p:ph type="body" idx="16387" hasCustomPrompt="1"/>
            <p:custDataLst>
              <p:tags r:id="rId6"/>
            </p:custDataLst>
          </p:nvPr>
        </p:nvSpPr>
        <p:spPr>
          <a:xfrm>
            <a:off x="914400" y="4826000"/>
            <a:ext cx="28448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2" name="装饰  1"/>
          <p:cNvSpPr>
            <a:spLocks noGrp="1"/>
          </p:cNvSpPr>
          <p:nvPr>
            <p:ph type="body" idx="16394" hasCustomPrompt="1"/>
            <p:custDataLst>
              <p:tags r:id="rId7"/>
            </p:custDataLst>
          </p:nvPr>
        </p:nvSpPr>
        <p:spPr>
          <a:xfrm>
            <a:off x="4368800" y="4165600"/>
            <a:ext cx="3454400" cy="2082800"/>
          </a:xfrm>
          <a:custGeom>
            <a:avLst/>
            <a:gdLst>
              <a:gd name="connisteX0" fmla="*/ 0 w 3454400"/>
              <a:gd name="connsiteY0" fmla="*/ 0 h 2082800"/>
              <a:gd name="connisteX1" fmla="*/ 3454400 w 3454400"/>
              <a:gd name="connsiteY1" fmla="*/ 0 h 2082800"/>
              <a:gd name="connisteX2" fmla="*/ 3454400 w 3454400"/>
              <a:gd name="connsiteY2" fmla="*/ 1879600 h 2082800"/>
              <a:gd name="connisteX3" fmla="*/ 3251200 w 3454400"/>
              <a:gd name="connsiteY3" fmla="*/ 2082800 h 2082800"/>
              <a:gd name="connisteX4" fmla="*/ 203200 w 3454400"/>
              <a:gd name="connsiteY4" fmla="*/ 2082800 h 2082800"/>
              <a:gd name="connisteX5" fmla="*/ 0 w 3454400"/>
              <a:gd name="connsiteY5" fmla="*/ 1879600 h 2082800"/>
              <a:gd name="connisteX6" fmla="*/ 0 w 3454400"/>
              <a:gd name="connsiteY6" fmla="*/ 0 h 2082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3454400" h="2082800">
                <a:moveTo>
                  <a:pt x="0" y="0"/>
                </a:moveTo>
                <a:lnTo>
                  <a:pt x="3454400" y="0"/>
                </a:lnTo>
                <a:lnTo>
                  <a:pt x="3454400" y="1879600"/>
                </a:lnTo>
                <a:cubicBezTo>
                  <a:pt x="3454400" y="1991824"/>
                  <a:pt x="3363424" y="2082800"/>
                  <a:pt x="3251200" y="2082800"/>
                </a:cubicBezTo>
                <a:lnTo>
                  <a:pt x="203200" y="2082800"/>
                </a:lnTo>
                <a:cubicBezTo>
                  <a:pt x="90976" y="2082800"/>
                  <a:pt x="0" y="1991824"/>
                  <a:pt x="0" y="1879600"/>
                </a:cubicBezTo>
                <a:lnTo>
                  <a:pt x="0" y="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3" name="图片占位符 12"/>
          <p:cNvSpPr>
            <a:spLocks noGrp="1"/>
          </p:cNvSpPr>
          <p:nvPr>
            <p:ph type="pic" idx="16395" hasCustomPrompt="1"/>
            <p:custDataLst>
              <p:tags r:id="rId8"/>
            </p:custDataLst>
          </p:nvPr>
        </p:nvSpPr>
        <p:spPr>
          <a:xfrm>
            <a:off x="4368800" y="1524000"/>
            <a:ext cx="3454400" cy="2641600"/>
          </a:xfrm>
          <a:custGeom>
            <a:avLst/>
            <a:gdLst>
              <a:gd name="connisteX0" fmla="*/ 0 w 3454400"/>
              <a:gd name="connsiteY0" fmla="*/ 203200 h 2641600"/>
              <a:gd name="connisteX1" fmla="*/ 203200 w 3454400"/>
              <a:gd name="connsiteY1" fmla="*/ 0 h 2641600"/>
              <a:gd name="connisteX2" fmla="*/ 3251200 w 3454400"/>
              <a:gd name="connsiteY2" fmla="*/ 0 h 2641600"/>
              <a:gd name="connisteX3" fmla="*/ 3454400 w 3454400"/>
              <a:gd name="connsiteY3" fmla="*/ 203200 h 2641600"/>
              <a:gd name="connisteX4" fmla="*/ 3454400 w 3454400"/>
              <a:gd name="connsiteY4" fmla="*/ 2641600 h 2641600"/>
              <a:gd name="connisteX5" fmla="*/ 0 w 3454400"/>
              <a:gd name="connsiteY5" fmla="*/ 2641600 h 2641600"/>
              <a:gd name="connisteX6" fmla="*/ 0 w 3454400"/>
              <a:gd name="connsiteY6" fmla="*/ 203200 h 2641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3454400" h="2641600">
                <a:moveTo>
                  <a:pt x="0" y="203200"/>
                </a:moveTo>
                <a:cubicBezTo>
                  <a:pt x="0" y="90976"/>
                  <a:pt x="90976" y="0"/>
                  <a:pt x="203200" y="0"/>
                </a:cubicBezTo>
                <a:lnTo>
                  <a:pt x="3251200" y="0"/>
                </a:lnTo>
                <a:cubicBezTo>
                  <a:pt x="3363424" y="0"/>
                  <a:pt x="3454400" y="90976"/>
                  <a:pt x="3454400" y="203200"/>
                </a:cubicBezTo>
                <a:lnTo>
                  <a:pt x="3454400" y="2641600"/>
                </a:lnTo>
                <a:lnTo>
                  <a:pt x="0" y="2641600"/>
                </a:lnTo>
                <a:lnTo>
                  <a:pt x="0" y="203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15" name="文本占位符 14"/>
          <p:cNvSpPr>
            <a:spLocks noGrp="1"/>
          </p:cNvSpPr>
          <p:nvPr>
            <p:ph type="body" idx="16388" hasCustomPrompt="1"/>
            <p:custDataLst>
              <p:tags r:id="rId9"/>
            </p:custDataLst>
          </p:nvPr>
        </p:nvSpPr>
        <p:spPr>
          <a:xfrm>
            <a:off x="4673600" y="4368800"/>
            <a:ext cx="28448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项标题</a:t>
            </a:r>
            <a:endParaRPr lang="zh-CN" altLang="en-US" smtClean="0"/>
          </a:p>
        </p:txBody>
      </p:sp>
      <p:sp>
        <p:nvSpPr>
          <p:cNvPr id="16" name="文本占位符 15"/>
          <p:cNvSpPr>
            <a:spLocks noGrp="1"/>
          </p:cNvSpPr>
          <p:nvPr>
            <p:ph type="body" idx="16389" hasCustomPrompt="1"/>
            <p:custDataLst>
              <p:tags r:id="rId10"/>
            </p:custDataLst>
          </p:nvPr>
        </p:nvSpPr>
        <p:spPr>
          <a:xfrm>
            <a:off x="4673600" y="4826000"/>
            <a:ext cx="28448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7" name="装饰  6"/>
          <p:cNvSpPr>
            <a:spLocks noGrp="1"/>
          </p:cNvSpPr>
          <p:nvPr>
            <p:ph type="body" idx="16396" hasCustomPrompt="1"/>
            <p:custDataLst>
              <p:tags r:id="rId11"/>
            </p:custDataLst>
          </p:nvPr>
        </p:nvSpPr>
        <p:spPr>
          <a:xfrm>
            <a:off x="8128000" y="4165600"/>
            <a:ext cx="3454400" cy="2082800"/>
          </a:xfrm>
          <a:custGeom>
            <a:avLst/>
            <a:gdLst>
              <a:gd name="connisteX0" fmla="*/ 0 w 3454400"/>
              <a:gd name="connsiteY0" fmla="*/ 0 h 2082800"/>
              <a:gd name="connisteX1" fmla="*/ 3454400 w 3454400"/>
              <a:gd name="connsiteY1" fmla="*/ 0 h 2082800"/>
              <a:gd name="connisteX2" fmla="*/ 3454400 w 3454400"/>
              <a:gd name="connsiteY2" fmla="*/ 1879600 h 2082800"/>
              <a:gd name="connisteX3" fmla="*/ 3251200 w 3454400"/>
              <a:gd name="connsiteY3" fmla="*/ 2082800 h 2082800"/>
              <a:gd name="connisteX4" fmla="*/ 203200 w 3454400"/>
              <a:gd name="connsiteY4" fmla="*/ 2082800 h 2082800"/>
              <a:gd name="connisteX5" fmla="*/ 0 w 3454400"/>
              <a:gd name="connsiteY5" fmla="*/ 1879600 h 2082800"/>
              <a:gd name="connisteX6" fmla="*/ 0 w 3454400"/>
              <a:gd name="connsiteY6" fmla="*/ 0 h 2082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3454400" h="2082800">
                <a:moveTo>
                  <a:pt x="0" y="0"/>
                </a:moveTo>
                <a:lnTo>
                  <a:pt x="3454400" y="0"/>
                </a:lnTo>
                <a:lnTo>
                  <a:pt x="3454400" y="1879600"/>
                </a:lnTo>
                <a:cubicBezTo>
                  <a:pt x="3454400" y="1991824"/>
                  <a:pt x="3363424" y="2082800"/>
                  <a:pt x="3251200" y="2082800"/>
                </a:cubicBezTo>
                <a:lnTo>
                  <a:pt x="203200" y="2082800"/>
                </a:lnTo>
                <a:cubicBezTo>
                  <a:pt x="90976" y="2082800"/>
                  <a:pt x="0" y="1991824"/>
                  <a:pt x="0" y="1879600"/>
                </a:cubicBezTo>
                <a:lnTo>
                  <a:pt x="0" y="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8" name="图片占位符 17"/>
          <p:cNvSpPr>
            <a:spLocks noGrp="1"/>
          </p:cNvSpPr>
          <p:nvPr>
            <p:ph type="pic" idx="16397" hasCustomPrompt="1"/>
            <p:custDataLst>
              <p:tags r:id="rId12"/>
            </p:custDataLst>
          </p:nvPr>
        </p:nvSpPr>
        <p:spPr>
          <a:xfrm>
            <a:off x="8128000" y="1524000"/>
            <a:ext cx="3454400" cy="2641600"/>
          </a:xfrm>
          <a:custGeom>
            <a:avLst/>
            <a:gdLst>
              <a:gd name="connisteX0" fmla="*/ 0 w 3454400"/>
              <a:gd name="connsiteY0" fmla="*/ 203200 h 2641600"/>
              <a:gd name="connisteX1" fmla="*/ 203200 w 3454400"/>
              <a:gd name="connsiteY1" fmla="*/ 0 h 2641600"/>
              <a:gd name="connisteX2" fmla="*/ 3251200 w 3454400"/>
              <a:gd name="connsiteY2" fmla="*/ 0 h 2641600"/>
              <a:gd name="connisteX3" fmla="*/ 3454400 w 3454400"/>
              <a:gd name="connsiteY3" fmla="*/ 203200 h 2641600"/>
              <a:gd name="connisteX4" fmla="*/ 3454400 w 3454400"/>
              <a:gd name="connsiteY4" fmla="*/ 2641600 h 2641600"/>
              <a:gd name="connisteX5" fmla="*/ 0 w 3454400"/>
              <a:gd name="connsiteY5" fmla="*/ 2641600 h 2641600"/>
              <a:gd name="connisteX6" fmla="*/ 0 w 3454400"/>
              <a:gd name="connsiteY6" fmla="*/ 203200 h 2641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3454400" h="2641600">
                <a:moveTo>
                  <a:pt x="0" y="203200"/>
                </a:moveTo>
                <a:cubicBezTo>
                  <a:pt x="0" y="90976"/>
                  <a:pt x="90976" y="0"/>
                  <a:pt x="203200" y="0"/>
                </a:cubicBezTo>
                <a:lnTo>
                  <a:pt x="3251200" y="0"/>
                </a:lnTo>
                <a:cubicBezTo>
                  <a:pt x="3363424" y="0"/>
                  <a:pt x="3454400" y="90976"/>
                  <a:pt x="3454400" y="203200"/>
                </a:cubicBezTo>
                <a:lnTo>
                  <a:pt x="3454400" y="2641600"/>
                </a:lnTo>
                <a:lnTo>
                  <a:pt x="0" y="2641600"/>
                </a:lnTo>
                <a:lnTo>
                  <a:pt x="0" y="203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19" name="文本占位符 18"/>
          <p:cNvSpPr>
            <a:spLocks noGrp="1"/>
          </p:cNvSpPr>
          <p:nvPr>
            <p:ph type="body" idx="16390" hasCustomPrompt="1"/>
            <p:custDataLst>
              <p:tags r:id="rId13"/>
            </p:custDataLst>
          </p:nvPr>
        </p:nvSpPr>
        <p:spPr>
          <a:xfrm>
            <a:off x="8432800" y="4368800"/>
            <a:ext cx="28448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项标题</a:t>
            </a:r>
            <a:endParaRPr lang="zh-CN" altLang="en-US" smtClean="0"/>
          </a:p>
        </p:txBody>
      </p:sp>
      <p:sp>
        <p:nvSpPr>
          <p:cNvPr id="20" name="文本占位符 19"/>
          <p:cNvSpPr>
            <a:spLocks noGrp="1"/>
          </p:cNvSpPr>
          <p:nvPr>
            <p:ph type="body" idx="16391" hasCustomPrompt="1"/>
            <p:custDataLst>
              <p:tags r:id="rId14"/>
            </p:custDataLst>
          </p:nvPr>
        </p:nvSpPr>
        <p:spPr>
          <a:xfrm>
            <a:off x="8432800" y="4826000"/>
            <a:ext cx="28448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overrideClrMapping bg1="lt1" tx1="dk1" bg2="lt2" tx2="dk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正文页-62_12">
    <p:bg>
      <p:bgRef idx="1001">
        <a:schemeClr val="bg1"/>
      </p:bgRef>
    </p:bg>
    <p:spTree>
      <p:nvGrpSpPr>
        <p:cNvPr id="1" name=""/>
        <p:cNvGrpSpPr/>
        <p:nvPr/>
      </p:nvGrpSpPr>
      <p:grpSpPr>
        <a:xfrm>
          <a:off x="0" y="0"/>
          <a:ext cx="0" cy="0"/>
          <a:chOff x="0" y="0"/>
          <a:chExt cx="0" cy="0"/>
        </a:xfrm>
      </p:grpSpPr>
      <p:sp>
        <p:nvSpPr>
          <p:cNvPr id="7" name="标题 6"/>
          <p:cNvSpPr>
            <a:spLocks noGrp="1"/>
          </p:cNvSpPr>
          <p:nvPr>
            <p:ph type="ctrTitle" idx="16385" hasCustomPrompt="1"/>
            <p:custDataLst>
              <p:tags r:id="rId2"/>
            </p:custDataLst>
          </p:nvPr>
        </p:nvSpPr>
        <p:spPr>
          <a:xfrm>
            <a:off x="609600" y="533400"/>
            <a:ext cx="3429000" cy="12192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pPr lvl="0"/>
            <a:r>
              <a:t>单击此处添加标题</a:t>
            </a:r>
          </a:p>
        </p:txBody>
      </p:sp>
      <p:sp>
        <p:nvSpPr>
          <p:cNvPr id="8" name="内容占位符 7"/>
          <p:cNvSpPr>
            <a:spLocks noGrp="1"/>
          </p:cNvSpPr>
          <p:nvPr>
            <p:ph idx="16390" hasCustomPrompt="1"/>
            <p:custDataLst>
              <p:tags r:id="rId3"/>
            </p:custDataLst>
          </p:nvPr>
        </p:nvSpPr>
        <p:spPr>
          <a:xfrm>
            <a:off x="609600" y="3403600"/>
            <a:ext cx="10972800" cy="2844800"/>
          </a:xfrm>
          <a:custGeom>
            <a:avLst/>
            <a:gdLst>
              <a:gd name="connisteX0" fmla="*/ 0 w 10972800"/>
              <a:gd name="connsiteY0" fmla="*/ 203200 h 2844800"/>
              <a:gd name="connisteX1" fmla="*/ 203200 w 10972800"/>
              <a:gd name="connsiteY1" fmla="*/ 0 h 2844800"/>
              <a:gd name="connisteX2" fmla="*/ 10769600 w 10972800"/>
              <a:gd name="connsiteY2" fmla="*/ 0 h 2844800"/>
              <a:gd name="connisteX3" fmla="*/ 10972800 w 10972800"/>
              <a:gd name="connsiteY3" fmla="*/ 203200 h 2844800"/>
              <a:gd name="connisteX4" fmla="*/ 10972800 w 10972800"/>
              <a:gd name="connsiteY4" fmla="*/ 2641600 h 2844800"/>
              <a:gd name="connisteX5" fmla="*/ 10769600 w 10972800"/>
              <a:gd name="connsiteY5" fmla="*/ 2844800 h 2844800"/>
              <a:gd name="connisteX6" fmla="*/ 203200 w 10972800"/>
              <a:gd name="connsiteY6" fmla="*/ 2844800 h 2844800"/>
              <a:gd name="connisteX7" fmla="*/ 0 w 10972800"/>
              <a:gd name="connsiteY7" fmla="*/ 2641600 h 2844800"/>
              <a:gd name="connisteX8" fmla="*/ 0 w 10972800"/>
              <a:gd name="connsiteY8" fmla="*/ 203200 h 2844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0972800" h="2844800">
                <a:moveTo>
                  <a:pt x="0" y="203200"/>
                </a:moveTo>
                <a:cubicBezTo>
                  <a:pt x="0" y="90976"/>
                  <a:pt x="90976" y="0"/>
                  <a:pt x="203200" y="0"/>
                </a:cubicBezTo>
                <a:lnTo>
                  <a:pt x="10769600" y="0"/>
                </a:lnTo>
                <a:cubicBezTo>
                  <a:pt x="10881824" y="0"/>
                  <a:pt x="10972800" y="90976"/>
                  <a:pt x="10972800" y="203200"/>
                </a:cubicBezTo>
                <a:lnTo>
                  <a:pt x="10972800" y="2641600"/>
                </a:lnTo>
                <a:cubicBezTo>
                  <a:pt x="10972800" y="2753824"/>
                  <a:pt x="10881824" y="2844800"/>
                  <a:pt x="10769600" y="2844800"/>
                </a:cubicBezTo>
                <a:lnTo>
                  <a:pt x="203200" y="2844800"/>
                </a:lnTo>
                <a:cubicBezTo>
                  <a:pt x="90976" y="2844800"/>
                  <a:pt x="0" y="2753824"/>
                  <a:pt x="0" y="2641600"/>
                </a:cubicBezTo>
                <a:lnTo>
                  <a:pt x="0" y="203200"/>
                </a:lnTo>
                <a:close/>
              </a:path>
            </a:pathLst>
          </a:custGeom>
          <a:solidFill>
            <a:srgbClr val="DDDDDD"/>
          </a:solidFill>
          <a:ln>
            <a:noFill/>
          </a:ln>
        </p:spPr>
        <p:txBody>
          <a:bodyPr>
            <a:normAutofit/>
          </a:bodyPr>
          <a:lstStyle>
            <a:lvl1pPr marL="0" indent="0">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9" name="装饰  8"/>
          <p:cNvSpPr>
            <a:spLocks noGrp="1"/>
          </p:cNvSpPr>
          <p:nvPr>
            <p:ph type="body" idx="16391" hasCustomPrompt="1"/>
            <p:custDataLst>
              <p:tags r:id="rId4"/>
            </p:custDataLst>
          </p:nvPr>
        </p:nvSpPr>
        <p:spPr>
          <a:xfrm>
            <a:off x="4648200" y="609600"/>
            <a:ext cx="50800" cy="2336800"/>
          </a:xfrm>
          <a:custGeom>
            <a:avLst/>
            <a:gdLst>
              <a:gd name="connisteX0" fmla="*/ 0 w 50800"/>
              <a:gd name="connsiteY0" fmla="*/ 25400 h 2336800"/>
              <a:gd name="connisteX1" fmla="*/ 25400 w 50800"/>
              <a:gd name="connsiteY1" fmla="*/ 0 h 2336800"/>
              <a:gd name="connisteX2" fmla="*/ 25400 w 50800"/>
              <a:gd name="connsiteY2" fmla="*/ 0 h 2336800"/>
              <a:gd name="connisteX3" fmla="*/ 50800 w 50800"/>
              <a:gd name="connsiteY3" fmla="*/ 25400 h 2336800"/>
              <a:gd name="connisteX4" fmla="*/ 50800 w 50800"/>
              <a:gd name="connsiteY4" fmla="*/ 2311400 h 2336800"/>
              <a:gd name="connisteX5" fmla="*/ 25400 w 50800"/>
              <a:gd name="connsiteY5" fmla="*/ 2336800 h 2336800"/>
              <a:gd name="connisteX6" fmla="*/ 25400 w 50800"/>
              <a:gd name="connsiteY6" fmla="*/ 2336800 h 2336800"/>
              <a:gd name="connisteX7" fmla="*/ 0 w 50800"/>
              <a:gd name="connsiteY7" fmla="*/ 2311400 h 2336800"/>
              <a:gd name="connisteX8" fmla="*/ 0 w 50800"/>
              <a:gd name="connsiteY8" fmla="*/ 25400 h 2336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0800" h="2336800">
                <a:moveTo>
                  <a:pt x="0" y="25400"/>
                </a:moveTo>
                <a:cubicBezTo>
                  <a:pt x="0" y="11372"/>
                  <a:pt x="11372" y="0"/>
                  <a:pt x="25400" y="0"/>
                </a:cubicBezTo>
                <a:lnTo>
                  <a:pt x="25400" y="0"/>
                </a:lnTo>
                <a:cubicBezTo>
                  <a:pt x="39428" y="0"/>
                  <a:pt x="50800" y="11372"/>
                  <a:pt x="50800" y="25400"/>
                </a:cubicBezTo>
                <a:lnTo>
                  <a:pt x="50800" y="2311400"/>
                </a:lnTo>
                <a:cubicBezTo>
                  <a:pt x="50800" y="2325428"/>
                  <a:pt x="39428" y="2336800"/>
                  <a:pt x="25400" y="2336800"/>
                </a:cubicBezTo>
                <a:lnTo>
                  <a:pt x="25400" y="2336800"/>
                </a:lnTo>
                <a:cubicBezTo>
                  <a:pt x="11372" y="2336800"/>
                  <a:pt x="0" y="2325428"/>
                  <a:pt x="0" y="2311400"/>
                </a:cubicBezTo>
                <a:lnTo>
                  <a:pt x="0" y="25400"/>
                </a:lnTo>
                <a:close/>
              </a:path>
            </a:pathLst>
          </a:custGeom>
          <a:solidFill>
            <a:schemeClr val="accent1"/>
          </a:soli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0" name="文本占位符 9"/>
          <p:cNvSpPr>
            <a:spLocks noGrp="1"/>
          </p:cNvSpPr>
          <p:nvPr>
            <p:ph type="body" idx="16386" hasCustomPrompt="1"/>
            <p:custDataLst>
              <p:tags r:id="rId5"/>
            </p:custDataLst>
          </p:nvPr>
        </p:nvSpPr>
        <p:spPr>
          <a:xfrm>
            <a:off x="4800600" y="609600"/>
            <a:ext cx="30099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项标题</a:t>
            </a:r>
            <a:endParaRPr lang="zh-CN" altLang="en-US" smtClean="0"/>
          </a:p>
        </p:txBody>
      </p:sp>
      <p:sp>
        <p:nvSpPr>
          <p:cNvPr id="11" name="文本占位符 10"/>
          <p:cNvSpPr>
            <a:spLocks noGrp="1"/>
          </p:cNvSpPr>
          <p:nvPr>
            <p:ph type="body" idx="16387" hasCustomPrompt="1"/>
            <p:custDataLst>
              <p:tags r:id="rId6"/>
            </p:custDataLst>
          </p:nvPr>
        </p:nvSpPr>
        <p:spPr>
          <a:xfrm>
            <a:off x="4800600" y="1117600"/>
            <a:ext cx="3009900" cy="18288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2" name="装饰  1"/>
          <p:cNvSpPr>
            <a:spLocks noGrp="1"/>
          </p:cNvSpPr>
          <p:nvPr>
            <p:ph type="body" idx="16392" hasCustomPrompt="1"/>
            <p:custDataLst>
              <p:tags r:id="rId7"/>
            </p:custDataLst>
          </p:nvPr>
        </p:nvSpPr>
        <p:spPr>
          <a:xfrm>
            <a:off x="8420100" y="609600"/>
            <a:ext cx="50800" cy="2336800"/>
          </a:xfrm>
          <a:custGeom>
            <a:avLst/>
            <a:gdLst>
              <a:gd name="connisteX0" fmla="*/ 0 w 50800"/>
              <a:gd name="connsiteY0" fmla="*/ 25400 h 2336800"/>
              <a:gd name="connisteX1" fmla="*/ 25400 w 50800"/>
              <a:gd name="connsiteY1" fmla="*/ 0 h 2336800"/>
              <a:gd name="connisteX2" fmla="*/ 25400 w 50800"/>
              <a:gd name="connsiteY2" fmla="*/ 0 h 2336800"/>
              <a:gd name="connisteX3" fmla="*/ 50800 w 50800"/>
              <a:gd name="connsiteY3" fmla="*/ 25400 h 2336800"/>
              <a:gd name="connisteX4" fmla="*/ 50800 w 50800"/>
              <a:gd name="connsiteY4" fmla="*/ 2311400 h 2336800"/>
              <a:gd name="connisteX5" fmla="*/ 25400 w 50800"/>
              <a:gd name="connsiteY5" fmla="*/ 2336800 h 2336800"/>
              <a:gd name="connisteX6" fmla="*/ 25400 w 50800"/>
              <a:gd name="connsiteY6" fmla="*/ 2336800 h 2336800"/>
              <a:gd name="connisteX7" fmla="*/ 0 w 50800"/>
              <a:gd name="connsiteY7" fmla="*/ 2311400 h 2336800"/>
              <a:gd name="connisteX8" fmla="*/ 0 w 50800"/>
              <a:gd name="connsiteY8" fmla="*/ 25400 h 2336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0800" h="2336800">
                <a:moveTo>
                  <a:pt x="0" y="25400"/>
                </a:moveTo>
                <a:cubicBezTo>
                  <a:pt x="0" y="11372"/>
                  <a:pt x="11372" y="0"/>
                  <a:pt x="25400" y="0"/>
                </a:cubicBezTo>
                <a:lnTo>
                  <a:pt x="25400" y="0"/>
                </a:lnTo>
                <a:cubicBezTo>
                  <a:pt x="39428" y="0"/>
                  <a:pt x="50800" y="11372"/>
                  <a:pt x="50800" y="25400"/>
                </a:cubicBezTo>
                <a:lnTo>
                  <a:pt x="50800" y="2311400"/>
                </a:lnTo>
                <a:cubicBezTo>
                  <a:pt x="50800" y="2325428"/>
                  <a:pt x="39428" y="2336800"/>
                  <a:pt x="25400" y="2336800"/>
                </a:cubicBezTo>
                <a:lnTo>
                  <a:pt x="25400" y="2336800"/>
                </a:lnTo>
                <a:cubicBezTo>
                  <a:pt x="11372" y="2336800"/>
                  <a:pt x="0" y="2325428"/>
                  <a:pt x="0" y="2311400"/>
                </a:cubicBezTo>
                <a:lnTo>
                  <a:pt x="0" y="25400"/>
                </a:lnTo>
                <a:close/>
              </a:path>
            </a:pathLst>
          </a:custGeom>
          <a:solidFill>
            <a:schemeClr val="accent1"/>
          </a:soli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3" name="文本占位符 12"/>
          <p:cNvSpPr>
            <a:spLocks noGrp="1"/>
          </p:cNvSpPr>
          <p:nvPr>
            <p:ph type="body" idx="16388" hasCustomPrompt="1"/>
            <p:custDataLst>
              <p:tags r:id="rId8"/>
            </p:custDataLst>
          </p:nvPr>
        </p:nvSpPr>
        <p:spPr>
          <a:xfrm>
            <a:off x="8572500" y="609600"/>
            <a:ext cx="30099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项标题</a:t>
            </a:r>
            <a:endParaRPr lang="zh-CN" altLang="en-US" smtClean="0"/>
          </a:p>
        </p:txBody>
      </p:sp>
      <p:sp>
        <p:nvSpPr>
          <p:cNvPr id="15" name="文本占位符 14"/>
          <p:cNvSpPr>
            <a:spLocks noGrp="1"/>
          </p:cNvSpPr>
          <p:nvPr>
            <p:ph type="body" idx="16389" hasCustomPrompt="1"/>
            <p:custDataLst>
              <p:tags r:id="rId9"/>
            </p:custDataLst>
          </p:nvPr>
        </p:nvSpPr>
        <p:spPr>
          <a:xfrm>
            <a:off x="8572500" y="1117600"/>
            <a:ext cx="3009900" cy="18288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overrideClrMapping bg1="lt1" tx1="dk1" bg2="lt2" tx2="dk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正文页-10012_10">
    <p:bg>
      <p:bgRef idx="1001">
        <a:schemeClr val="bg1"/>
      </p:bgRef>
    </p:bg>
    <p:spTree>
      <p:nvGrpSpPr>
        <p:cNvPr id="1" name=""/>
        <p:cNvGrpSpPr/>
        <p:nvPr/>
      </p:nvGrpSpPr>
      <p:grpSpPr>
        <a:xfrm>
          <a:off x="0" y="0"/>
          <a:ext cx="0" cy="0"/>
          <a:chOff x="0" y="0"/>
          <a:chExt cx="0" cy="0"/>
        </a:xfrm>
      </p:grpSpPr>
      <p:sp>
        <p:nvSpPr>
          <p:cNvPr id="7" name="标题 6"/>
          <p:cNvSpPr>
            <a:spLocks noGrp="1"/>
          </p:cNvSpPr>
          <p:nvPr>
            <p:ph type="ctrTitle" idx="16385" hasCustomPrompt="1"/>
            <p:custDataLst>
              <p:tags r:id="rId2"/>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pPr lvl="0"/>
            <a:r>
              <a:rPr lang="zh-CN" altLang="en-US"/>
              <a:t>单击此处添加标题</a:t>
            </a:r>
            <a:endParaRPr lang="zh-CN" altLang="en-US"/>
          </a:p>
        </p:txBody>
      </p:sp>
      <p:sp>
        <p:nvSpPr>
          <p:cNvPr id="8" name="内容占位符 7"/>
          <p:cNvSpPr>
            <a:spLocks noGrp="1"/>
          </p:cNvSpPr>
          <p:nvPr>
            <p:ph idx="16390" hasCustomPrompt="1"/>
            <p:custDataLst>
              <p:tags r:id="rId3"/>
            </p:custDataLst>
          </p:nvPr>
        </p:nvSpPr>
        <p:spPr>
          <a:xfrm>
            <a:off x="609600" y="1524000"/>
            <a:ext cx="5486400" cy="4724400"/>
          </a:xfrm>
          <a:custGeom>
            <a:avLst/>
            <a:gdLst>
              <a:gd name="connisteX0" fmla="*/ 0 w 5486400"/>
              <a:gd name="connsiteY0" fmla="*/ 203200 h 4724400"/>
              <a:gd name="connisteX1" fmla="*/ 203200 w 5486400"/>
              <a:gd name="connsiteY1" fmla="*/ 0 h 4724400"/>
              <a:gd name="connisteX2" fmla="*/ 5283200 w 5486400"/>
              <a:gd name="connsiteY2" fmla="*/ 0 h 4724400"/>
              <a:gd name="connisteX3" fmla="*/ 5486400 w 5486400"/>
              <a:gd name="connsiteY3" fmla="*/ 203200 h 4724400"/>
              <a:gd name="connisteX4" fmla="*/ 5486400 w 5486400"/>
              <a:gd name="connsiteY4" fmla="*/ 4521200 h 4724400"/>
              <a:gd name="connisteX5" fmla="*/ 5283200 w 5486400"/>
              <a:gd name="connsiteY5" fmla="*/ 4724400 h 4724400"/>
              <a:gd name="connisteX6" fmla="*/ 203200 w 5486400"/>
              <a:gd name="connsiteY6" fmla="*/ 4724400 h 4724400"/>
              <a:gd name="connisteX7" fmla="*/ 0 w 5486400"/>
              <a:gd name="connsiteY7" fmla="*/ 4521200 h 4724400"/>
              <a:gd name="connisteX8" fmla="*/ 0 w 5486400"/>
              <a:gd name="connsiteY8" fmla="*/ 203200 h 472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486400" h="4724400">
                <a:moveTo>
                  <a:pt x="0" y="203200"/>
                </a:moveTo>
                <a:cubicBezTo>
                  <a:pt x="0" y="90976"/>
                  <a:pt x="90976" y="0"/>
                  <a:pt x="203200" y="0"/>
                </a:cubicBezTo>
                <a:lnTo>
                  <a:pt x="5283200" y="0"/>
                </a:lnTo>
                <a:cubicBezTo>
                  <a:pt x="5395424" y="0"/>
                  <a:pt x="5486400" y="90976"/>
                  <a:pt x="5486400" y="203200"/>
                </a:cubicBezTo>
                <a:lnTo>
                  <a:pt x="5486400" y="4521200"/>
                </a:lnTo>
                <a:cubicBezTo>
                  <a:pt x="5486400" y="4633424"/>
                  <a:pt x="5395424" y="4724400"/>
                  <a:pt x="5283200" y="4724400"/>
                </a:cubicBezTo>
                <a:lnTo>
                  <a:pt x="203200" y="4724400"/>
                </a:lnTo>
                <a:cubicBezTo>
                  <a:pt x="90976" y="4724400"/>
                  <a:pt x="0" y="4633424"/>
                  <a:pt x="0" y="4521200"/>
                </a:cubicBezTo>
                <a:lnTo>
                  <a:pt x="0" y="203200"/>
                </a:lnTo>
                <a:close/>
              </a:path>
            </a:pathLst>
          </a:custGeom>
          <a:solidFill>
            <a:srgbClr val="DDDDDD"/>
          </a:solidFill>
          <a:ln>
            <a:noFill/>
          </a:ln>
        </p:spPr>
        <p:txBody>
          <a:bodyPr>
            <a:normAutofit/>
          </a:bodyPr>
          <a:lstStyle>
            <a:lvl1pPr marL="0" indent="0">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9" name="文本占位符 8"/>
          <p:cNvSpPr>
            <a:spLocks noGrp="1"/>
          </p:cNvSpPr>
          <p:nvPr>
            <p:ph type="body" idx="16386" hasCustomPrompt="1"/>
            <p:custDataLst>
              <p:tags r:id="rId4"/>
            </p:custDataLst>
          </p:nvPr>
        </p:nvSpPr>
        <p:spPr>
          <a:xfrm>
            <a:off x="6553200" y="1803400"/>
            <a:ext cx="5029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0" name="文本占位符 9"/>
          <p:cNvSpPr>
            <a:spLocks noGrp="1"/>
          </p:cNvSpPr>
          <p:nvPr>
            <p:ph type="body" idx="16387" hasCustomPrompt="1"/>
            <p:custDataLst>
              <p:tags r:id="rId5"/>
            </p:custDataLst>
          </p:nvPr>
        </p:nvSpPr>
        <p:spPr>
          <a:xfrm>
            <a:off x="6553200" y="2362200"/>
            <a:ext cx="50292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1" name="文本占位符 10"/>
          <p:cNvSpPr>
            <a:spLocks noGrp="1"/>
          </p:cNvSpPr>
          <p:nvPr>
            <p:ph type="body" idx="16388" hasCustomPrompt="1"/>
            <p:custDataLst>
              <p:tags r:id="rId6"/>
            </p:custDataLst>
          </p:nvPr>
        </p:nvSpPr>
        <p:spPr>
          <a:xfrm>
            <a:off x="6553200" y="4191000"/>
            <a:ext cx="5029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2" name="文本占位符 11"/>
          <p:cNvSpPr>
            <a:spLocks noGrp="1"/>
          </p:cNvSpPr>
          <p:nvPr>
            <p:ph type="body" idx="16389" hasCustomPrompt="1"/>
            <p:custDataLst>
              <p:tags r:id="rId7"/>
            </p:custDataLst>
          </p:nvPr>
        </p:nvSpPr>
        <p:spPr>
          <a:xfrm>
            <a:off x="6553200" y="4749800"/>
            <a:ext cx="50292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overrideClrMapping bg1="lt1" tx1="dk1" bg2="lt2" tx2="dk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正文页-6_28">
    <p:bg>
      <p:bgRef idx="1001">
        <a:schemeClr val="bg1"/>
      </p:bgRef>
    </p:bg>
    <p:spTree>
      <p:nvGrpSpPr>
        <p:cNvPr id="1" name=""/>
        <p:cNvGrpSpPr/>
        <p:nvPr/>
      </p:nvGrpSpPr>
      <p:grpSpPr>
        <a:xfrm>
          <a:off x="0" y="0"/>
          <a:ext cx="0" cy="0"/>
          <a:chOff x="0" y="0"/>
          <a:chExt cx="0" cy="0"/>
        </a:xfrm>
      </p:grpSpPr>
      <p:sp>
        <p:nvSpPr>
          <p:cNvPr id="7" name="标题 6"/>
          <p:cNvSpPr>
            <a:spLocks noGrp="1"/>
          </p:cNvSpPr>
          <p:nvPr>
            <p:ph type="ctrTitle" idx="16385" hasCustomPrompt="1"/>
            <p:custDataLst>
              <p:tags r:id="rId2"/>
            </p:custDataLst>
          </p:nvPr>
        </p:nvSpPr>
        <p:spPr>
          <a:xfrm>
            <a:off x="609600" y="533400"/>
            <a:ext cx="63246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pPr lvl="0"/>
            <a:r>
              <a:rPr lang="zh-CN" altLang="en-US"/>
              <a:t>单击此处添加标题</a:t>
            </a:r>
            <a:endParaRPr lang="zh-CN" altLang="en-US"/>
          </a:p>
        </p:txBody>
      </p:sp>
      <p:sp>
        <p:nvSpPr>
          <p:cNvPr id="8" name="内容占位符 7"/>
          <p:cNvSpPr>
            <a:spLocks noGrp="1"/>
          </p:cNvSpPr>
          <p:nvPr>
            <p:ph idx="16392" hasCustomPrompt="1"/>
            <p:custDataLst>
              <p:tags r:id="rId3"/>
            </p:custDataLst>
          </p:nvPr>
        </p:nvSpPr>
        <p:spPr>
          <a:xfrm>
            <a:off x="7543800" y="609600"/>
            <a:ext cx="4038600" cy="5638800"/>
          </a:xfrm>
          <a:custGeom>
            <a:avLst/>
            <a:gdLst>
              <a:gd name="connisteX0" fmla="*/ 0 w 4038600"/>
              <a:gd name="connsiteY0" fmla="*/ 203200 h 5638800"/>
              <a:gd name="connisteX1" fmla="*/ 203200 w 4038600"/>
              <a:gd name="connsiteY1" fmla="*/ 0 h 5638800"/>
              <a:gd name="connisteX2" fmla="*/ 3835400 w 4038600"/>
              <a:gd name="connsiteY2" fmla="*/ 0 h 5638800"/>
              <a:gd name="connisteX3" fmla="*/ 4038600 w 4038600"/>
              <a:gd name="connsiteY3" fmla="*/ 203200 h 5638800"/>
              <a:gd name="connisteX4" fmla="*/ 4038600 w 4038600"/>
              <a:gd name="connsiteY4" fmla="*/ 5435600 h 5638800"/>
              <a:gd name="connisteX5" fmla="*/ 3835400 w 4038600"/>
              <a:gd name="connsiteY5" fmla="*/ 5638800 h 5638800"/>
              <a:gd name="connisteX6" fmla="*/ 203200 w 4038600"/>
              <a:gd name="connsiteY6" fmla="*/ 5638800 h 5638800"/>
              <a:gd name="connisteX7" fmla="*/ 0 w 4038600"/>
              <a:gd name="connsiteY7" fmla="*/ 5435600 h 5638800"/>
              <a:gd name="connisteX8" fmla="*/ 0 w 4038600"/>
              <a:gd name="connsiteY8" fmla="*/ 203200 h 5638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4038600" h="5638800">
                <a:moveTo>
                  <a:pt x="0" y="203200"/>
                </a:moveTo>
                <a:cubicBezTo>
                  <a:pt x="0" y="90976"/>
                  <a:pt x="90976" y="0"/>
                  <a:pt x="203200" y="0"/>
                </a:cubicBezTo>
                <a:lnTo>
                  <a:pt x="3835400" y="0"/>
                </a:lnTo>
                <a:cubicBezTo>
                  <a:pt x="3947624" y="0"/>
                  <a:pt x="4038600" y="90976"/>
                  <a:pt x="4038600" y="203200"/>
                </a:cubicBezTo>
                <a:lnTo>
                  <a:pt x="4038600" y="5435600"/>
                </a:lnTo>
                <a:cubicBezTo>
                  <a:pt x="4038600" y="5547824"/>
                  <a:pt x="3947624" y="5638800"/>
                  <a:pt x="3835400" y="5638800"/>
                </a:cubicBezTo>
                <a:lnTo>
                  <a:pt x="203200" y="5638800"/>
                </a:lnTo>
                <a:cubicBezTo>
                  <a:pt x="90976" y="5638800"/>
                  <a:pt x="0" y="5547824"/>
                  <a:pt x="0" y="5435600"/>
                </a:cubicBezTo>
                <a:lnTo>
                  <a:pt x="0" y="20320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marL="0" indent="0">
              <a:buNone/>
              <a:defRPr/>
            </a:lvl5pPr>
          </a:lstStyle>
          <a:p>
            <a:pPr lvl="4"/>
            <a:r>
              <a:rPr lang="zh-CN" altLang="en-US" smtClean="0"/>
              <a:t> </a:t>
            </a:r>
            <a:endParaRPr lang="zh-CN" altLang="en-US" smtClean="0"/>
          </a:p>
        </p:txBody>
      </p:sp>
      <p:sp>
        <p:nvSpPr>
          <p:cNvPr id="9" name="装饰  8"/>
          <p:cNvSpPr>
            <a:spLocks noGrp="1"/>
          </p:cNvSpPr>
          <p:nvPr>
            <p:ph type="body" idx="16393" hasCustomPrompt="1"/>
            <p:custDataLst>
              <p:tags r:id="rId4"/>
            </p:custDataLst>
          </p:nvPr>
        </p:nvSpPr>
        <p:spPr>
          <a:xfrm>
            <a:off x="609600" y="1676400"/>
            <a:ext cx="50800" cy="1117600"/>
          </a:xfrm>
          <a:custGeom>
            <a:avLst/>
            <a:gdLst>
              <a:gd name="connisteX0" fmla="*/ 0 w 50800"/>
              <a:gd name="connsiteY0" fmla="*/ 25400 h 1117600"/>
              <a:gd name="connisteX1" fmla="*/ 25400 w 50800"/>
              <a:gd name="connsiteY1" fmla="*/ 0 h 1117600"/>
              <a:gd name="connisteX2" fmla="*/ 25400 w 50800"/>
              <a:gd name="connsiteY2" fmla="*/ 0 h 1117600"/>
              <a:gd name="connisteX3" fmla="*/ 50800 w 50800"/>
              <a:gd name="connsiteY3" fmla="*/ 25400 h 1117600"/>
              <a:gd name="connisteX4" fmla="*/ 50800 w 50800"/>
              <a:gd name="connsiteY4" fmla="*/ 1092200 h 1117600"/>
              <a:gd name="connisteX5" fmla="*/ 25400 w 50800"/>
              <a:gd name="connsiteY5" fmla="*/ 1117600 h 1117600"/>
              <a:gd name="connisteX6" fmla="*/ 25400 w 50800"/>
              <a:gd name="connsiteY6" fmla="*/ 1117600 h 1117600"/>
              <a:gd name="connisteX7" fmla="*/ 0 w 50800"/>
              <a:gd name="connsiteY7" fmla="*/ 1092200 h 1117600"/>
              <a:gd name="connisteX8" fmla="*/ 0 w 50800"/>
              <a:gd name="connsiteY8" fmla="*/ 25400 h 1117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0800" h="1117600">
                <a:moveTo>
                  <a:pt x="0" y="25400"/>
                </a:moveTo>
                <a:cubicBezTo>
                  <a:pt x="0" y="11372"/>
                  <a:pt x="11372" y="0"/>
                  <a:pt x="25400" y="0"/>
                </a:cubicBezTo>
                <a:lnTo>
                  <a:pt x="25400" y="0"/>
                </a:lnTo>
                <a:cubicBezTo>
                  <a:pt x="39428" y="0"/>
                  <a:pt x="50800" y="11372"/>
                  <a:pt x="50800" y="25400"/>
                </a:cubicBezTo>
                <a:lnTo>
                  <a:pt x="50800" y="1092200"/>
                </a:lnTo>
                <a:cubicBezTo>
                  <a:pt x="50800" y="1106228"/>
                  <a:pt x="39428" y="1117600"/>
                  <a:pt x="25400" y="1117600"/>
                </a:cubicBezTo>
                <a:lnTo>
                  <a:pt x="25400" y="1117600"/>
                </a:lnTo>
                <a:cubicBezTo>
                  <a:pt x="11372" y="1117600"/>
                  <a:pt x="0" y="1106228"/>
                  <a:pt x="0" y="1092200"/>
                </a:cubicBezTo>
                <a:lnTo>
                  <a:pt x="0" y="254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marL="0" indent="0">
              <a:buNone/>
              <a:defRPr/>
            </a:lvl5pPr>
          </a:lstStyle>
          <a:p>
            <a:pPr lvl="4"/>
            <a:r>
              <a:rPr lang="zh-CN" altLang="en-US" smtClean="0"/>
              <a:t> </a:t>
            </a:r>
            <a:endParaRPr lang="zh-CN" altLang="en-US" smtClean="0"/>
          </a:p>
        </p:txBody>
      </p:sp>
      <p:sp>
        <p:nvSpPr>
          <p:cNvPr id="10" name="文本占位符 9"/>
          <p:cNvSpPr>
            <a:spLocks noGrp="1"/>
          </p:cNvSpPr>
          <p:nvPr>
            <p:ph type="body" idx="16386" hasCustomPrompt="1"/>
            <p:custDataLst>
              <p:tags r:id="rId5"/>
            </p:custDataLst>
          </p:nvPr>
        </p:nvSpPr>
        <p:spPr>
          <a:xfrm>
            <a:off x="762000" y="1676400"/>
            <a:ext cx="6172200" cy="406400"/>
          </a:xfrm>
          <a:noFill/>
        </p:spPr>
        <p:txBody>
          <a:bodyPr lIns="0" tIns="0" rIns="0" bIns="0" anchor="t">
            <a:normAutofit/>
          </a:bodyPr>
          <a:lstStyle>
            <a:lvl1pPr marL="0" indent="0" algn="l">
              <a:lnSpc>
                <a:spcPct val="111000"/>
              </a:lnSpc>
              <a:buNone/>
              <a:defRPr sz="2400" b="0" spc="0">
                <a:solidFill>
                  <a:schemeClr val="tx1"/>
                </a:solidFill>
              </a:defRPr>
            </a:lvl1pPr>
            <a:lvl5pPr marL="0" indent="0" algn="l">
              <a:lnSpc>
                <a:spcPct val="111000"/>
              </a:lnSpc>
              <a:spcBef>
                <a:spcPct val="0"/>
              </a:spcBef>
              <a:spcAft>
                <a:spcPct val="0"/>
              </a:spcAft>
              <a:buNone/>
              <a:defRPr/>
            </a:lvl5pPr>
          </a:lstStyle>
          <a:p>
            <a:pPr lvl="0"/>
            <a:r>
              <a:rPr lang="zh-CN" altLang="en-US" smtClean="0"/>
              <a:t>单击此处添加项标题</a:t>
            </a:r>
            <a:endParaRPr lang="zh-CN" altLang="en-US" smtClean="0"/>
          </a:p>
        </p:txBody>
      </p:sp>
      <p:sp>
        <p:nvSpPr>
          <p:cNvPr id="11" name="文本占位符 10"/>
          <p:cNvSpPr>
            <a:spLocks noGrp="1"/>
          </p:cNvSpPr>
          <p:nvPr>
            <p:ph type="body" idx="16387" hasCustomPrompt="1"/>
            <p:custDataLst>
              <p:tags r:id="rId6"/>
            </p:custDataLst>
          </p:nvPr>
        </p:nvSpPr>
        <p:spPr>
          <a:xfrm>
            <a:off x="762000" y="2184400"/>
            <a:ext cx="6172200" cy="609600"/>
          </a:xfrm>
          <a:noFill/>
        </p:spPr>
        <p:txBody>
          <a:bodyPr lIns="0" tIns="0" rIns="0" bIns="0" anchor="t">
            <a:normAutofit/>
          </a:bodyPr>
          <a:lstStyle>
            <a:lvl1pPr marL="0" indent="0" algn="l">
              <a:lnSpc>
                <a:spcPct val="125000"/>
              </a:lnSpc>
              <a:buNone/>
              <a:defRPr sz="1600" b="0" spc="0">
                <a:solidFill>
                  <a:schemeClr val="tx1"/>
                </a:solidFill>
              </a:defRPr>
            </a:lvl1pPr>
            <a:lvl5pPr marL="0" indent="0" algn="l">
              <a:lnSpc>
                <a:spcPct val="125000"/>
              </a:lnSpc>
              <a:spcBef>
                <a:spcPct val="0"/>
              </a:spcBef>
              <a:spcAft>
                <a:spcPct val="0"/>
              </a:spcAft>
              <a:buNone/>
              <a:defRPr/>
            </a:lvl5pPr>
          </a:lstStyle>
          <a:p>
            <a:pPr lvl="0"/>
            <a:r>
              <a:rPr lang="zh-CN" altLang="en-US" smtClean="0"/>
              <a:t>单击此处添加项正文</a:t>
            </a:r>
            <a:endParaRPr lang="zh-CN" altLang="en-US" smtClean="0"/>
          </a:p>
        </p:txBody>
      </p:sp>
      <p:sp>
        <p:nvSpPr>
          <p:cNvPr id="12" name="装饰  1"/>
          <p:cNvSpPr>
            <a:spLocks noGrp="1"/>
          </p:cNvSpPr>
          <p:nvPr>
            <p:ph type="body" idx="16394" hasCustomPrompt="1"/>
            <p:custDataLst>
              <p:tags r:id="rId7"/>
            </p:custDataLst>
          </p:nvPr>
        </p:nvSpPr>
        <p:spPr>
          <a:xfrm>
            <a:off x="609600" y="3403600"/>
            <a:ext cx="50800" cy="1117600"/>
          </a:xfrm>
          <a:custGeom>
            <a:avLst/>
            <a:gdLst>
              <a:gd name="connisteX0" fmla="*/ 0 w 50800"/>
              <a:gd name="connsiteY0" fmla="*/ 25400 h 1117600"/>
              <a:gd name="connisteX1" fmla="*/ 25400 w 50800"/>
              <a:gd name="connsiteY1" fmla="*/ 0 h 1117600"/>
              <a:gd name="connisteX2" fmla="*/ 25400 w 50800"/>
              <a:gd name="connsiteY2" fmla="*/ 0 h 1117600"/>
              <a:gd name="connisteX3" fmla="*/ 50800 w 50800"/>
              <a:gd name="connsiteY3" fmla="*/ 25400 h 1117600"/>
              <a:gd name="connisteX4" fmla="*/ 50800 w 50800"/>
              <a:gd name="connsiteY4" fmla="*/ 1092200 h 1117600"/>
              <a:gd name="connisteX5" fmla="*/ 25400 w 50800"/>
              <a:gd name="connsiteY5" fmla="*/ 1117600 h 1117600"/>
              <a:gd name="connisteX6" fmla="*/ 25400 w 50800"/>
              <a:gd name="connsiteY6" fmla="*/ 1117600 h 1117600"/>
              <a:gd name="connisteX7" fmla="*/ 0 w 50800"/>
              <a:gd name="connsiteY7" fmla="*/ 1092200 h 1117600"/>
              <a:gd name="connisteX8" fmla="*/ 0 w 50800"/>
              <a:gd name="connsiteY8" fmla="*/ 25400 h 1117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0800" h="1117600">
                <a:moveTo>
                  <a:pt x="0" y="25400"/>
                </a:moveTo>
                <a:cubicBezTo>
                  <a:pt x="0" y="11372"/>
                  <a:pt x="11372" y="0"/>
                  <a:pt x="25400" y="0"/>
                </a:cubicBezTo>
                <a:lnTo>
                  <a:pt x="25400" y="0"/>
                </a:lnTo>
                <a:cubicBezTo>
                  <a:pt x="39428" y="0"/>
                  <a:pt x="50800" y="11372"/>
                  <a:pt x="50800" y="25400"/>
                </a:cubicBezTo>
                <a:lnTo>
                  <a:pt x="50800" y="1092200"/>
                </a:lnTo>
                <a:cubicBezTo>
                  <a:pt x="50800" y="1106228"/>
                  <a:pt x="39428" y="1117600"/>
                  <a:pt x="25400" y="1117600"/>
                </a:cubicBezTo>
                <a:lnTo>
                  <a:pt x="25400" y="1117600"/>
                </a:lnTo>
                <a:cubicBezTo>
                  <a:pt x="11372" y="1117600"/>
                  <a:pt x="0" y="1106228"/>
                  <a:pt x="0" y="1092200"/>
                </a:cubicBezTo>
                <a:lnTo>
                  <a:pt x="0" y="254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marL="0" indent="0">
              <a:buNone/>
              <a:defRPr/>
            </a:lvl5pPr>
          </a:lstStyle>
          <a:p>
            <a:pPr lvl="4"/>
            <a:r>
              <a:rPr lang="zh-CN" altLang="en-US" smtClean="0"/>
              <a:t> </a:t>
            </a:r>
            <a:endParaRPr lang="zh-CN" altLang="en-US" smtClean="0"/>
          </a:p>
        </p:txBody>
      </p:sp>
      <p:sp>
        <p:nvSpPr>
          <p:cNvPr id="13" name="文本占位符 12"/>
          <p:cNvSpPr>
            <a:spLocks noGrp="1"/>
          </p:cNvSpPr>
          <p:nvPr>
            <p:ph type="body" idx="16388" hasCustomPrompt="1"/>
            <p:custDataLst>
              <p:tags r:id="rId8"/>
            </p:custDataLst>
          </p:nvPr>
        </p:nvSpPr>
        <p:spPr>
          <a:xfrm>
            <a:off x="762000" y="3403600"/>
            <a:ext cx="6172200" cy="406400"/>
          </a:xfrm>
          <a:noFill/>
        </p:spPr>
        <p:txBody>
          <a:bodyPr lIns="0" tIns="0" rIns="0" bIns="0" anchor="t">
            <a:normAutofit/>
          </a:bodyPr>
          <a:lstStyle>
            <a:lvl1pPr marL="0" indent="0" algn="l">
              <a:lnSpc>
                <a:spcPct val="111000"/>
              </a:lnSpc>
              <a:buNone/>
              <a:defRPr sz="2400" b="0" spc="0">
                <a:solidFill>
                  <a:schemeClr val="tx1"/>
                </a:solidFill>
              </a:defRPr>
            </a:lvl1pPr>
            <a:lvl5pPr marL="0" indent="0" algn="l">
              <a:lnSpc>
                <a:spcPct val="111000"/>
              </a:lnSpc>
              <a:spcBef>
                <a:spcPct val="0"/>
              </a:spcBef>
              <a:spcAft>
                <a:spcPct val="0"/>
              </a:spcAft>
              <a:buNone/>
              <a:defRPr/>
            </a:lvl5pPr>
          </a:lstStyle>
          <a:p>
            <a:pPr lvl="0"/>
            <a:r>
              <a:rPr lang="zh-CN" altLang="en-US" smtClean="0"/>
              <a:t>单击此处添加项标题</a:t>
            </a:r>
            <a:endParaRPr lang="zh-CN" altLang="en-US" smtClean="0"/>
          </a:p>
        </p:txBody>
      </p:sp>
      <p:sp>
        <p:nvSpPr>
          <p:cNvPr id="15" name="文本占位符 14"/>
          <p:cNvSpPr>
            <a:spLocks noGrp="1"/>
          </p:cNvSpPr>
          <p:nvPr>
            <p:ph type="body" idx="16389" hasCustomPrompt="1"/>
            <p:custDataLst>
              <p:tags r:id="rId9"/>
            </p:custDataLst>
          </p:nvPr>
        </p:nvSpPr>
        <p:spPr>
          <a:xfrm>
            <a:off x="762000" y="3911600"/>
            <a:ext cx="6172200" cy="609600"/>
          </a:xfrm>
          <a:noFill/>
        </p:spPr>
        <p:txBody>
          <a:bodyPr lIns="0" tIns="0" rIns="0" bIns="0" anchor="t">
            <a:normAutofit/>
          </a:bodyPr>
          <a:lstStyle>
            <a:lvl1pPr marL="0" indent="0" algn="l">
              <a:lnSpc>
                <a:spcPct val="125000"/>
              </a:lnSpc>
              <a:buNone/>
              <a:defRPr sz="1600" b="0" spc="0">
                <a:solidFill>
                  <a:schemeClr val="tx1"/>
                </a:solidFill>
              </a:defRPr>
            </a:lvl1pPr>
            <a:lvl5pPr marL="0" indent="0" algn="l">
              <a:lnSpc>
                <a:spcPct val="125000"/>
              </a:lnSpc>
              <a:spcBef>
                <a:spcPct val="0"/>
              </a:spcBef>
              <a:spcAft>
                <a:spcPct val="0"/>
              </a:spcAft>
              <a:buNone/>
              <a:defRPr/>
            </a:lvl5pPr>
          </a:lstStyle>
          <a:p>
            <a:pPr lvl="0"/>
            <a:r>
              <a:rPr lang="zh-CN" altLang="en-US" smtClean="0"/>
              <a:t>单击此处添加项正文</a:t>
            </a:r>
            <a:endParaRPr lang="zh-CN" altLang="en-US" smtClean="0"/>
          </a:p>
        </p:txBody>
      </p:sp>
      <p:sp>
        <p:nvSpPr>
          <p:cNvPr id="16" name="装饰  5"/>
          <p:cNvSpPr>
            <a:spLocks noGrp="1"/>
          </p:cNvSpPr>
          <p:nvPr>
            <p:ph type="body" idx="16395" hasCustomPrompt="1"/>
            <p:custDataLst>
              <p:tags r:id="rId10"/>
            </p:custDataLst>
          </p:nvPr>
        </p:nvSpPr>
        <p:spPr>
          <a:xfrm>
            <a:off x="609600" y="5130800"/>
            <a:ext cx="50800" cy="1117600"/>
          </a:xfrm>
          <a:custGeom>
            <a:avLst/>
            <a:gdLst>
              <a:gd name="connisteX0" fmla="*/ 0 w 50800"/>
              <a:gd name="connsiteY0" fmla="*/ 25400 h 1117600"/>
              <a:gd name="connisteX1" fmla="*/ 25400 w 50800"/>
              <a:gd name="connsiteY1" fmla="*/ 0 h 1117600"/>
              <a:gd name="connisteX2" fmla="*/ 25400 w 50800"/>
              <a:gd name="connsiteY2" fmla="*/ 0 h 1117600"/>
              <a:gd name="connisteX3" fmla="*/ 50800 w 50800"/>
              <a:gd name="connsiteY3" fmla="*/ 25400 h 1117600"/>
              <a:gd name="connisteX4" fmla="*/ 50800 w 50800"/>
              <a:gd name="connsiteY4" fmla="*/ 1092200 h 1117600"/>
              <a:gd name="connisteX5" fmla="*/ 25400 w 50800"/>
              <a:gd name="connsiteY5" fmla="*/ 1117600 h 1117600"/>
              <a:gd name="connisteX6" fmla="*/ 25400 w 50800"/>
              <a:gd name="connsiteY6" fmla="*/ 1117600 h 1117600"/>
              <a:gd name="connisteX7" fmla="*/ 0 w 50800"/>
              <a:gd name="connsiteY7" fmla="*/ 1092200 h 1117600"/>
              <a:gd name="connisteX8" fmla="*/ 0 w 50800"/>
              <a:gd name="connsiteY8" fmla="*/ 25400 h 1117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0800" h="1117600">
                <a:moveTo>
                  <a:pt x="0" y="25400"/>
                </a:moveTo>
                <a:cubicBezTo>
                  <a:pt x="0" y="11372"/>
                  <a:pt x="11372" y="0"/>
                  <a:pt x="25400" y="0"/>
                </a:cubicBezTo>
                <a:lnTo>
                  <a:pt x="25400" y="0"/>
                </a:lnTo>
                <a:cubicBezTo>
                  <a:pt x="39428" y="0"/>
                  <a:pt x="50800" y="11372"/>
                  <a:pt x="50800" y="25400"/>
                </a:cubicBezTo>
                <a:lnTo>
                  <a:pt x="50800" y="1092200"/>
                </a:lnTo>
                <a:cubicBezTo>
                  <a:pt x="50800" y="1106228"/>
                  <a:pt x="39428" y="1117600"/>
                  <a:pt x="25400" y="1117600"/>
                </a:cubicBezTo>
                <a:lnTo>
                  <a:pt x="25400" y="1117600"/>
                </a:lnTo>
                <a:cubicBezTo>
                  <a:pt x="11372" y="1117600"/>
                  <a:pt x="0" y="1106228"/>
                  <a:pt x="0" y="1092200"/>
                </a:cubicBezTo>
                <a:lnTo>
                  <a:pt x="0" y="254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marL="0" indent="0">
              <a:buNone/>
              <a:defRPr/>
            </a:lvl5pPr>
          </a:lstStyle>
          <a:p>
            <a:pPr lvl="4"/>
            <a:r>
              <a:rPr lang="zh-CN" altLang="en-US" smtClean="0"/>
              <a:t> </a:t>
            </a:r>
            <a:endParaRPr lang="zh-CN" altLang="en-US" smtClean="0"/>
          </a:p>
        </p:txBody>
      </p:sp>
      <p:sp>
        <p:nvSpPr>
          <p:cNvPr id="17" name="文本占位符 16"/>
          <p:cNvSpPr>
            <a:spLocks noGrp="1"/>
          </p:cNvSpPr>
          <p:nvPr>
            <p:ph type="body" idx="16390" hasCustomPrompt="1"/>
            <p:custDataLst>
              <p:tags r:id="rId11"/>
            </p:custDataLst>
          </p:nvPr>
        </p:nvSpPr>
        <p:spPr>
          <a:xfrm>
            <a:off x="762000" y="5130800"/>
            <a:ext cx="6172200" cy="406400"/>
          </a:xfrm>
          <a:noFill/>
        </p:spPr>
        <p:txBody>
          <a:bodyPr lIns="0" tIns="0" rIns="0" bIns="0" anchor="t">
            <a:normAutofit/>
          </a:bodyPr>
          <a:lstStyle>
            <a:lvl1pPr marL="0" indent="0" algn="l">
              <a:lnSpc>
                <a:spcPct val="111000"/>
              </a:lnSpc>
              <a:buNone/>
              <a:defRPr sz="2400" b="0" spc="0">
                <a:solidFill>
                  <a:schemeClr val="tx1"/>
                </a:solidFill>
              </a:defRPr>
            </a:lvl1pPr>
            <a:lvl5pPr marL="0" indent="0" algn="l">
              <a:lnSpc>
                <a:spcPct val="111000"/>
              </a:lnSpc>
              <a:spcBef>
                <a:spcPct val="0"/>
              </a:spcBef>
              <a:spcAft>
                <a:spcPct val="0"/>
              </a:spcAft>
              <a:buNone/>
              <a:defRPr/>
            </a:lvl5pPr>
          </a:lstStyle>
          <a:p>
            <a:pPr lvl="0"/>
            <a:r>
              <a:rPr lang="zh-CN" altLang="en-US" smtClean="0"/>
              <a:t>单击此处添加项标题</a:t>
            </a:r>
            <a:endParaRPr lang="zh-CN" altLang="en-US" smtClean="0"/>
          </a:p>
        </p:txBody>
      </p:sp>
      <p:sp>
        <p:nvSpPr>
          <p:cNvPr id="18" name="文本占位符 17"/>
          <p:cNvSpPr>
            <a:spLocks noGrp="1"/>
          </p:cNvSpPr>
          <p:nvPr>
            <p:ph type="body" idx="16391" hasCustomPrompt="1"/>
            <p:custDataLst>
              <p:tags r:id="rId12"/>
            </p:custDataLst>
          </p:nvPr>
        </p:nvSpPr>
        <p:spPr>
          <a:xfrm>
            <a:off x="762000" y="5638800"/>
            <a:ext cx="6172200" cy="609600"/>
          </a:xfrm>
          <a:noFill/>
        </p:spPr>
        <p:txBody>
          <a:bodyPr lIns="0" tIns="0" rIns="0" bIns="0" anchor="t">
            <a:normAutofit/>
          </a:bodyPr>
          <a:lstStyle>
            <a:lvl1pPr marL="0" indent="0" algn="l">
              <a:lnSpc>
                <a:spcPct val="125000"/>
              </a:lnSpc>
              <a:buNone/>
              <a:defRPr sz="1600" b="0" spc="0">
                <a:solidFill>
                  <a:schemeClr val="tx1"/>
                </a:solidFill>
              </a:defRPr>
            </a:lvl1pPr>
            <a:lvl5pPr marL="0" indent="0" algn="l">
              <a:lnSpc>
                <a:spcPct val="125000"/>
              </a:lnSpc>
              <a:spcBef>
                <a:spcPct val="0"/>
              </a:spcBef>
              <a:spcAft>
                <a:spcPct val="0"/>
              </a:spcAft>
              <a:buNone/>
              <a:defRPr/>
            </a:lvl5pPr>
          </a:lstStyle>
          <a:p>
            <a:pPr lvl="0"/>
            <a:r>
              <a:rPr lang="zh-CN" altLang="en-US" smtClean="0"/>
              <a:t>单击此处添加项正文</a:t>
            </a:r>
            <a:endParaRPr lang="zh-CN" altLang="en-US" smtClean="0"/>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tags" Target="../tags/tag33.xml"/><Relationship Id="rId12" Type="http://schemas.openxmlformats.org/officeDocument/2006/relationships/tags" Target="../tags/tag32.xml"/><Relationship Id="rId11" Type="http://schemas.openxmlformats.org/officeDocument/2006/relationships/tags" Target="../tags/tag3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9.xml"/><Relationship Id="rId8" Type="http://schemas.openxmlformats.org/officeDocument/2006/relationships/slideLayout" Target="../slideLayouts/slideLayout18.xml"/><Relationship Id="rId7" Type="http://schemas.openxmlformats.org/officeDocument/2006/relationships/slideLayout" Target="../slideLayouts/slideLayout17.xml"/><Relationship Id="rId6" Type="http://schemas.openxmlformats.org/officeDocument/2006/relationships/slideLayout" Target="../slideLayouts/slideLayout16.xml"/><Relationship Id="rId5" Type="http://schemas.openxmlformats.org/officeDocument/2006/relationships/slideLayout" Target="../slideLayouts/slideLayout15.xml"/><Relationship Id="rId46" Type="http://schemas.openxmlformats.org/officeDocument/2006/relationships/theme" Target="../theme/theme2.xml"/><Relationship Id="rId45" Type="http://schemas.openxmlformats.org/officeDocument/2006/relationships/tags" Target="../tags/tag366.xml"/><Relationship Id="rId44" Type="http://schemas.openxmlformats.org/officeDocument/2006/relationships/tags" Target="../tags/tag365.xml"/><Relationship Id="rId43" Type="http://schemas.openxmlformats.org/officeDocument/2006/relationships/tags" Target="../tags/tag364.xml"/><Relationship Id="rId42" Type="http://schemas.openxmlformats.org/officeDocument/2006/relationships/tags" Target="../tags/tag363.xml"/><Relationship Id="rId41" Type="http://schemas.openxmlformats.org/officeDocument/2006/relationships/tags" Target="../tags/tag362.xml"/><Relationship Id="rId40" Type="http://schemas.openxmlformats.org/officeDocument/2006/relationships/tags" Target="../tags/tag361.xml"/><Relationship Id="rId4" Type="http://schemas.openxmlformats.org/officeDocument/2006/relationships/slideLayout" Target="../slideLayouts/slideLayout14.xml"/><Relationship Id="rId39" Type="http://schemas.openxmlformats.org/officeDocument/2006/relationships/tags" Target="../tags/tag360.xml"/><Relationship Id="rId38" Type="http://schemas.openxmlformats.org/officeDocument/2006/relationships/image" Target="../media/image1.png"/><Relationship Id="rId37" Type="http://schemas.openxmlformats.org/officeDocument/2006/relationships/tags" Target="../tags/tag359.xml"/><Relationship Id="rId36" Type="http://schemas.openxmlformats.org/officeDocument/2006/relationships/slideLayout" Target="../slideLayouts/slideLayout46.xml"/><Relationship Id="rId35" Type="http://schemas.openxmlformats.org/officeDocument/2006/relationships/slideLayout" Target="../slideLayouts/slideLayout45.xml"/><Relationship Id="rId34" Type="http://schemas.openxmlformats.org/officeDocument/2006/relationships/slideLayout" Target="../slideLayouts/slideLayout44.xml"/><Relationship Id="rId33" Type="http://schemas.openxmlformats.org/officeDocument/2006/relationships/slideLayout" Target="../slideLayouts/slideLayout43.xml"/><Relationship Id="rId32" Type="http://schemas.openxmlformats.org/officeDocument/2006/relationships/slideLayout" Target="../slideLayouts/slideLayout42.xml"/><Relationship Id="rId31" Type="http://schemas.openxmlformats.org/officeDocument/2006/relationships/slideLayout" Target="../slideLayouts/slideLayout41.xml"/><Relationship Id="rId30" Type="http://schemas.openxmlformats.org/officeDocument/2006/relationships/slideLayout" Target="../slideLayouts/slideLayout40.xml"/><Relationship Id="rId3" Type="http://schemas.openxmlformats.org/officeDocument/2006/relationships/slideLayout" Target="../slideLayouts/slideLayout13.xml"/><Relationship Id="rId29" Type="http://schemas.openxmlformats.org/officeDocument/2006/relationships/slideLayout" Target="../slideLayouts/slideLayout39.xml"/><Relationship Id="rId28" Type="http://schemas.openxmlformats.org/officeDocument/2006/relationships/slideLayout" Target="../slideLayouts/slideLayout38.xml"/><Relationship Id="rId27" Type="http://schemas.openxmlformats.org/officeDocument/2006/relationships/slideLayout" Target="../slideLayouts/slideLayout37.xml"/><Relationship Id="rId26" Type="http://schemas.openxmlformats.org/officeDocument/2006/relationships/slideLayout" Target="../slideLayouts/slideLayout36.xml"/><Relationship Id="rId25" Type="http://schemas.openxmlformats.org/officeDocument/2006/relationships/slideLayout" Target="../slideLayouts/slideLayout35.xml"/><Relationship Id="rId24" Type="http://schemas.openxmlformats.org/officeDocument/2006/relationships/slideLayout" Target="../slideLayouts/slideLayout34.xml"/><Relationship Id="rId23" Type="http://schemas.openxmlformats.org/officeDocument/2006/relationships/slideLayout" Target="../slideLayouts/slideLayout33.xml"/><Relationship Id="rId22" Type="http://schemas.openxmlformats.org/officeDocument/2006/relationships/slideLayout" Target="../slideLayouts/slideLayout32.xml"/><Relationship Id="rId21" Type="http://schemas.openxmlformats.org/officeDocument/2006/relationships/slideLayout" Target="../slideLayouts/slideLayout31.xml"/><Relationship Id="rId20" Type="http://schemas.openxmlformats.org/officeDocument/2006/relationships/slideLayout" Target="../slideLayouts/slideLayout30.xml"/><Relationship Id="rId2" Type="http://schemas.openxmlformats.org/officeDocument/2006/relationships/slideLayout" Target="../slideLayouts/slideLayout12.xml"/><Relationship Id="rId19" Type="http://schemas.openxmlformats.org/officeDocument/2006/relationships/slideLayout" Target="../slideLayouts/slideLayout29.xml"/><Relationship Id="rId18" Type="http://schemas.openxmlformats.org/officeDocument/2006/relationships/slideLayout" Target="../slideLayouts/slideLayout28.xml"/><Relationship Id="rId17" Type="http://schemas.openxmlformats.org/officeDocument/2006/relationships/slideLayout" Target="../slideLayouts/slideLayout27.xml"/><Relationship Id="rId16" Type="http://schemas.openxmlformats.org/officeDocument/2006/relationships/slideLayout" Target="../slideLayouts/slideLayout26.xml"/><Relationship Id="rId15" Type="http://schemas.openxmlformats.org/officeDocument/2006/relationships/slideLayout" Target="../slideLayouts/slideLayout25.xml"/><Relationship Id="rId14" Type="http://schemas.openxmlformats.org/officeDocument/2006/relationships/slideLayout" Target="../slideLayouts/slideLayout24.xml"/><Relationship Id="rId13" Type="http://schemas.openxmlformats.org/officeDocument/2006/relationships/slideLayout" Target="../slideLayouts/slideLayout23.xml"/><Relationship Id="rId12" Type="http://schemas.openxmlformats.org/officeDocument/2006/relationships/slideLayout" Target="../slideLayouts/slideLayout22.xml"/><Relationship Id="rId11" Type="http://schemas.openxmlformats.org/officeDocument/2006/relationships/slideLayout" Target="../slideLayouts/slideLayout21.xml"/><Relationship Id="rId10" Type="http://schemas.openxmlformats.org/officeDocument/2006/relationships/slideLayout" Target="../slideLayouts/slideLayout20.xml"/><Relationship Id="rId1"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日期占位符 3"/>
          <p:cNvSpPr>
            <a:spLocks noGrp="1"/>
          </p:cNvSpPr>
          <p:nvPr>
            <p:ph type="dt" sz="half" idx="2"/>
            <p:custDataLst>
              <p:tags r:id="rId11"/>
            </p:custDataLst>
          </p:nvPr>
        </p:nvSpPr>
        <p:spPr>
          <a:xfrm>
            <a:off x="605155" y="6314440"/>
            <a:ext cx="2707005" cy="316865"/>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2"/>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3"/>
            </p:custDataLst>
          </p:nvPr>
        </p:nvSpPr>
        <p:spPr>
          <a:xfrm>
            <a:off x="8877300" y="6314440"/>
            <a:ext cx="2711450" cy="316865"/>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
        <p:nvSpPr>
          <p:cNvPr id="2" name="标题占位符 1"/>
          <p:cNvSpPr>
            <a:spLocks noGrp="1"/>
          </p:cNvSpPr>
          <p:nvPr>
            <p:ph type="title"/>
          </p:nvPr>
        </p:nvSpPr>
        <p:spPr>
          <a:xfrm>
            <a:off x="609556" y="482473"/>
            <a:ext cx="10972888" cy="711206"/>
          </a:xfrm>
          <a:prstGeom prst="rect">
            <a:avLst/>
          </a:prstGeom>
        </p:spPr>
        <p:txBody>
          <a:bodyPr vert="horz" lIns="91440" tIns="45720" rIns="91440" bIns="45720" rtlCol="0" anchor="ctr">
            <a:no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609556" y="1524000"/>
            <a:ext cx="10972888" cy="4724438"/>
          </a:xfrm>
          <a:prstGeom prst="rect">
            <a:avLst/>
          </a:prstGeom>
        </p:spPr>
        <p:txBody>
          <a:bodyPr vert="horz" lIns="91440" tIns="45720" rIns="91440" bIns="45720" rtlCol="0">
            <a:no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altLang="zh-CN" dirty="0"/>
          </a:p>
          <a:p>
            <a:pPr lvl="5"/>
            <a:r>
              <a:rPr lang="zh-CN" altLang="en-US" dirty="0"/>
              <a:t>第六级</a:t>
            </a:r>
            <a:endParaRPr lang="en-US" altLang="zh-CN" dirty="0"/>
          </a:p>
          <a:p>
            <a:pPr marL="2971800" marR="0" lvl="6"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defRPr/>
            </a:pPr>
            <a:r>
              <a:rPr lang="zh-CN" altLang="en-US" dirty="0"/>
              <a:t>第七级</a:t>
            </a:r>
            <a:endParaRPr lang="en-US" altLang="zh-CN" dirty="0"/>
          </a:p>
          <a:p>
            <a:pPr marL="3429000" marR="0" lvl="7"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defRPr/>
            </a:pPr>
            <a:r>
              <a:rPr lang="zh-CN" altLang="en-US" dirty="0"/>
              <a:t>第八级</a:t>
            </a:r>
            <a:endParaRPr lang="en-US" altLang="zh-CN" dirty="0"/>
          </a:p>
          <a:p>
            <a:pPr marL="3886200" marR="0" lvl="8"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defRPr/>
            </a:pPr>
            <a:r>
              <a:rPr lang="zh-CN" altLang="en-US" dirty="0"/>
              <a:t>第九级</a:t>
            </a:r>
            <a:endParaRPr lang="en-US" altLang="zh-CN" dirty="0"/>
          </a:p>
          <a:p>
            <a:pPr marL="3886200" marR="0" lvl="8"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defRPr/>
            </a:pPr>
            <a:endParaRPr lang="en-US" altLang="zh-CN" dirty="0"/>
          </a:p>
          <a:p>
            <a:pPr lvl="5"/>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914400" rtl="0" eaLnBrk="1" latinLnBrk="0" hangingPunct="1">
        <a:lnSpc>
          <a:spcPct val="100000"/>
        </a:lnSpc>
        <a:spcBef>
          <a:spcPct val="0"/>
        </a:spcBef>
        <a:buNone/>
        <a:defRPr sz="3600" kern="1200">
          <a:solidFill>
            <a:schemeClr val="tx1"/>
          </a:solidFill>
          <a:latin typeface="微软雅黑" panose="020B0503020204020204" charset="-122"/>
          <a:ea typeface="微软雅黑" panose="020B0503020204020204"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charset="-122"/>
          <a:ea typeface="微软雅黑" panose="020B050302020402020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charset="-122"/>
          <a:ea typeface="微软雅黑" panose="020B050302020402020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charset="-122"/>
          <a:ea typeface="微软雅黑" panose="020B050302020402020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charset="-122"/>
          <a:ea typeface="微软雅黑" panose="020B0503020204020204" charset="-122"/>
          <a:cs typeface="+mn-cs"/>
        </a:defRPr>
      </a:lvl5pPr>
      <a:lvl6pPr marL="2514600" marR="0"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defRPr lang="zh-CN" altLang="en-US" sz="2400" kern="1200" dirty="0">
          <a:solidFill>
            <a:schemeClr val="tx1"/>
          </a:solidFill>
          <a:latin typeface="微软雅黑" panose="020B0503020204020204" charset="-122"/>
          <a:ea typeface="微软雅黑" panose="020B0503020204020204" charset="-122"/>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en-US" altLang="zh-CN" sz="2400" kern="1200" dirty="0" smtClean="0">
          <a:solidFill>
            <a:schemeClr val="tx1"/>
          </a:solidFill>
          <a:latin typeface="微软雅黑" panose="020B0503020204020204" charset="-122"/>
          <a:ea typeface="微软雅黑" panose="020B0503020204020204" charset="-122"/>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en-US" altLang="zh-CN" sz="2400" kern="1200" dirty="0" smtClean="0">
          <a:solidFill>
            <a:schemeClr val="tx1"/>
          </a:solidFill>
          <a:latin typeface="微软雅黑" panose="020B0503020204020204" charset="-122"/>
          <a:ea typeface="微软雅黑" panose="020B0503020204020204" charset="-122"/>
          <a:cs typeface="+mn-cs"/>
        </a:defRPr>
      </a:lvl8pPr>
      <a:lvl9pPr marL="3657600" indent="0" algn="l" defTabSz="914400" rtl="0" eaLnBrk="1" latinLnBrk="0" hangingPunct="1">
        <a:lnSpc>
          <a:spcPct val="90000"/>
        </a:lnSpc>
        <a:spcBef>
          <a:spcPts val="500"/>
        </a:spcBef>
        <a:buFont typeface="Arial" panose="020B0604020202020204" pitchFamily="34" charset="0"/>
        <a:buNone/>
        <a:defRPr lang="en-US" altLang="zh-CN" sz="2400" kern="1200" dirty="0" smtClean="0">
          <a:solidFill>
            <a:schemeClr val="tx1"/>
          </a:solidFill>
          <a:latin typeface="微软雅黑" panose="020B0503020204020204" charset="-122"/>
          <a:ea typeface="微软雅黑" panose="020B0503020204020204" charset="-122"/>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9" name="图片 8" descr="图片1"/>
          <p:cNvPicPr>
            <a:picLocks noChangeAspect="1"/>
          </p:cNvPicPr>
          <p:nvPr userDrawn="1">
            <p:custDataLst>
              <p:tags r:id="rId37"/>
            </p:custDataLst>
          </p:nvPr>
        </p:nvPicPr>
        <p:blipFill>
          <a:blip r:embed="rId38">
            <a:alphaModFix amt="25000"/>
          </a:blip>
          <a:srcRect b="31694"/>
          <a:stretch>
            <a:fillRect/>
          </a:stretch>
        </p:blipFill>
        <p:spPr>
          <a:xfrm>
            <a:off x="635" y="0"/>
            <a:ext cx="12191365" cy="6845935"/>
          </a:xfrm>
          <a:custGeom>
            <a:avLst/>
            <a:gdLst/>
            <a:ahLst/>
            <a:cxnLst>
              <a:cxn ang="3">
                <a:pos x="hc" y="t"/>
              </a:cxn>
              <a:cxn ang="cd2">
                <a:pos x="l" y="vc"/>
              </a:cxn>
              <a:cxn ang="cd4">
                <a:pos x="hc" y="b"/>
              </a:cxn>
              <a:cxn ang="0">
                <a:pos x="r" y="vc"/>
              </a:cxn>
            </a:cxnLst>
            <a:rect l="l" t="t" r="r" b="b"/>
            <a:pathLst>
              <a:path w="19251" h="10800">
                <a:moveTo>
                  <a:pt x="0" y="0"/>
                </a:moveTo>
                <a:lnTo>
                  <a:pt x="19251" y="0"/>
                </a:lnTo>
                <a:lnTo>
                  <a:pt x="19251" y="10800"/>
                </a:lnTo>
                <a:lnTo>
                  <a:pt x="0" y="10800"/>
                </a:lnTo>
                <a:lnTo>
                  <a:pt x="0" y="0"/>
                </a:lnTo>
                <a:close/>
              </a:path>
            </a:pathLst>
          </a:custGeom>
        </p:spPr>
      </p:pic>
      <p:sp>
        <p:nvSpPr>
          <p:cNvPr id="6" name="灯片编号占位符 5"/>
          <p:cNvSpPr>
            <a:spLocks noGrp="1"/>
          </p:cNvSpPr>
          <p:nvPr>
            <p:ph type="sldNum" sz="quarter" idx="4"/>
            <p:custDataLst>
              <p:tags r:id="rId39"/>
            </p:custDataLst>
          </p:nvPr>
        </p:nvSpPr>
        <p:spPr>
          <a:xfrm>
            <a:off x="8753983"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latin typeface="黑体" panose="02010609060101010101" charset="-122"/>
                <a:ea typeface="黑体" panose="02010609060101010101" charset="-122"/>
              </a:defRPr>
            </a:lvl1pPr>
          </a:lstStyle>
          <a:p>
            <a:fld id="{49AE70B2-8BF9-45C0-BB95-33D1B9D3A854}" type="slidenum">
              <a:rPr lang="zh-CN" altLang="en-US" smtClean="0"/>
            </a:fld>
            <a:endParaRPr lang="zh-CN" altLang="en-US"/>
          </a:p>
        </p:txBody>
      </p:sp>
      <p:sp>
        <p:nvSpPr>
          <p:cNvPr id="5" name="页脚占位符 4"/>
          <p:cNvSpPr>
            <a:spLocks noGrp="1"/>
          </p:cNvSpPr>
          <p:nvPr>
            <p:ph type="ftr" sz="quarter" idx="3"/>
            <p:custDataLst>
              <p:tags r:id="rId40"/>
            </p:custDataLst>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latin typeface="黑体" panose="02010609060101010101" charset="-122"/>
                <a:ea typeface="黑体" panose="02010609060101010101" charset="-122"/>
              </a:defRPr>
            </a:lvl1pPr>
          </a:lstStyle>
          <a:p>
            <a:endParaRPr lang="zh-CN" altLang="en-US"/>
          </a:p>
        </p:txBody>
      </p:sp>
      <p:sp>
        <p:nvSpPr>
          <p:cNvPr id="4" name="日期占位符 3"/>
          <p:cNvSpPr>
            <a:spLocks noGrp="1"/>
          </p:cNvSpPr>
          <p:nvPr>
            <p:ph type="dt" sz="half" idx="2"/>
            <p:custDataLst>
              <p:tags r:id="rId41"/>
            </p:custDataLst>
          </p:nvPr>
        </p:nvSpPr>
        <p:spPr>
          <a:xfrm>
            <a:off x="695960" y="6356350"/>
            <a:ext cx="2743200" cy="365125"/>
          </a:xfrm>
          <a:prstGeom prst="rect">
            <a:avLst/>
          </a:prstGeom>
        </p:spPr>
        <p:txBody>
          <a:bodyPr vert="horz" lIns="91440" tIns="45720" rIns="91440" bIns="45720" rtlCol="0" anchor="ctr">
            <a:normAutofit/>
          </a:bodyPr>
          <a:lstStyle>
            <a:lvl1pPr algn="l">
              <a:defRPr sz="1200">
                <a:solidFill>
                  <a:schemeClr val="tx1">
                    <a:tint val="75000"/>
                  </a:schemeClr>
                </a:solidFill>
                <a:latin typeface="黑体" panose="02010609060101010101" charset="-122"/>
                <a:ea typeface="黑体" panose="02010609060101010101" charset="-122"/>
              </a:defRPr>
            </a:lvl1pPr>
          </a:lstStyle>
          <a:p>
            <a:fld id="{760FBDFE-C587-4B4C-A407-44438C67B59E}" type="datetimeFigureOut">
              <a:rPr lang="zh-CN" altLang="en-US" smtClean="0"/>
            </a:fld>
            <a:endParaRPr lang="zh-CN" altLang="en-US"/>
          </a:p>
        </p:txBody>
      </p:sp>
      <p:sp>
        <p:nvSpPr>
          <p:cNvPr id="3" name="文本占位符 2"/>
          <p:cNvSpPr>
            <a:spLocks noGrp="1"/>
          </p:cNvSpPr>
          <p:nvPr>
            <p:ph type="body" idx="1"/>
            <p:custDataLst>
              <p:tags r:id="rId42"/>
            </p:custDataLst>
          </p:nvPr>
        </p:nvSpPr>
        <p:spPr>
          <a:xfrm>
            <a:off x="695960" y="1301749"/>
            <a:ext cx="10800000" cy="4873625"/>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2" name="标题占位符 1"/>
          <p:cNvSpPr>
            <a:spLocks noGrp="1"/>
          </p:cNvSpPr>
          <p:nvPr>
            <p:ph type="title"/>
            <p:custDataLst>
              <p:tags r:id="rId43"/>
            </p:custDataLst>
          </p:nvPr>
        </p:nvSpPr>
        <p:spPr>
          <a:xfrm>
            <a:off x="695960" y="360000"/>
            <a:ext cx="10800000" cy="720000"/>
          </a:xfrm>
          <a:prstGeom prst="rect">
            <a:avLst/>
          </a:prstGeom>
        </p:spPr>
        <p:txBody>
          <a:bodyPr vert="horz" lIns="91440" tIns="45720" rIns="91440" bIns="45720" rtlCol="0" anchor="b" anchorCtr="0">
            <a:normAutofit/>
          </a:bodyPr>
          <a:lstStyle/>
          <a:p>
            <a:r>
              <a:rPr lang="zh-CN" altLang="en-US" dirty="0"/>
              <a:t>单击此处编辑母版标题样式</a:t>
            </a:r>
            <a:endParaRPr lang="zh-CN" altLang="en-US" dirty="0"/>
          </a:p>
        </p:txBody>
      </p:sp>
      <p:sp>
        <p:nvSpPr>
          <p:cNvPr id="8" name="KSO_TEMPLATE" hidden="1"/>
          <p:cNvSpPr/>
          <p:nvPr userDrawn="1">
            <p:custDataLst>
              <p:tags r:id="rId44"/>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ustDataLst>
      <p:tags r:id="rId45"/>
    </p:custDataLst>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 id="2147483674" r:id="rId15"/>
    <p:sldLayoutId id="2147483675" r:id="rId16"/>
    <p:sldLayoutId id="2147483676" r:id="rId17"/>
    <p:sldLayoutId id="2147483677" r:id="rId18"/>
    <p:sldLayoutId id="2147483678" r:id="rId19"/>
    <p:sldLayoutId id="2147483679" r:id="rId20"/>
    <p:sldLayoutId id="2147483680" r:id="rId21"/>
    <p:sldLayoutId id="2147483681" r:id="rId22"/>
    <p:sldLayoutId id="2147483682" r:id="rId23"/>
    <p:sldLayoutId id="2147483683" r:id="rId24"/>
    <p:sldLayoutId id="2147483684" r:id="rId25"/>
    <p:sldLayoutId id="2147483685" r:id="rId26"/>
    <p:sldLayoutId id="2147483686" r:id="rId27"/>
    <p:sldLayoutId id="2147483687" r:id="rId28"/>
    <p:sldLayoutId id="2147483688" r:id="rId29"/>
    <p:sldLayoutId id="2147483689" r:id="rId30"/>
    <p:sldLayoutId id="2147483690" r:id="rId31"/>
    <p:sldLayoutId id="2147483691" r:id="rId32"/>
    <p:sldLayoutId id="2147483692" r:id="rId33"/>
    <p:sldLayoutId id="2147483693" r:id="rId34"/>
    <p:sldLayoutId id="2147483694" r:id="rId35"/>
    <p:sldLayoutId id="2147483695" r:id="rId36"/>
  </p:sldLayoutIdLst>
  <p:txStyles>
    <p:titleStyle>
      <a:lvl1pPr algn="l" defTabSz="914400" rtl="0" eaLnBrk="1" latinLnBrk="0" hangingPunct="1">
        <a:lnSpc>
          <a:spcPct val="90000"/>
        </a:lnSpc>
        <a:spcBef>
          <a:spcPct val="0"/>
        </a:spcBef>
        <a:buNone/>
        <a:defRPr sz="3200" b="1" i="0" u="none" kern="1200" spc="0">
          <a:solidFill>
            <a:schemeClr val="accent1"/>
          </a:solidFill>
          <a:effectLst/>
          <a:uFill>
            <a:solidFill>
              <a:schemeClr val="lt1"/>
            </a:solidFill>
          </a:uFill>
          <a:latin typeface="黑体" panose="02010609060101010101" charset="-122"/>
          <a:ea typeface="黑体" panose="02010609060101010101" charset="-122"/>
          <a:cs typeface="+mj-cs"/>
        </a:defRPr>
      </a:lvl1pPr>
    </p:titleStyle>
    <p:bodyStyle>
      <a:lvl1pPr marL="228600" indent="0" algn="l" defTabSz="914400" rtl="0" eaLnBrk="1" latinLnBrk="0" hangingPunct="1">
        <a:lnSpc>
          <a:spcPct val="130000"/>
        </a:lnSpc>
        <a:spcBef>
          <a:spcPts val="1000"/>
        </a:spcBef>
        <a:buFont typeface="Arial" panose="020B0604020202020204" pitchFamily="34" charset="0"/>
        <a:buChar char="•"/>
        <a:defRPr sz="2400" b="0" kern="1200" spc="0">
          <a:solidFill>
            <a:schemeClr val="tx2"/>
          </a:solidFill>
          <a:latin typeface="黑体" panose="02010609060101010101" charset="-122"/>
          <a:ea typeface="黑体" panose="02010609060101010101" charset="-122"/>
          <a:cs typeface="+mn-cs"/>
        </a:defRPr>
      </a:lvl1pPr>
      <a:lvl2pPr marL="685800" indent="0" algn="l" defTabSz="914400" rtl="0" eaLnBrk="1" latinLnBrk="0" hangingPunct="1">
        <a:lnSpc>
          <a:spcPct val="130000"/>
        </a:lnSpc>
        <a:spcBef>
          <a:spcPts val="500"/>
        </a:spcBef>
        <a:buFont typeface="Arial" panose="020B0604020202020204" pitchFamily="34" charset="0"/>
        <a:buChar char="•"/>
        <a:defRPr sz="2000" b="0" kern="1200" spc="0">
          <a:solidFill>
            <a:schemeClr val="tx2"/>
          </a:solidFill>
          <a:latin typeface="黑体" panose="02010609060101010101" charset="-122"/>
          <a:ea typeface="黑体" panose="02010609060101010101" charset="-122"/>
          <a:cs typeface="+mn-cs"/>
        </a:defRPr>
      </a:lvl2pPr>
      <a:lvl3pPr marL="1143000" indent="0" algn="l" defTabSz="914400" rtl="0" eaLnBrk="1" latinLnBrk="0" hangingPunct="1">
        <a:lnSpc>
          <a:spcPct val="130000"/>
        </a:lnSpc>
        <a:spcBef>
          <a:spcPts val="500"/>
        </a:spcBef>
        <a:buFont typeface="Arial" panose="020B0604020202020204" pitchFamily="34" charset="0"/>
        <a:buChar char="•"/>
        <a:defRPr sz="1800" b="0" kern="1200" spc="0">
          <a:solidFill>
            <a:schemeClr val="tx2"/>
          </a:solidFill>
          <a:latin typeface="黑体" panose="02010609060101010101" charset="-122"/>
          <a:ea typeface="黑体" panose="02010609060101010101" charset="-122"/>
          <a:cs typeface="+mn-cs"/>
        </a:defRPr>
      </a:lvl3pPr>
      <a:lvl4pPr marL="1600200" indent="0" algn="l" defTabSz="914400" rtl="0" eaLnBrk="1" latinLnBrk="0" hangingPunct="1">
        <a:lnSpc>
          <a:spcPct val="130000"/>
        </a:lnSpc>
        <a:spcBef>
          <a:spcPts val="500"/>
        </a:spcBef>
        <a:buFont typeface="Arial" panose="020B0604020202020204" pitchFamily="34" charset="0"/>
        <a:buChar char="•"/>
        <a:defRPr sz="1800" b="0" kern="1200" spc="0">
          <a:solidFill>
            <a:schemeClr val="tx2"/>
          </a:solidFill>
          <a:latin typeface="黑体" panose="02010609060101010101" charset="-122"/>
          <a:ea typeface="黑体" panose="02010609060101010101" charset="-122"/>
          <a:cs typeface="+mn-cs"/>
        </a:defRPr>
      </a:lvl4pPr>
      <a:lvl5pPr marL="2057400" indent="0" algn="l" defTabSz="914400" rtl="0" eaLnBrk="1" latinLnBrk="0" hangingPunct="1">
        <a:lnSpc>
          <a:spcPct val="130000"/>
        </a:lnSpc>
        <a:spcBef>
          <a:spcPts val="500"/>
        </a:spcBef>
        <a:buFont typeface="Arial" panose="020B0604020202020204" pitchFamily="34" charset="0"/>
        <a:buChar char="•"/>
        <a:defRPr sz="1800" b="0" kern="1200" spc="0">
          <a:solidFill>
            <a:schemeClr val="tx2"/>
          </a:solidFill>
          <a:latin typeface="黑体" panose="02010609060101010101" charset="-122"/>
          <a:ea typeface="黑体" panose="02010609060101010101"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11.xml"/><Relationship Id="rId3" Type="http://schemas.openxmlformats.org/officeDocument/2006/relationships/tags" Target="../tags/tag368.xml"/><Relationship Id="rId2" Type="http://schemas.openxmlformats.org/officeDocument/2006/relationships/tags" Target="../tags/tag367.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9" Type="http://schemas.openxmlformats.org/officeDocument/2006/relationships/tags" Target="../tags/tag376.xml"/><Relationship Id="rId8" Type="http://schemas.openxmlformats.org/officeDocument/2006/relationships/tags" Target="../tags/tag375.xml"/><Relationship Id="rId7" Type="http://schemas.openxmlformats.org/officeDocument/2006/relationships/tags" Target="../tags/tag374.xml"/><Relationship Id="rId6" Type="http://schemas.openxmlformats.org/officeDocument/2006/relationships/tags" Target="../tags/tag373.xml"/><Relationship Id="rId5" Type="http://schemas.openxmlformats.org/officeDocument/2006/relationships/tags" Target="../tags/tag372.xml"/><Relationship Id="rId4" Type="http://schemas.openxmlformats.org/officeDocument/2006/relationships/tags" Target="../tags/tag371.xml"/><Relationship Id="rId3" Type="http://schemas.openxmlformats.org/officeDocument/2006/relationships/tags" Target="../tags/tag370.xml"/><Relationship Id="rId2" Type="http://schemas.openxmlformats.org/officeDocument/2006/relationships/tags" Target="../tags/tag369.xml"/><Relationship Id="rId17" Type="http://schemas.openxmlformats.org/officeDocument/2006/relationships/slideLayout" Target="../slideLayouts/slideLayout11.xml"/><Relationship Id="rId16" Type="http://schemas.openxmlformats.org/officeDocument/2006/relationships/tags" Target="../tags/tag383.xml"/><Relationship Id="rId15" Type="http://schemas.openxmlformats.org/officeDocument/2006/relationships/tags" Target="../tags/tag382.xml"/><Relationship Id="rId14" Type="http://schemas.openxmlformats.org/officeDocument/2006/relationships/tags" Target="../tags/tag381.xml"/><Relationship Id="rId13" Type="http://schemas.openxmlformats.org/officeDocument/2006/relationships/tags" Target="../tags/tag380.xml"/><Relationship Id="rId12" Type="http://schemas.openxmlformats.org/officeDocument/2006/relationships/tags" Target="../tags/tag379.xml"/><Relationship Id="rId11" Type="http://schemas.openxmlformats.org/officeDocument/2006/relationships/tags" Target="../tags/tag378.xml"/><Relationship Id="rId10" Type="http://schemas.openxmlformats.org/officeDocument/2006/relationships/tags" Target="../tags/tag377.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tags" Target="../tags/tag384.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9" Type="http://schemas.openxmlformats.org/officeDocument/2006/relationships/tags" Target="../tags/tag391.xml"/><Relationship Id="rId8" Type="http://schemas.openxmlformats.org/officeDocument/2006/relationships/tags" Target="../tags/tag390.xml"/><Relationship Id="rId7" Type="http://schemas.openxmlformats.org/officeDocument/2006/relationships/tags" Target="../tags/tag389.xml"/><Relationship Id="rId6" Type="http://schemas.openxmlformats.org/officeDocument/2006/relationships/tags" Target="../tags/tag388.xml"/><Relationship Id="rId5" Type="http://schemas.openxmlformats.org/officeDocument/2006/relationships/tags" Target="../tags/tag387.xml"/><Relationship Id="rId4" Type="http://schemas.openxmlformats.org/officeDocument/2006/relationships/image" Target="../media/image3.jpeg"/><Relationship Id="rId3" Type="http://schemas.openxmlformats.org/officeDocument/2006/relationships/tags" Target="../tags/tag386.xml"/><Relationship Id="rId2" Type="http://schemas.openxmlformats.org/officeDocument/2006/relationships/tags" Target="../tags/tag385.xml"/><Relationship Id="rId12" Type="http://schemas.openxmlformats.org/officeDocument/2006/relationships/slideLayout" Target="../slideLayouts/slideLayout25.xml"/><Relationship Id="rId11" Type="http://schemas.openxmlformats.org/officeDocument/2006/relationships/tags" Target="../tags/tag393.xml"/><Relationship Id="rId10" Type="http://schemas.openxmlformats.org/officeDocument/2006/relationships/tags" Target="../tags/tag392.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6.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6.xml"/><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5" Type="http://schemas.openxmlformats.org/officeDocument/2006/relationships/slideLayout" Target="../slideLayouts/slideLayout27.xml"/><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tags" Target="../tags/tag394.xml"/><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7.xml"/><Relationship Id="rId2" Type="http://schemas.openxmlformats.org/officeDocument/2006/relationships/tags" Target="../tags/tag395.xml"/><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7.xml"/><Relationship Id="rId2" Type="http://schemas.openxmlformats.org/officeDocument/2006/relationships/tags" Target="../tags/tag396.xml"/><Relationship Id="rId1" Type="http://schemas.openxmlformats.org/officeDocument/2006/relationships/image" Target="../media/image2.png"/></Relationships>
</file>

<file path=ppt/slides/_rels/slide10.xml.rels><?xml version="1.0" encoding="UTF-8" standalone="yes"?>
<Relationships xmlns="http://schemas.openxmlformats.org/package/2006/relationships"><Relationship Id="rId5" Type="http://schemas.openxmlformats.org/officeDocument/2006/relationships/slideLayout" Target="../slideLayouts/slideLayout27.xml"/><Relationship Id="rId4" Type="http://schemas.openxmlformats.org/officeDocument/2006/relationships/tags" Target="../tags/tag397.xml"/><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2.png"/></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27.xml"/><Relationship Id="rId3" Type="http://schemas.openxmlformats.org/officeDocument/2006/relationships/image" Target="../media/image8.png"/><Relationship Id="rId2" Type="http://schemas.openxmlformats.org/officeDocument/2006/relationships/tags" Target="../tags/tag398.xml"/><Relationship Id="rId1" Type="http://schemas.openxmlformats.org/officeDocument/2006/relationships/image" Target="../media/image2.png"/></Relationships>
</file>

<file path=ppt/slides/_rels/slide12.xml.rels><?xml version="1.0" encoding="UTF-8" standalone="yes"?>
<Relationships xmlns="http://schemas.openxmlformats.org/package/2006/relationships"><Relationship Id="rId9" Type="http://schemas.openxmlformats.org/officeDocument/2006/relationships/slideLayout" Target="../slideLayouts/slideLayout27.xml"/><Relationship Id="rId8" Type="http://schemas.openxmlformats.org/officeDocument/2006/relationships/image" Target="../media/image15.png"/><Relationship Id="rId7" Type="http://schemas.openxmlformats.org/officeDocument/2006/relationships/image" Target="../media/image14.png"/><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image" Target="../media/image2.png"/></Relationships>
</file>

<file path=ppt/slides/_rels/slide13.xml.rels><?xml version="1.0" encoding="UTF-8" standalone="yes"?>
<Relationships xmlns="http://schemas.openxmlformats.org/package/2006/relationships"><Relationship Id="rId7" Type="http://schemas.openxmlformats.org/officeDocument/2006/relationships/slideLayout" Target="../slideLayouts/slideLayout27.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image" Target="../media/image2.png"/></Relationships>
</file>

<file path=ppt/slides/_rels/slide14.xml.rels><?xml version="1.0" encoding="UTF-8" standalone="yes"?>
<Relationships xmlns="http://schemas.openxmlformats.org/package/2006/relationships"><Relationship Id="rId9" Type="http://schemas.openxmlformats.org/officeDocument/2006/relationships/slideLayout" Target="../slideLayouts/slideLayout27.xml"/><Relationship Id="rId8" Type="http://schemas.openxmlformats.org/officeDocument/2006/relationships/image" Target="../media/image24.png"/><Relationship Id="rId7" Type="http://schemas.openxmlformats.org/officeDocument/2006/relationships/image" Target="../media/image23.png"/><Relationship Id="rId6" Type="http://schemas.openxmlformats.org/officeDocument/2006/relationships/image" Target="../media/image22.png"/><Relationship Id="rId5" Type="http://schemas.openxmlformats.org/officeDocument/2006/relationships/tags" Target="../tags/tag401.xml"/><Relationship Id="rId4" Type="http://schemas.openxmlformats.org/officeDocument/2006/relationships/tags" Target="../tags/tag400.xml"/><Relationship Id="rId3" Type="http://schemas.openxmlformats.org/officeDocument/2006/relationships/image" Target="../media/image21.png"/><Relationship Id="rId2" Type="http://schemas.openxmlformats.org/officeDocument/2006/relationships/tags" Target="../tags/tag399.xml"/><Relationship Id="rId1" Type="http://schemas.openxmlformats.org/officeDocument/2006/relationships/image" Target="../media/image2.png"/></Relationships>
</file>

<file path=ppt/slides/_rels/slide15.xml.rels><?xml version="1.0" encoding="UTF-8" standalone="yes"?>
<Relationships xmlns="http://schemas.openxmlformats.org/package/2006/relationships"><Relationship Id="rId5" Type="http://schemas.openxmlformats.org/officeDocument/2006/relationships/slideLayout" Target="../slideLayouts/slideLayout27.xml"/><Relationship Id="rId4" Type="http://schemas.openxmlformats.org/officeDocument/2006/relationships/image" Target="../media/image26.png"/><Relationship Id="rId3" Type="http://schemas.openxmlformats.org/officeDocument/2006/relationships/tags" Target="../tags/tag402.xml"/><Relationship Id="rId2" Type="http://schemas.openxmlformats.org/officeDocument/2006/relationships/image" Target="../media/image25.png"/><Relationship Id="rId1" Type="http://schemas.openxmlformats.org/officeDocument/2006/relationships/image" Target="../media/image2.png"/></Relationships>
</file>

<file path=ppt/slides/_rels/slide16.xml.rels><?xml version="1.0" encoding="UTF-8" standalone="yes"?>
<Relationships xmlns="http://schemas.openxmlformats.org/package/2006/relationships"><Relationship Id="rId5" Type="http://schemas.openxmlformats.org/officeDocument/2006/relationships/slideLayout" Target="../slideLayouts/slideLayout30.xml"/><Relationship Id="rId4" Type="http://schemas.openxmlformats.org/officeDocument/2006/relationships/tags" Target="../tags/tag404.xml"/><Relationship Id="rId3" Type="http://schemas.openxmlformats.org/officeDocument/2006/relationships/image" Target="../media/image27.png"/><Relationship Id="rId2" Type="http://schemas.openxmlformats.org/officeDocument/2006/relationships/tags" Target="../tags/tag403.xml"/><Relationship Id="rId1" Type="http://schemas.openxmlformats.org/officeDocument/2006/relationships/image" Target="../media/image2.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31.xml"/><Relationship Id="rId1" Type="http://schemas.openxmlformats.org/officeDocument/2006/relationships/image" Target="../media/image2.png"/></Relationships>
</file>

<file path=ppt/slides/_rels/slide18.xml.rels><?xml version="1.0" encoding="UTF-8" standalone="yes"?>
<Relationships xmlns="http://schemas.openxmlformats.org/package/2006/relationships"><Relationship Id="rId9" Type="http://schemas.openxmlformats.org/officeDocument/2006/relationships/tags" Target="../tags/tag411.xml"/><Relationship Id="rId8" Type="http://schemas.openxmlformats.org/officeDocument/2006/relationships/tags" Target="../tags/tag410.xml"/><Relationship Id="rId7" Type="http://schemas.openxmlformats.org/officeDocument/2006/relationships/tags" Target="../tags/tag409.xml"/><Relationship Id="rId6" Type="http://schemas.openxmlformats.org/officeDocument/2006/relationships/tags" Target="../tags/tag408.xml"/><Relationship Id="rId5" Type="http://schemas.openxmlformats.org/officeDocument/2006/relationships/image" Target="../media/image28.jpeg"/><Relationship Id="rId4" Type="http://schemas.openxmlformats.org/officeDocument/2006/relationships/tags" Target="../tags/tag407.xml"/><Relationship Id="rId3" Type="http://schemas.openxmlformats.org/officeDocument/2006/relationships/tags" Target="../tags/tag406.xml"/><Relationship Id="rId2" Type="http://schemas.openxmlformats.org/officeDocument/2006/relationships/tags" Target="../tags/tag405.xml"/><Relationship Id="rId19" Type="http://schemas.openxmlformats.org/officeDocument/2006/relationships/slideLayout" Target="../slideLayouts/slideLayout32.xml"/><Relationship Id="rId18" Type="http://schemas.openxmlformats.org/officeDocument/2006/relationships/tags" Target="../tags/tag418.xml"/><Relationship Id="rId17" Type="http://schemas.openxmlformats.org/officeDocument/2006/relationships/image" Target="../media/image30.png"/><Relationship Id="rId16" Type="http://schemas.openxmlformats.org/officeDocument/2006/relationships/tags" Target="../tags/tag417.xml"/><Relationship Id="rId15" Type="http://schemas.openxmlformats.org/officeDocument/2006/relationships/tags" Target="../tags/tag416.xml"/><Relationship Id="rId14" Type="http://schemas.openxmlformats.org/officeDocument/2006/relationships/tags" Target="../tags/tag415.xml"/><Relationship Id="rId13" Type="http://schemas.openxmlformats.org/officeDocument/2006/relationships/image" Target="../media/image29.jpeg"/><Relationship Id="rId12" Type="http://schemas.openxmlformats.org/officeDocument/2006/relationships/tags" Target="../tags/tag414.xml"/><Relationship Id="rId11" Type="http://schemas.openxmlformats.org/officeDocument/2006/relationships/tags" Target="../tags/tag413.xml"/><Relationship Id="rId10" Type="http://schemas.openxmlformats.org/officeDocument/2006/relationships/tags" Target="../tags/tag412.xml"/><Relationship Id="rId1" Type="http://schemas.openxmlformats.org/officeDocument/2006/relationships/image" Target="../media/image2.png"/></Relationships>
</file>

<file path=ppt/slides/_rels/slide19.xml.rels><?xml version="1.0" encoding="UTF-8" standalone="yes"?>
<Relationships xmlns="http://schemas.openxmlformats.org/package/2006/relationships"><Relationship Id="rId9" Type="http://schemas.openxmlformats.org/officeDocument/2006/relationships/slideLayout" Target="../slideLayouts/slideLayout32.xml"/><Relationship Id="rId8" Type="http://schemas.openxmlformats.org/officeDocument/2006/relationships/tags" Target="../tags/tag423.xml"/><Relationship Id="rId7" Type="http://schemas.openxmlformats.org/officeDocument/2006/relationships/tags" Target="../tags/tag422.xml"/><Relationship Id="rId6" Type="http://schemas.openxmlformats.org/officeDocument/2006/relationships/tags" Target="../tags/tag421.xml"/><Relationship Id="rId5" Type="http://schemas.openxmlformats.org/officeDocument/2006/relationships/image" Target="../media/image32.jpeg"/><Relationship Id="rId4" Type="http://schemas.openxmlformats.org/officeDocument/2006/relationships/tags" Target="../tags/tag420.xml"/><Relationship Id="rId3" Type="http://schemas.openxmlformats.org/officeDocument/2006/relationships/tags" Target="../tags/tag419.xml"/><Relationship Id="rId2" Type="http://schemas.openxmlformats.org/officeDocument/2006/relationships/image" Target="../media/image31.png"/><Relationship Id="rId1" Type="http://schemas.openxmlformats.org/officeDocument/2006/relationships/image" Target="../media/image2.png"/></Relationships>
</file>

<file path=ppt/slides/_rels/slide20.xml.rels><?xml version="1.0" encoding="UTF-8" standalone="yes"?>
<Relationships xmlns="http://schemas.openxmlformats.org/package/2006/relationships"><Relationship Id="rId5" Type="http://schemas.openxmlformats.org/officeDocument/2006/relationships/slideLayout" Target="../slideLayouts/slideLayout33.xml"/><Relationship Id="rId4" Type="http://schemas.openxmlformats.org/officeDocument/2006/relationships/tags" Target="../tags/tag424.xml"/><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image" Target="../media/image2.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40.xml"/><Relationship Id="rId1"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40.xml"/><Relationship Id="rId2" Type="http://schemas.openxmlformats.org/officeDocument/2006/relationships/tags" Target="../tags/tag425.xml"/><Relationship Id="rId1" Type="http://schemas.openxmlformats.org/officeDocument/2006/relationships/image" Target="../media/image2.png"/></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41.xml"/><Relationship Id="rId2" Type="http://schemas.openxmlformats.org/officeDocument/2006/relationships/tags" Target="../tags/tag426.xml"/><Relationship Id="rId1" Type="http://schemas.openxmlformats.org/officeDocument/2006/relationships/image" Target="../media/image2.png"/></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41.xml"/><Relationship Id="rId2" Type="http://schemas.openxmlformats.org/officeDocument/2006/relationships/tags" Target="../tags/tag427.xml"/><Relationship Id="rId1" Type="http://schemas.openxmlformats.org/officeDocument/2006/relationships/image" Target="../media/image2.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40.xml"/><Relationship Id="rId1" Type="http://schemas.openxmlformats.org/officeDocument/2006/relationships/image" Target="../media/image2.png"/></Relationships>
</file>

<file path=ppt/slides/_rels/slide26.xml.rels><?xml version="1.0" encoding="UTF-8" standalone="yes"?>
<Relationships xmlns="http://schemas.openxmlformats.org/package/2006/relationships"><Relationship Id="rId9" Type="http://schemas.openxmlformats.org/officeDocument/2006/relationships/tags" Target="../tags/tag435.xml"/><Relationship Id="rId8" Type="http://schemas.openxmlformats.org/officeDocument/2006/relationships/tags" Target="../tags/tag434.xml"/><Relationship Id="rId7" Type="http://schemas.openxmlformats.org/officeDocument/2006/relationships/tags" Target="../tags/tag433.xml"/><Relationship Id="rId6" Type="http://schemas.openxmlformats.org/officeDocument/2006/relationships/tags" Target="../tags/tag432.xml"/><Relationship Id="rId5" Type="http://schemas.openxmlformats.org/officeDocument/2006/relationships/tags" Target="../tags/tag431.xml"/><Relationship Id="rId4" Type="http://schemas.openxmlformats.org/officeDocument/2006/relationships/tags" Target="../tags/tag430.xml"/><Relationship Id="rId3" Type="http://schemas.openxmlformats.org/officeDocument/2006/relationships/tags" Target="../tags/tag429.xml"/><Relationship Id="rId2" Type="http://schemas.openxmlformats.org/officeDocument/2006/relationships/tags" Target="../tags/tag428.xml"/><Relationship Id="rId16" Type="http://schemas.openxmlformats.org/officeDocument/2006/relationships/slideLayout" Target="../slideLayouts/slideLayout41.xml"/><Relationship Id="rId15" Type="http://schemas.openxmlformats.org/officeDocument/2006/relationships/tags" Target="../tags/tag441.xml"/><Relationship Id="rId14" Type="http://schemas.openxmlformats.org/officeDocument/2006/relationships/tags" Target="../tags/tag440.xml"/><Relationship Id="rId13" Type="http://schemas.openxmlformats.org/officeDocument/2006/relationships/tags" Target="../tags/tag439.xml"/><Relationship Id="rId12" Type="http://schemas.openxmlformats.org/officeDocument/2006/relationships/tags" Target="../tags/tag438.xml"/><Relationship Id="rId11" Type="http://schemas.openxmlformats.org/officeDocument/2006/relationships/tags" Target="../tags/tag437.xml"/><Relationship Id="rId10" Type="http://schemas.openxmlformats.org/officeDocument/2006/relationships/tags" Target="../tags/tag436.xml"/><Relationship Id="rId1" Type="http://schemas.openxmlformats.org/officeDocument/2006/relationships/image" Target="../media/image2.png"/></Relationships>
</file>

<file path=ppt/slides/_rels/slide27.xml.rels><?xml version="1.0" encoding="UTF-8" standalone="yes"?>
<Relationships xmlns="http://schemas.openxmlformats.org/package/2006/relationships"><Relationship Id="rId9" Type="http://schemas.openxmlformats.org/officeDocument/2006/relationships/tags" Target="../tags/tag449.xml"/><Relationship Id="rId8" Type="http://schemas.openxmlformats.org/officeDocument/2006/relationships/tags" Target="../tags/tag448.xml"/><Relationship Id="rId7" Type="http://schemas.openxmlformats.org/officeDocument/2006/relationships/tags" Target="../tags/tag447.xml"/><Relationship Id="rId6" Type="http://schemas.openxmlformats.org/officeDocument/2006/relationships/tags" Target="../tags/tag446.xml"/><Relationship Id="rId5" Type="http://schemas.openxmlformats.org/officeDocument/2006/relationships/tags" Target="../tags/tag445.xml"/><Relationship Id="rId4" Type="http://schemas.openxmlformats.org/officeDocument/2006/relationships/tags" Target="../tags/tag444.xml"/><Relationship Id="rId3" Type="http://schemas.openxmlformats.org/officeDocument/2006/relationships/tags" Target="../tags/tag443.xml"/><Relationship Id="rId2" Type="http://schemas.openxmlformats.org/officeDocument/2006/relationships/tags" Target="../tags/tag442.xml"/><Relationship Id="rId14" Type="http://schemas.openxmlformats.org/officeDocument/2006/relationships/slideLayout" Target="../slideLayouts/slideLayout42.xml"/><Relationship Id="rId13" Type="http://schemas.openxmlformats.org/officeDocument/2006/relationships/tags" Target="../tags/tag452.xml"/><Relationship Id="rId12" Type="http://schemas.openxmlformats.org/officeDocument/2006/relationships/tags" Target="../tags/tag451.xml"/><Relationship Id="rId11" Type="http://schemas.openxmlformats.org/officeDocument/2006/relationships/image" Target="../media/image35.png"/><Relationship Id="rId10" Type="http://schemas.openxmlformats.org/officeDocument/2006/relationships/tags" Target="../tags/tag450.xml"/><Relationship Id="rId1" Type="http://schemas.openxmlformats.org/officeDocument/2006/relationships/image" Target="../media/image2.png"/></Relationships>
</file>

<file path=ppt/slides/_rels/slide28.xml.rels><?xml version="1.0" encoding="UTF-8" standalone="yes"?>
<Relationships xmlns="http://schemas.openxmlformats.org/package/2006/relationships"><Relationship Id="rId9" Type="http://schemas.openxmlformats.org/officeDocument/2006/relationships/tags" Target="../tags/tag460.xml"/><Relationship Id="rId8" Type="http://schemas.openxmlformats.org/officeDocument/2006/relationships/tags" Target="../tags/tag459.xml"/><Relationship Id="rId7" Type="http://schemas.openxmlformats.org/officeDocument/2006/relationships/tags" Target="../tags/tag458.xml"/><Relationship Id="rId6" Type="http://schemas.openxmlformats.org/officeDocument/2006/relationships/tags" Target="../tags/tag457.xml"/><Relationship Id="rId5" Type="http://schemas.openxmlformats.org/officeDocument/2006/relationships/tags" Target="../tags/tag456.xml"/><Relationship Id="rId4" Type="http://schemas.openxmlformats.org/officeDocument/2006/relationships/tags" Target="../tags/tag455.xml"/><Relationship Id="rId3" Type="http://schemas.openxmlformats.org/officeDocument/2006/relationships/tags" Target="../tags/tag454.xml"/><Relationship Id="rId2" Type="http://schemas.openxmlformats.org/officeDocument/2006/relationships/tags" Target="../tags/tag453.xml"/><Relationship Id="rId14" Type="http://schemas.openxmlformats.org/officeDocument/2006/relationships/slideLayout" Target="../slideLayouts/slideLayout43.xml"/><Relationship Id="rId13" Type="http://schemas.openxmlformats.org/officeDocument/2006/relationships/tags" Target="../tags/tag463.xml"/><Relationship Id="rId12" Type="http://schemas.openxmlformats.org/officeDocument/2006/relationships/image" Target="../media/image36.png"/><Relationship Id="rId11" Type="http://schemas.openxmlformats.org/officeDocument/2006/relationships/tags" Target="../tags/tag462.xml"/><Relationship Id="rId10" Type="http://schemas.openxmlformats.org/officeDocument/2006/relationships/tags" Target="../tags/tag461.xml"/><Relationship Id="rId1" Type="http://schemas.openxmlformats.org/officeDocument/2006/relationships/image" Target="../media/image2.png"/></Relationships>
</file>

<file path=ppt/slides/_rels/slide29.xml.rels><?xml version="1.0" encoding="UTF-8" standalone="yes"?>
<Relationships xmlns="http://schemas.openxmlformats.org/package/2006/relationships"><Relationship Id="rId6" Type="http://schemas.openxmlformats.org/officeDocument/2006/relationships/slideLayout" Target="../slideLayouts/slideLayout43.xml"/><Relationship Id="rId5" Type="http://schemas.openxmlformats.org/officeDocument/2006/relationships/image" Target="../media/image39.png"/><Relationship Id="rId4" Type="http://schemas.openxmlformats.org/officeDocument/2006/relationships/tags" Target="../tags/tag464.xml"/><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image" Target="../media/image2.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43.xml"/><Relationship Id="rId1" Type="http://schemas.openxmlformats.org/officeDocument/2006/relationships/image" Target="../media/image2.png"/></Relationships>
</file>

<file path=ppt/slides/_rels/slide31.xml.rels><?xml version="1.0" encoding="UTF-8" standalone="yes"?>
<Relationships xmlns="http://schemas.openxmlformats.org/package/2006/relationships"><Relationship Id="rId9" Type="http://schemas.openxmlformats.org/officeDocument/2006/relationships/tags" Target="../tags/tag471.xml"/><Relationship Id="rId8" Type="http://schemas.openxmlformats.org/officeDocument/2006/relationships/tags" Target="../tags/tag470.xml"/><Relationship Id="rId7" Type="http://schemas.openxmlformats.org/officeDocument/2006/relationships/tags" Target="../tags/tag469.xml"/><Relationship Id="rId6" Type="http://schemas.openxmlformats.org/officeDocument/2006/relationships/tags" Target="../tags/tag468.xml"/><Relationship Id="rId5" Type="http://schemas.openxmlformats.org/officeDocument/2006/relationships/tags" Target="../tags/tag467.xml"/><Relationship Id="rId4" Type="http://schemas.openxmlformats.org/officeDocument/2006/relationships/image" Target="../media/image40.jpeg"/><Relationship Id="rId3" Type="http://schemas.openxmlformats.org/officeDocument/2006/relationships/tags" Target="../tags/tag466.xml"/><Relationship Id="rId2" Type="http://schemas.openxmlformats.org/officeDocument/2006/relationships/tags" Target="../tags/tag465.xml"/><Relationship Id="rId12" Type="http://schemas.openxmlformats.org/officeDocument/2006/relationships/slideLayout" Target="../slideLayouts/slideLayout44.xml"/><Relationship Id="rId11" Type="http://schemas.openxmlformats.org/officeDocument/2006/relationships/tags" Target="../tags/tag473.xml"/><Relationship Id="rId10" Type="http://schemas.openxmlformats.org/officeDocument/2006/relationships/tags" Target="../tags/tag472.xml"/><Relationship Id="rId1" Type="http://schemas.openxmlformats.org/officeDocument/2006/relationships/image" Target="../media/image2.png"/></Relationships>
</file>

<file path=ppt/slides/_rels/slide32.xml.rels><?xml version="1.0" encoding="UTF-8" standalone="yes"?>
<Relationships xmlns="http://schemas.openxmlformats.org/package/2006/relationships"><Relationship Id="rId9" Type="http://schemas.openxmlformats.org/officeDocument/2006/relationships/tags" Target="../tags/tag480.xml"/><Relationship Id="rId8" Type="http://schemas.openxmlformats.org/officeDocument/2006/relationships/tags" Target="../tags/tag479.xml"/><Relationship Id="rId7" Type="http://schemas.openxmlformats.org/officeDocument/2006/relationships/tags" Target="../tags/tag478.xml"/><Relationship Id="rId6" Type="http://schemas.openxmlformats.org/officeDocument/2006/relationships/tags" Target="../tags/tag477.xml"/><Relationship Id="rId5" Type="http://schemas.openxmlformats.org/officeDocument/2006/relationships/tags" Target="../tags/tag476.xml"/><Relationship Id="rId4" Type="http://schemas.openxmlformats.org/officeDocument/2006/relationships/image" Target="../media/image41.jpeg"/><Relationship Id="rId3" Type="http://schemas.openxmlformats.org/officeDocument/2006/relationships/tags" Target="../tags/tag475.xml"/><Relationship Id="rId2" Type="http://schemas.openxmlformats.org/officeDocument/2006/relationships/tags" Target="../tags/tag474.xml"/><Relationship Id="rId15" Type="http://schemas.openxmlformats.org/officeDocument/2006/relationships/slideLayout" Target="../slideLayouts/slideLayout46.xml"/><Relationship Id="rId14" Type="http://schemas.openxmlformats.org/officeDocument/2006/relationships/tags" Target="../tags/tag485.xml"/><Relationship Id="rId13" Type="http://schemas.openxmlformats.org/officeDocument/2006/relationships/tags" Target="../tags/tag484.xml"/><Relationship Id="rId12" Type="http://schemas.openxmlformats.org/officeDocument/2006/relationships/tags" Target="../tags/tag483.xml"/><Relationship Id="rId11" Type="http://schemas.openxmlformats.org/officeDocument/2006/relationships/tags" Target="../tags/tag482.xml"/><Relationship Id="rId10" Type="http://schemas.openxmlformats.org/officeDocument/2006/relationships/tags" Target="../tags/tag481.xml"/><Relationship Id="rId1" Type="http://schemas.openxmlformats.org/officeDocument/2006/relationships/image" Target="../media/image2.png"/></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46.xml"/><Relationship Id="rId2" Type="http://schemas.openxmlformats.org/officeDocument/2006/relationships/tags" Target="../tags/tag486.xml"/><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p:sp>
        <p:nvSpPr>
          <p:cNvPr id="4" name="标题 3"/>
          <p:cNvSpPr>
            <a:spLocks noGrp="1"/>
          </p:cNvSpPr>
          <p:nvPr>
            <p:ph type="ctrTitle" idx="16385"/>
            <p:custDataLst>
              <p:tags r:id="rId2"/>
            </p:custDataLst>
          </p:nvPr>
        </p:nvSpPr>
        <p:spPr>
          <a:xfrm>
            <a:off x="1129665" y="1756410"/>
            <a:ext cx="10290175" cy="2874645"/>
          </a:xfrm>
        </p:spPr>
        <p:txBody>
          <a:bodyPr>
            <a:noAutofit/>
          </a:bodyPr>
          <a:p>
            <a:r>
              <a:rPr lang="zh-CN" altLang="en-US" sz="960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基于</a:t>
            </a:r>
            <a:r>
              <a:rPr lang="zh-CN" altLang="en-US" sz="9600">
                <a:ln w="22225">
                  <a:solidFill>
                    <a:schemeClr val="accent2"/>
                  </a:solidFill>
                  <a:prstDash val="solid"/>
                </a:ln>
                <a:solidFill>
                  <a:schemeClr val="accent2">
                    <a:lumMod val="40000"/>
                    <a:lumOff val="60000"/>
                  </a:schemeClr>
                </a:solidFill>
                <a:effectLst/>
              </a:rPr>
              <a:t>残差神经网络</a:t>
            </a:r>
            <a:r>
              <a:rPr lang="zh-CN" altLang="en-US" sz="960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rPr>
              <a:t>的语音情感识别</a:t>
            </a:r>
            <a:endParaRPr lang="zh-CN" altLang="en-US" sz="960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endParaRPr>
          </a:p>
        </p:txBody>
      </p:sp>
    </p:spTree>
    <p:custDataLst>
      <p:tags r:id="rId3"/>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p:sp>
        <p:nvSpPr>
          <p:cNvPr id="5" name="矩形 4"/>
          <p:cNvSpPr/>
          <p:nvPr>
            <p:custDataLst>
              <p:tags r:id="rId2"/>
            </p:custDataLst>
          </p:nvPr>
        </p:nvSpPr>
        <p:spPr>
          <a:xfrm>
            <a:off x="4741119" y="4370508"/>
            <a:ext cx="2101777" cy="569595"/>
          </a:xfrm>
          <a:prstGeom prst="rect">
            <a:avLst/>
          </a:prstGeom>
        </p:spPr>
        <p:txBody>
          <a:bodyPr wrap="square" lIns="91400" tIns="45699" rIns="91400" bIns="45699">
            <a:spAutoFit/>
          </a:bodyPr>
          <a:lstStyle/>
          <a:p>
            <a:pPr algn="ctr">
              <a:lnSpc>
                <a:spcPct val="130000"/>
              </a:lnSpc>
              <a:defRPr/>
            </a:pPr>
            <a:r>
              <a:rPr lang="zh-CN" altLang="en-US" sz="2400">
                <a:sym typeface="+mn-ea"/>
              </a:rPr>
              <a:t>实验结果分析</a:t>
            </a:r>
            <a:endParaRPr lang="en-US" altLang="zh-CN" sz="1600" b="1" kern="100" dirty="0">
              <a:solidFill>
                <a:schemeClr val="tx1">
                  <a:lumMod val="65000"/>
                  <a:lumOff val="35000"/>
                </a:schemeClr>
              </a:solidFill>
              <a:latin typeface="+mn-ea"/>
              <a:cs typeface="Times New Roman" panose="02020603050405020304" pitchFamily="18" charset="0"/>
            </a:endParaRPr>
          </a:p>
        </p:txBody>
      </p:sp>
      <p:sp>
        <p:nvSpPr>
          <p:cNvPr id="6" name="矩形 5"/>
          <p:cNvSpPr/>
          <p:nvPr>
            <p:custDataLst>
              <p:tags r:id="rId3"/>
            </p:custDataLst>
          </p:nvPr>
        </p:nvSpPr>
        <p:spPr>
          <a:xfrm>
            <a:off x="8479661" y="5157813"/>
            <a:ext cx="2101777" cy="569595"/>
          </a:xfrm>
          <a:prstGeom prst="rect">
            <a:avLst/>
          </a:prstGeom>
        </p:spPr>
        <p:txBody>
          <a:bodyPr wrap="square" lIns="91400" tIns="45699" rIns="91400" bIns="45699">
            <a:spAutoFit/>
          </a:bodyPr>
          <a:lstStyle/>
          <a:p>
            <a:pPr algn="ctr">
              <a:lnSpc>
                <a:spcPct val="130000"/>
              </a:lnSpc>
              <a:defRPr/>
            </a:pPr>
            <a:r>
              <a:rPr lang="zh-CN" altLang="en-US" sz="2400">
                <a:sym typeface="+mn-ea"/>
              </a:rPr>
              <a:t>总结与展望</a:t>
            </a:r>
            <a:endParaRPr lang="en-US" altLang="zh-CN" sz="2400" b="1" kern="100" dirty="0">
              <a:latin typeface="+mn-ea"/>
              <a:cs typeface="Times New Roman" panose="02020603050405020304" pitchFamily="18" charset="0"/>
            </a:endParaRPr>
          </a:p>
        </p:txBody>
      </p:sp>
      <p:sp>
        <p:nvSpPr>
          <p:cNvPr id="30" name="任意多边形 36"/>
          <p:cNvSpPr/>
          <p:nvPr>
            <p:custDataLst>
              <p:tags r:id="rId4"/>
            </p:custDataLst>
          </p:nvPr>
        </p:nvSpPr>
        <p:spPr>
          <a:xfrm>
            <a:off x="-262" y="1333592"/>
            <a:ext cx="12233163" cy="1271902"/>
          </a:xfrm>
          <a:custGeom>
            <a:avLst/>
            <a:gdLst>
              <a:gd name="connsiteX0" fmla="*/ 0 w 12721389"/>
              <a:gd name="connsiteY0" fmla="*/ 532365 h 1078137"/>
              <a:gd name="connsiteX1" fmla="*/ 3593431 w 12721389"/>
              <a:gd name="connsiteY1" fmla="*/ 51102 h 1078137"/>
              <a:gd name="connsiteX2" fmla="*/ 7908758 w 12721389"/>
              <a:gd name="connsiteY2" fmla="*/ 1077797 h 1078137"/>
              <a:gd name="connsiteX3" fmla="*/ 11774905 w 12721389"/>
              <a:gd name="connsiteY3" fmla="*/ 163397 h 1078137"/>
              <a:gd name="connsiteX4" fmla="*/ 12721389 w 12721389"/>
              <a:gd name="connsiteY4" fmla="*/ 35060 h 1078137"/>
              <a:gd name="connsiteX0-1" fmla="*/ 0 w 12721389"/>
              <a:gd name="connsiteY0-2" fmla="*/ 532365 h 1078137"/>
              <a:gd name="connsiteX1-3" fmla="*/ 3593431 w 12721389"/>
              <a:gd name="connsiteY1-4" fmla="*/ 51102 h 1078137"/>
              <a:gd name="connsiteX2-5" fmla="*/ 7908758 w 12721389"/>
              <a:gd name="connsiteY2-6" fmla="*/ 1077797 h 1078137"/>
              <a:gd name="connsiteX3-7" fmla="*/ 11774905 w 12721389"/>
              <a:gd name="connsiteY3-8" fmla="*/ 163397 h 1078137"/>
              <a:gd name="connsiteX4-9" fmla="*/ 12721389 w 12721389"/>
              <a:gd name="connsiteY4-10" fmla="*/ 35060 h 1078137"/>
              <a:gd name="connsiteX0-11" fmla="*/ 0 w 12721389"/>
              <a:gd name="connsiteY0-12" fmla="*/ 503854 h 1049626"/>
              <a:gd name="connsiteX1-13" fmla="*/ 3593431 w 12721389"/>
              <a:gd name="connsiteY1-14" fmla="*/ 22591 h 1049626"/>
              <a:gd name="connsiteX2-15" fmla="*/ 7908758 w 12721389"/>
              <a:gd name="connsiteY2-16" fmla="*/ 1049286 h 1049626"/>
              <a:gd name="connsiteX3-17" fmla="*/ 11774905 w 12721389"/>
              <a:gd name="connsiteY3-18" fmla="*/ 134886 h 1049626"/>
              <a:gd name="connsiteX4-19" fmla="*/ 12721389 w 12721389"/>
              <a:gd name="connsiteY4-20" fmla="*/ 6549 h 1049626"/>
              <a:gd name="connsiteX0-21" fmla="*/ 0 w 12368463"/>
              <a:gd name="connsiteY0-22" fmla="*/ 498433 h 1044197"/>
              <a:gd name="connsiteX1-23" fmla="*/ 3593431 w 12368463"/>
              <a:gd name="connsiteY1-24" fmla="*/ 17170 h 1044197"/>
              <a:gd name="connsiteX2-25" fmla="*/ 7908758 w 12368463"/>
              <a:gd name="connsiteY2-26" fmla="*/ 1043865 h 1044197"/>
              <a:gd name="connsiteX3-27" fmla="*/ 11774905 w 12368463"/>
              <a:gd name="connsiteY3-28" fmla="*/ 129465 h 1044197"/>
              <a:gd name="connsiteX4-29" fmla="*/ 12368463 w 12368463"/>
              <a:gd name="connsiteY4-30" fmla="*/ 113423 h 1044197"/>
              <a:gd name="connsiteX0-31" fmla="*/ 0 w 12368463"/>
              <a:gd name="connsiteY0-32" fmla="*/ 498433 h 1044197"/>
              <a:gd name="connsiteX1-33" fmla="*/ 3593431 w 12368463"/>
              <a:gd name="connsiteY1-34" fmla="*/ 17170 h 1044197"/>
              <a:gd name="connsiteX2-35" fmla="*/ 7908758 w 12368463"/>
              <a:gd name="connsiteY2-36" fmla="*/ 1043865 h 1044197"/>
              <a:gd name="connsiteX3-37" fmla="*/ 11774905 w 12368463"/>
              <a:gd name="connsiteY3-38" fmla="*/ 129465 h 1044197"/>
              <a:gd name="connsiteX4-39" fmla="*/ 12368463 w 12368463"/>
              <a:gd name="connsiteY4-40" fmla="*/ 113423 h 1044197"/>
              <a:gd name="connsiteX0-41" fmla="*/ 0 w 12368463"/>
              <a:gd name="connsiteY0-42" fmla="*/ 498433 h 1045860"/>
              <a:gd name="connsiteX1-43" fmla="*/ 3593431 w 12368463"/>
              <a:gd name="connsiteY1-44" fmla="*/ 17170 h 1045860"/>
              <a:gd name="connsiteX2-45" fmla="*/ 7908758 w 12368463"/>
              <a:gd name="connsiteY2-46" fmla="*/ 1043865 h 1045860"/>
              <a:gd name="connsiteX3-47" fmla="*/ 11357810 w 12368463"/>
              <a:gd name="connsiteY3-48" fmla="*/ 273844 h 1045860"/>
              <a:gd name="connsiteX4-49" fmla="*/ 12368463 w 12368463"/>
              <a:gd name="connsiteY4-50" fmla="*/ 113423 h 1045860"/>
              <a:gd name="connsiteX0-51" fmla="*/ 0 w 12368463"/>
              <a:gd name="connsiteY0-52" fmla="*/ 503294 h 1146765"/>
              <a:gd name="connsiteX1-53" fmla="*/ 3593431 w 12368463"/>
              <a:gd name="connsiteY1-54" fmla="*/ 22031 h 1146765"/>
              <a:gd name="connsiteX2-55" fmla="*/ 8855242 w 12368463"/>
              <a:gd name="connsiteY2-56" fmla="*/ 1144979 h 1146765"/>
              <a:gd name="connsiteX3-57" fmla="*/ 11357810 w 12368463"/>
              <a:gd name="connsiteY3-58" fmla="*/ 278705 h 1146765"/>
              <a:gd name="connsiteX4-59" fmla="*/ 12368463 w 12368463"/>
              <a:gd name="connsiteY4-60" fmla="*/ 118284 h 1146765"/>
              <a:gd name="connsiteX0-61" fmla="*/ 0 w 12368463"/>
              <a:gd name="connsiteY0-62" fmla="*/ 503294 h 1157827"/>
              <a:gd name="connsiteX1-63" fmla="*/ 3593431 w 12368463"/>
              <a:gd name="connsiteY1-64" fmla="*/ 22031 h 1157827"/>
              <a:gd name="connsiteX2-65" fmla="*/ 8855242 w 12368463"/>
              <a:gd name="connsiteY2-66" fmla="*/ 1144979 h 1157827"/>
              <a:gd name="connsiteX3-67" fmla="*/ 11357810 w 12368463"/>
              <a:gd name="connsiteY3-68" fmla="*/ 599547 h 1157827"/>
              <a:gd name="connsiteX4-69" fmla="*/ 12368463 w 12368463"/>
              <a:gd name="connsiteY4-70" fmla="*/ 118284 h 1157827"/>
              <a:gd name="connsiteX0-71" fmla="*/ 0 w 12368463"/>
              <a:gd name="connsiteY0-72" fmla="*/ 503294 h 1161527"/>
              <a:gd name="connsiteX1-73" fmla="*/ 3593431 w 12368463"/>
              <a:gd name="connsiteY1-74" fmla="*/ 22031 h 1161527"/>
              <a:gd name="connsiteX2-75" fmla="*/ 8855242 w 12368463"/>
              <a:gd name="connsiteY2-76" fmla="*/ 1144979 h 1161527"/>
              <a:gd name="connsiteX3-77" fmla="*/ 11357810 w 12368463"/>
              <a:gd name="connsiteY3-78" fmla="*/ 599547 h 1161527"/>
              <a:gd name="connsiteX4-79" fmla="*/ 12368463 w 12368463"/>
              <a:gd name="connsiteY4-80" fmla="*/ 118284 h 1161527"/>
              <a:gd name="connsiteX0-81" fmla="*/ 0 w 12609094"/>
              <a:gd name="connsiteY0-82" fmla="*/ 503294 h 1157530"/>
              <a:gd name="connsiteX1-83" fmla="*/ 3593431 w 12609094"/>
              <a:gd name="connsiteY1-84" fmla="*/ 22031 h 1157530"/>
              <a:gd name="connsiteX2-85" fmla="*/ 8855242 w 12609094"/>
              <a:gd name="connsiteY2-86" fmla="*/ 1144979 h 1157530"/>
              <a:gd name="connsiteX3-87" fmla="*/ 11357810 w 12609094"/>
              <a:gd name="connsiteY3-88" fmla="*/ 599547 h 1157530"/>
              <a:gd name="connsiteX4-89" fmla="*/ 12609094 w 12609094"/>
              <a:gd name="connsiteY4-90" fmla="*/ 198494 h 1157530"/>
              <a:gd name="connsiteX0-91" fmla="*/ 0 w 12609094"/>
              <a:gd name="connsiteY0-92" fmla="*/ 503294 h 1157530"/>
              <a:gd name="connsiteX1-93" fmla="*/ 3593431 w 12609094"/>
              <a:gd name="connsiteY1-94" fmla="*/ 22031 h 1157530"/>
              <a:gd name="connsiteX2-95" fmla="*/ 8855242 w 12609094"/>
              <a:gd name="connsiteY2-96" fmla="*/ 1144979 h 1157530"/>
              <a:gd name="connsiteX3-97" fmla="*/ 11357810 w 12609094"/>
              <a:gd name="connsiteY3-98" fmla="*/ 599547 h 1157530"/>
              <a:gd name="connsiteX4-99" fmla="*/ 12609094 w 12609094"/>
              <a:gd name="connsiteY4-100" fmla="*/ 198494 h 1157530"/>
              <a:gd name="connsiteX0-101" fmla="*/ 0 w 12609094"/>
              <a:gd name="connsiteY0-102" fmla="*/ 503294 h 1157530"/>
              <a:gd name="connsiteX1-103" fmla="*/ 3593431 w 12609094"/>
              <a:gd name="connsiteY1-104" fmla="*/ 22031 h 1157530"/>
              <a:gd name="connsiteX2-105" fmla="*/ 8678779 w 12609094"/>
              <a:gd name="connsiteY2-106" fmla="*/ 1144979 h 1157530"/>
              <a:gd name="connsiteX3-107" fmla="*/ 11357810 w 12609094"/>
              <a:gd name="connsiteY3-108" fmla="*/ 599547 h 1157530"/>
              <a:gd name="connsiteX4-109" fmla="*/ 12609094 w 12609094"/>
              <a:gd name="connsiteY4-110" fmla="*/ 198494 h 1157530"/>
              <a:gd name="connsiteX0-111" fmla="*/ 0 w 12609094"/>
              <a:gd name="connsiteY0-112" fmla="*/ 503294 h 1145790"/>
              <a:gd name="connsiteX1-113" fmla="*/ 3593431 w 12609094"/>
              <a:gd name="connsiteY1-114" fmla="*/ 22031 h 1145790"/>
              <a:gd name="connsiteX2-115" fmla="*/ 8678779 w 12609094"/>
              <a:gd name="connsiteY2-116" fmla="*/ 1144979 h 1145790"/>
              <a:gd name="connsiteX3-117" fmla="*/ 12609094 w 12609094"/>
              <a:gd name="connsiteY3-118" fmla="*/ 198494 h 1145790"/>
              <a:gd name="connsiteX0-119" fmla="*/ 0 w 12609094"/>
              <a:gd name="connsiteY0-120" fmla="*/ 458098 h 1100219"/>
              <a:gd name="connsiteX1-121" fmla="*/ 4010526 w 12609094"/>
              <a:gd name="connsiteY1-122" fmla="*/ 24961 h 1100219"/>
              <a:gd name="connsiteX2-123" fmla="*/ 8678779 w 12609094"/>
              <a:gd name="connsiteY2-124" fmla="*/ 1099783 h 1100219"/>
              <a:gd name="connsiteX3-125" fmla="*/ 12609094 w 12609094"/>
              <a:gd name="connsiteY3-126" fmla="*/ 153298 h 1100219"/>
              <a:gd name="connsiteX0-127" fmla="*/ 0 w 12609094"/>
              <a:gd name="connsiteY0-128" fmla="*/ 459006 h 1117160"/>
              <a:gd name="connsiteX1-129" fmla="*/ 4010526 w 12609094"/>
              <a:gd name="connsiteY1-130" fmla="*/ 25869 h 1117160"/>
              <a:gd name="connsiteX2-131" fmla="*/ 8999621 w 12609094"/>
              <a:gd name="connsiteY2-132" fmla="*/ 1116733 h 1117160"/>
              <a:gd name="connsiteX3-133" fmla="*/ 12609094 w 12609094"/>
              <a:gd name="connsiteY3-134" fmla="*/ 154206 h 1117160"/>
              <a:gd name="connsiteX0-135" fmla="*/ 0 w 12288251"/>
              <a:gd name="connsiteY0-136" fmla="*/ 459006 h 1118949"/>
              <a:gd name="connsiteX1-137" fmla="*/ 4010526 w 12288251"/>
              <a:gd name="connsiteY1-138" fmla="*/ 25869 h 1118949"/>
              <a:gd name="connsiteX2-139" fmla="*/ 8999621 w 12288251"/>
              <a:gd name="connsiteY2-140" fmla="*/ 1116733 h 1118949"/>
              <a:gd name="connsiteX3-141" fmla="*/ 12288251 w 12288251"/>
              <a:gd name="connsiteY3-142" fmla="*/ 298585 h 1118949"/>
              <a:gd name="connsiteX0-143" fmla="*/ 0 w 12288251"/>
              <a:gd name="connsiteY0-144" fmla="*/ 459006 h 1119678"/>
              <a:gd name="connsiteX1-145" fmla="*/ 4010526 w 12288251"/>
              <a:gd name="connsiteY1-146" fmla="*/ 25869 h 1119678"/>
              <a:gd name="connsiteX2-147" fmla="*/ 8999621 w 12288251"/>
              <a:gd name="connsiteY2-148" fmla="*/ 1116733 h 1119678"/>
              <a:gd name="connsiteX3-149" fmla="*/ 12288251 w 12288251"/>
              <a:gd name="connsiteY3-150" fmla="*/ 298585 h 1119678"/>
              <a:gd name="connsiteX0-151" fmla="*/ 0 w 12336378"/>
              <a:gd name="connsiteY0-152" fmla="*/ 459006 h 1119678"/>
              <a:gd name="connsiteX1-153" fmla="*/ 4010526 w 12336378"/>
              <a:gd name="connsiteY1-154" fmla="*/ 25869 h 1119678"/>
              <a:gd name="connsiteX2-155" fmla="*/ 8999621 w 12336378"/>
              <a:gd name="connsiteY2-156" fmla="*/ 1116733 h 1119678"/>
              <a:gd name="connsiteX3-157" fmla="*/ 12336378 w 12336378"/>
              <a:gd name="connsiteY3-158" fmla="*/ 298585 h 1119678"/>
              <a:gd name="connsiteX0-159" fmla="*/ 0 w 12336378"/>
              <a:gd name="connsiteY0-160" fmla="*/ 459006 h 1119864"/>
              <a:gd name="connsiteX1-161" fmla="*/ 4010526 w 12336378"/>
              <a:gd name="connsiteY1-162" fmla="*/ 25869 h 1119864"/>
              <a:gd name="connsiteX2-163" fmla="*/ 8999621 w 12336378"/>
              <a:gd name="connsiteY2-164" fmla="*/ 1116733 h 1119864"/>
              <a:gd name="connsiteX3-165" fmla="*/ 12336378 w 12336378"/>
              <a:gd name="connsiteY3-166" fmla="*/ 298585 h 1119864"/>
              <a:gd name="connsiteX0-167" fmla="*/ 0 w 12336378"/>
              <a:gd name="connsiteY0-168" fmla="*/ 459920 h 1136723"/>
              <a:gd name="connsiteX1-169" fmla="*/ 4010526 w 12336378"/>
              <a:gd name="connsiteY1-170" fmla="*/ 26783 h 1136723"/>
              <a:gd name="connsiteX2-171" fmla="*/ 9160042 w 12336378"/>
              <a:gd name="connsiteY2-172" fmla="*/ 1133689 h 1136723"/>
              <a:gd name="connsiteX3-173" fmla="*/ 12336378 w 12336378"/>
              <a:gd name="connsiteY3-174" fmla="*/ 299499 h 1136723"/>
              <a:gd name="connsiteX0-175" fmla="*/ 0 w 12336378"/>
              <a:gd name="connsiteY0-176" fmla="*/ 489883 h 1167372"/>
              <a:gd name="connsiteX1-177" fmla="*/ 3930315 w 12336378"/>
              <a:gd name="connsiteY1-178" fmla="*/ 24662 h 1167372"/>
              <a:gd name="connsiteX2-179" fmla="*/ 9160042 w 12336378"/>
              <a:gd name="connsiteY2-180" fmla="*/ 1163652 h 1167372"/>
              <a:gd name="connsiteX3-181" fmla="*/ 12336378 w 12336378"/>
              <a:gd name="connsiteY3-182" fmla="*/ 329462 h 1167372"/>
              <a:gd name="connsiteX0-183" fmla="*/ 0 w 12336378"/>
              <a:gd name="connsiteY0-184" fmla="*/ 489883 h 1167372"/>
              <a:gd name="connsiteX1-185" fmla="*/ 3930315 w 12336378"/>
              <a:gd name="connsiteY1-186" fmla="*/ 24662 h 1167372"/>
              <a:gd name="connsiteX2-187" fmla="*/ 9160042 w 12336378"/>
              <a:gd name="connsiteY2-188" fmla="*/ 1163652 h 1167372"/>
              <a:gd name="connsiteX3-189" fmla="*/ 12336378 w 12336378"/>
              <a:gd name="connsiteY3-190" fmla="*/ 329462 h 1167372"/>
              <a:gd name="connsiteX0-191" fmla="*/ 0 w 12336378"/>
              <a:gd name="connsiteY0-192" fmla="*/ 489883 h 1166384"/>
              <a:gd name="connsiteX1-193" fmla="*/ 3930315 w 12336378"/>
              <a:gd name="connsiteY1-194" fmla="*/ 24662 h 1166384"/>
              <a:gd name="connsiteX2-195" fmla="*/ 9160042 w 12336378"/>
              <a:gd name="connsiteY2-196" fmla="*/ 1163652 h 1166384"/>
              <a:gd name="connsiteX3-197" fmla="*/ 12336378 w 12336378"/>
              <a:gd name="connsiteY3-198" fmla="*/ 329462 h 1166384"/>
              <a:gd name="connsiteX0-199" fmla="*/ 0 w 12256167"/>
              <a:gd name="connsiteY0-200" fmla="*/ 489883 h 1168885"/>
              <a:gd name="connsiteX1-201" fmla="*/ 3930315 w 12256167"/>
              <a:gd name="connsiteY1-202" fmla="*/ 24662 h 1168885"/>
              <a:gd name="connsiteX2-203" fmla="*/ 9160042 w 12256167"/>
              <a:gd name="connsiteY2-204" fmla="*/ 1163652 h 1168885"/>
              <a:gd name="connsiteX3-205" fmla="*/ 12256167 w 12256167"/>
              <a:gd name="connsiteY3-206" fmla="*/ 425715 h 1168885"/>
              <a:gd name="connsiteX0-207" fmla="*/ 0 w 12240125"/>
              <a:gd name="connsiteY0-208" fmla="*/ 238646 h 1254532"/>
              <a:gd name="connsiteX1-209" fmla="*/ 3914273 w 12240125"/>
              <a:gd name="connsiteY1-210" fmla="*/ 110309 h 1254532"/>
              <a:gd name="connsiteX2-211" fmla="*/ 9144000 w 12240125"/>
              <a:gd name="connsiteY2-212" fmla="*/ 1249299 h 1254532"/>
              <a:gd name="connsiteX3-213" fmla="*/ 12240125 w 12240125"/>
              <a:gd name="connsiteY3-214" fmla="*/ 511362 h 1254532"/>
              <a:gd name="connsiteX0-215" fmla="*/ 0 w 12240125"/>
              <a:gd name="connsiteY0-216" fmla="*/ 259219 h 1275890"/>
              <a:gd name="connsiteX1-217" fmla="*/ 3978441 w 12240125"/>
              <a:gd name="connsiteY1-218" fmla="*/ 98798 h 1275890"/>
              <a:gd name="connsiteX2-219" fmla="*/ 9144000 w 12240125"/>
              <a:gd name="connsiteY2-220" fmla="*/ 1269872 h 1275890"/>
              <a:gd name="connsiteX3-221" fmla="*/ 12240125 w 12240125"/>
              <a:gd name="connsiteY3-222" fmla="*/ 531935 h 1275890"/>
              <a:gd name="connsiteX0-223" fmla="*/ 0 w 12240125"/>
              <a:gd name="connsiteY0-224" fmla="*/ 259219 h 1271902"/>
              <a:gd name="connsiteX1-225" fmla="*/ 3978441 w 12240125"/>
              <a:gd name="connsiteY1-226" fmla="*/ 98798 h 1271902"/>
              <a:gd name="connsiteX2-227" fmla="*/ 9144000 w 12240125"/>
              <a:gd name="connsiteY2-228" fmla="*/ 1269872 h 1271902"/>
              <a:gd name="connsiteX3-229" fmla="*/ 12240125 w 12240125"/>
              <a:gd name="connsiteY3-230" fmla="*/ 531935 h 1271902"/>
              <a:gd name="connsiteX0-231" fmla="*/ 0 w 12240125"/>
              <a:gd name="connsiteY0-232" fmla="*/ 259219 h 1271902"/>
              <a:gd name="connsiteX1-233" fmla="*/ 3978441 w 12240125"/>
              <a:gd name="connsiteY1-234" fmla="*/ 98798 h 1271902"/>
              <a:gd name="connsiteX2-235" fmla="*/ 8999621 w 12240125"/>
              <a:gd name="connsiteY2-236" fmla="*/ 1269872 h 1271902"/>
              <a:gd name="connsiteX3-237" fmla="*/ 12240125 w 12240125"/>
              <a:gd name="connsiteY3-238" fmla="*/ 531935 h 1271902"/>
            </a:gdLst>
            <a:ahLst/>
            <a:cxnLst>
              <a:cxn ang="0">
                <a:pos x="connsiteX0-1" y="connsiteY0-2"/>
              </a:cxn>
              <a:cxn ang="0">
                <a:pos x="connsiteX1-3" y="connsiteY1-4"/>
              </a:cxn>
              <a:cxn ang="0">
                <a:pos x="connsiteX2-5" y="connsiteY2-6"/>
              </a:cxn>
              <a:cxn ang="0">
                <a:pos x="connsiteX3-7" y="connsiteY3-8"/>
              </a:cxn>
            </a:cxnLst>
            <a:rect l="l" t="t" r="r" b="b"/>
            <a:pathLst>
              <a:path w="12240125" h="1271902">
                <a:moveTo>
                  <a:pt x="0" y="259219"/>
                </a:moveTo>
                <a:cubicBezTo>
                  <a:pt x="1137652" y="-26865"/>
                  <a:pt x="2478504" y="-69644"/>
                  <a:pt x="3978441" y="98798"/>
                </a:cubicBezTo>
                <a:cubicBezTo>
                  <a:pt x="5478378" y="267240"/>
                  <a:pt x="7606632" y="1229768"/>
                  <a:pt x="8999621" y="1269872"/>
                </a:cubicBezTo>
                <a:cubicBezTo>
                  <a:pt x="10392610" y="1309976"/>
                  <a:pt x="11902573" y="745162"/>
                  <a:pt x="12240125" y="531935"/>
                </a:cubicBezTo>
              </a:path>
            </a:pathLst>
          </a:custGeom>
          <a:noFill/>
          <a:ln w="28575">
            <a:solidFill>
              <a:schemeClr val="tx1">
                <a:lumMod val="65000"/>
                <a:lumOff val="3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91400" tIns="45699" rIns="91400" bIns="45699" rtlCol="0" anchor="ctr"/>
          <a:p>
            <a:pPr algn="ctr"/>
            <a:endParaRPr lang="zh-CN" altLang="en-US" sz="2400">
              <a:solidFill>
                <a:schemeClr val="tx1">
                  <a:lumMod val="65000"/>
                  <a:lumOff val="35000"/>
                </a:schemeClr>
              </a:solidFill>
              <a:latin typeface="+mn-ea"/>
            </a:endParaRPr>
          </a:p>
        </p:txBody>
      </p:sp>
      <p:sp>
        <p:nvSpPr>
          <p:cNvPr id="31" name="Oval 4"/>
          <p:cNvSpPr/>
          <p:nvPr>
            <p:custDataLst>
              <p:tags r:id="rId5"/>
            </p:custDataLst>
          </p:nvPr>
        </p:nvSpPr>
        <p:spPr>
          <a:xfrm>
            <a:off x="1735932" y="1165073"/>
            <a:ext cx="480730" cy="48313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3200" dirty="0">
                <a:solidFill>
                  <a:schemeClr val="bg1"/>
                </a:solidFill>
                <a:latin typeface="+mn-ea"/>
              </a:rPr>
              <a:t>1</a:t>
            </a:r>
            <a:endParaRPr lang="en-US" altLang="zh-CN" sz="3200" dirty="0">
              <a:solidFill>
                <a:schemeClr val="bg1"/>
              </a:solidFill>
              <a:latin typeface="+mn-ea"/>
            </a:endParaRPr>
          </a:p>
        </p:txBody>
      </p:sp>
      <p:sp>
        <p:nvSpPr>
          <p:cNvPr id="32" name="Oval 4"/>
          <p:cNvSpPr/>
          <p:nvPr>
            <p:custDataLst>
              <p:tags r:id="rId6"/>
            </p:custDataLst>
          </p:nvPr>
        </p:nvSpPr>
        <p:spPr>
          <a:xfrm>
            <a:off x="5551223" y="1648415"/>
            <a:ext cx="480730" cy="48313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sz="3200" dirty="0">
                <a:solidFill>
                  <a:schemeClr val="bg1"/>
                </a:solidFill>
                <a:latin typeface="+mn-ea"/>
              </a:rPr>
              <a:t>2</a:t>
            </a:r>
            <a:endParaRPr lang="en-US" sz="3200" dirty="0">
              <a:solidFill>
                <a:schemeClr val="bg1"/>
              </a:solidFill>
              <a:latin typeface="+mn-ea"/>
            </a:endParaRPr>
          </a:p>
        </p:txBody>
      </p:sp>
      <p:sp>
        <p:nvSpPr>
          <p:cNvPr id="35" name="矩形 34"/>
          <p:cNvSpPr/>
          <p:nvPr>
            <p:custDataLst>
              <p:tags r:id="rId7"/>
            </p:custDataLst>
          </p:nvPr>
        </p:nvSpPr>
        <p:spPr>
          <a:xfrm>
            <a:off x="597535" y="1674495"/>
            <a:ext cx="2422525" cy="569595"/>
          </a:xfrm>
          <a:prstGeom prst="rect">
            <a:avLst/>
          </a:prstGeom>
        </p:spPr>
        <p:txBody>
          <a:bodyPr wrap="square" lIns="91400" tIns="45699" rIns="91400" bIns="45699">
            <a:spAutoFit/>
          </a:bodyPr>
          <a:p>
            <a:pPr algn="ctr">
              <a:lnSpc>
                <a:spcPct val="130000"/>
              </a:lnSpc>
              <a:buClrTx/>
              <a:buSzTx/>
              <a:buFontTx/>
              <a:defRPr/>
            </a:pPr>
            <a:r>
              <a:rPr lang="zh-CN" altLang="en-US" sz="2400">
                <a:sym typeface="+mn-ea"/>
              </a:rPr>
              <a:t>研究背景与意义</a:t>
            </a:r>
            <a:endParaRPr lang="en-US" altLang="zh-CN" sz="2400" b="1" kern="100" dirty="0">
              <a:solidFill>
                <a:schemeClr val="tx1"/>
              </a:solidFill>
              <a:latin typeface="+mn-ea"/>
              <a:cs typeface="Times New Roman" panose="02020603050405020304" pitchFamily="18" charset="0"/>
            </a:endParaRPr>
          </a:p>
        </p:txBody>
      </p:sp>
      <p:sp>
        <p:nvSpPr>
          <p:cNvPr id="36" name="矩形 35"/>
          <p:cNvSpPr/>
          <p:nvPr>
            <p:custDataLst>
              <p:tags r:id="rId8"/>
            </p:custDataLst>
          </p:nvPr>
        </p:nvSpPr>
        <p:spPr>
          <a:xfrm>
            <a:off x="4605020" y="2244090"/>
            <a:ext cx="2372995" cy="569595"/>
          </a:xfrm>
          <a:prstGeom prst="rect">
            <a:avLst/>
          </a:prstGeom>
        </p:spPr>
        <p:txBody>
          <a:bodyPr wrap="square" lIns="91400" tIns="45699" rIns="91400" bIns="45699">
            <a:spAutoFit/>
          </a:bodyPr>
          <a:p>
            <a:pPr algn="ctr">
              <a:lnSpc>
                <a:spcPct val="130000"/>
              </a:lnSpc>
              <a:defRPr/>
            </a:pPr>
            <a:r>
              <a:rPr lang="zh-CN" altLang="en-US" sz="2400">
                <a:sym typeface="+mn-ea"/>
              </a:rPr>
              <a:t>相关技术与原理</a:t>
            </a:r>
            <a:endParaRPr lang="zh-CN" altLang="en-US" sz="2400">
              <a:solidFill>
                <a:schemeClr val="tx1"/>
              </a:solidFill>
            </a:endParaRPr>
          </a:p>
        </p:txBody>
      </p:sp>
      <p:sp>
        <p:nvSpPr>
          <p:cNvPr id="37" name="矩形 36"/>
          <p:cNvSpPr/>
          <p:nvPr>
            <p:custDataLst>
              <p:tags r:id="rId9"/>
            </p:custDataLst>
          </p:nvPr>
        </p:nvSpPr>
        <p:spPr>
          <a:xfrm>
            <a:off x="8435549" y="1648263"/>
            <a:ext cx="2101777" cy="569595"/>
          </a:xfrm>
          <a:prstGeom prst="rect">
            <a:avLst/>
          </a:prstGeom>
        </p:spPr>
        <p:txBody>
          <a:bodyPr wrap="square" lIns="91400" tIns="45699" rIns="91400" bIns="45699">
            <a:spAutoFit/>
          </a:bodyPr>
          <a:p>
            <a:pPr algn="ctr">
              <a:lnSpc>
                <a:spcPct val="130000"/>
              </a:lnSpc>
              <a:defRPr/>
            </a:pPr>
            <a:r>
              <a:rPr lang="zh-CN" altLang="en-US" sz="2400">
                <a:sym typeface="+mn-ea"/>
              </a:rPr>
              <a:t>数据集介绍</a:t>
            </a:r>
            <a:endParaRPr lang="en-US" altLang="zh-CN" sz="1600" b="1" kern="100" dirty="0">
              <a:solidFill>
                <a:schemeClr val="tx1">
                  <a:lumMod val="65000"/>
                  <a:lumOff val="35000"/>
                </a:schemeClr>
              </a:solidFill>
              <a:latin typeface="+mn-ea"/>
              <a:cs typeface="Times New Roman" panose="02020603050405020304" pitchFamily="18" charset="0"/>
            </a:endParaRPr>
          </a:p>
        </p:txBody>
      </p:sp>
      <p:sp>
        <p:nvSpPr>
          <p:cNvPr id="48" name="任意多边形 36"/>
          <p:cNvSpPr/>
          <p:nvPr>
            <p:custDataLst>
              <p:tags r:id="rId10"/>
            </p:custDataLst>
          </p:nvPr>
        </p:nvSpPr>
        <p:spPr>
          <a:xfrm>
            <a:off x="-897" y="3491322"/>
            <a:ext cx="12233163" cy="1271902"/>
          </a:xfrm>
          <a:custGeom>
            <a:avLst/>
            <a:gdLst>
              <a:gd name="connsiteX0" fmla="*/ 0 w 12721389"/>
              <a:gd name="connsiteY0" fmla="*/ 532365 h 1078137"/>
              <a:gd name="connsiteX1" fmla="*/ 3593431 w 12721389"/>
              <a:gd name="connsiteY1" fmla="*/ 51102 h 1078137"/>
              <a:gd name="connsiteX2" fmla="*/ 7908758 w 12721389"/>
              <a:gd name="connsiteY2" fmla="*/ 1077797 h 1078137"/>
              <a:gd name="connsiteX3" fmla="*/ 11774905 w 12721389"/>
              <a:gd name="connsiteY3" fmla="*/ 163397 h 1078137"/>
              <a:gd name="connsiteX4" fmla="*/ 12721389 w 12721389"/>
              <a:gd name="connsiteY4" fmla="*/ 35060 h 1078137"/>
              <a:gd name="connsiteX0-1" fmla="*/ 0 w 12721389"/>
              <a:gd name="connsiteY0-2" fmla="*/ 532365 h 1078137"/>
              <a:gd name="connsiteX1-3" fmla="*/ 3593431 w 12721389"/>
              <a:gd name="connsiteY1-4" fmla="*/ 51102 h 1078137"/>
              <a:gd name="connsiteX2-5" fmla="*/ 7908758 w 12721389"/>
              <a:gd name="connsiteY2-6" fmla="*/ 1077797 h 1078137"/>
              <a:gd name="connsiteX3-7" fmla="*/ 11774905 w 12721389"/>
              <a:gd name="connsiteY3-8" fmla="*/ 163397 h 1078137"/>
              <a:gd name="connsiteX4-9" fmla="*/ 12721389 w 12721389"/>
              <a:gd name="connsiteY4-10" fmla="*/ 35060 h 1078137"/>
              <a:gd name="connsiteX0-11" fmla="*/ 0 w 12721389"/>
              <a:gd name="connsiteY0-12" fmla="*/ 503854 h 1049626"/>
              <a:gd name="connsiteX1-13" fmla="*/ 3593431 w 12721389"/>
              <a:gd name="connsiteY1-14" fmla="*/ 22591 h 1049626"/>
              <a:gd name="connsiteX2-15" fmla="*/ 7908758 w 12721389"/>
              <a:gd name="connsiteY2-16" fmla="*/ 1049286 h 1049626"/>
              <a:gd name="connsiteX3-17" fmla="*/ 11774905 w 12721389"/>
              <a:gd name="connsiteY3-18" fmla="*/ 134886 h 1049626"/>
              <a:gd name="connsiteX4-19" fmla="*/ 12721389 w 12721389"/>
              <a:gd name="connsiteY4-20" fmla="*/ 6549 h 1049626"/>
              <a:gd name="connsiteX0-21" fmla="*/ 0 w 12368463"/>
              <a:gd name="connsiteY0-22" fmla="*/ 498433 h 1044197"/>
              <a:gd name="connsiteX1-23" fmla="*/ 3593431 w 12368463"/>
              <a:gd name="connsiteY1-24" fmla="*/ 17170 h 1044197"/>
              <a:gd name="connsiteX2-25" fmla="*/ 7908758 w 12368463"/>
              <a:gd name="connsiteY2-26" fmla="*/ 1043865 h 1044197"/>
              <a:gd name="connsiteX3-27" fmla="*/ 11774905 w 12368463"/>
              <a:gd name="connsiteY3-28" fmla="*/ 129465 h 1044197"/>
              <a:gd name="connsiteX4-29" fmla="*/ 12368463 w 12368463"/>
              <a:gd name="connsiteY4-30" fmla="*/ 113423 h 1044197"/>
              <a:gd name="connsiteX0-31" fmla="*/ 0 w 12368463"/>
              <a:gd name="connsiteY0-32" fmla="*/ 498433 h 1044197"/>
              <a:gd name="connsiteX1-33" fmla="*/ 3593431 w 12368463"/>
              <a:gd name="connsiteY1-34" fmla="*/ 17170 h 1044197"/>
              <a:gd name="connsiteX2-35" fmla="*/ 7908758 w 12368463"/>
              <a:gd name="connsiteY2-36" fmla="*/ 1043865 h 1044197"/>
              <a:gd name="connsiteX3-37" fmla="*/ 11774905 w 12368463"/>
              <a:gd name="connsiteY3-38" fmla="*/ 129465 h 1044197"/>
              <a:gd name="connsiteX4-39" fmla="*/ 12368463 w 12368463"/>
              <a:gd name="connsiteY4-40" fmla="*/ 113423 h 1044197"/>
              <a:gd name="connsiteX0-41" fmla="*/ 0 w 12368463"/>
              <a:gd name="connsiteY0-42" fmla="*/ 498433 h 1045860"/>
              <a:gd name="connsiteX1-43" fmla="*/ 3593431 w 12368463"/>
              <a:gd name="connsiteY1-44" fmla="*/ 17170 h 1045860"/>
              <a:gd name="connsiteX2-45" fmla="*/ 7908758 w 12368463"/>
              <a:gd name="connsiteY2-46" fmla="*/ 1043865 h 1045860"/>
              <a:gd name="connsiteX3-47" fmla="*/ 11357810 w 12368463"/>
              <a:gd name="connsiteY3-48" fmla="*/ 273844 h 1045860"/>
              <a:gd name="connsiteX4-49" fmla="*/ 12368463 w 12368463"/>
              <a:gd name="connsiteY4-50" fmla="*/ 113423 h 1045860"/>
              <a:gd name="connsiteX0-51" fmla="*/ 0 w 12368463"/>
              <a:gd name="connsiteY0-52" fmla="*/ 503294 h 1146765"/>
              <a:gd name="connsiteX1-53" fmla="*/ 3593431 w 12368463"/>
              <a:gd name="connsiteY1-54" fmla="*/ 22031 h 1146765"/>
              <a:gd name="connsiteX2-55" fmla="*/ 8855242 w 12368463"/>
              <a:gd name="connsiteY2-56" fmla="*/ 1144979 h 1146765"/>
              <a:gd name="connsiteX3-57" fmla="*/ 11357810 w 12368463"/>
              <a:gd name="connsiteY3-58" fmla="*/ 278705 h 1146765"/>
              <a:gd name="connsiteX4-59" fmla="*/ 12368463 w 12368463"/>
              <a:gd name="connsiteY4-60" fmla="*/ 118284 h 1146765"/>
              <a:gd name="connsiteX0-61" fmla="*/ 0 w 12368463"/>
              <a:gd name="connsiteY0-62" fmla="*/ 503294 h 1157827"/>
              <a:gd name="connsiteX1-63" fmla="*/ 3593431 w 12368463"/>
              <a:gd name="connsiteY1-64" fmla="*/ 22031 h 1157827"/>
              <a:gd name="connsiteX2-65" fmla="*/ 8855242 w 12368463"/>
              <a:gd name="connsiteY2-66" fmla="*/ 1144979 h 1157827"/>
              <a:gd name="connsiteX3-67" fmla="*/ 11357810 w 12368463"/>
              <a:gd name="connsiteY3-68" fmla="*/ 599547 h 1157827"/>
              <a:gd name="connsiteX4-69" fmla="*/ 12368463 w 12368463"/>
              <a:gd name="connsiteY4-70" fmla="*/ 118284 h 1157827"/>
              <a:gd name="connsiteX0-71" fmla="*/ 0 w 12368463"/>
              <a:gd name="connsiteY0-72" fmla="*/ 503294 h 1161527"/>
              <a:gd name="connsiteX1-73" fmla="*/ 3593431 w 12368463"/>
              <a:gd name="connsiteY1-74" fmla="*/ 22031 h 1161527"/>
              <a:gd name="connsiteX2-75" fmla="*/ 8855242 w 12368463"/>
              <a:gd name="connsiteY2-76" fmla="*/ 1144979 h 1161527"/>
              <a:gd name="connsiteX3-77" fmla="*/ 11357810 w 12368463"/>
              <a:gd name="connsiteY3-78" fmla="*/ 599547 h 1161527"/>
              <a:gd name="connsiteX4-79" fmla="*/ 12368463 w 12368463"/>
              <a:gd name="connsiteY4-80" fmla="*/ 118284 h 1161527"/>
              <a:gd name="connsiteX0-81" fmla="*/ 0 w 12609094"/>
              <a:gd name="connsiteY0-82" fmla="*/ 503294 h 1157530"/>
              <a:gd name="connsiteX1-83" fmla="*/ 3593431 w 12609094"/>
              <a:gd name="connsiteY1-84" fmla="*/ 22031 h 1157530"/>
              <a:gd name="connsiteX2-85" fmla="*/ 8855242 w 12609094"/>
              <a:gd name="connsiteY2-86" fmla="*/ 1144979 h 1157530"/>
              <a:gd name="connsiteX3-87" fmla="*/ 11357810 w 12609094"/>
              <a:gd name="connsiteY3-88" fmla="*/ 599547 h 1157530"/>
              <a:gd name="connsiteX4-89" fmla="*/ 12609094 w 12609094"/>
              <a:gd name="connsiteY4-90" fmla="*/ 198494 h 1157530"/>
              <a:gd name="connsiteX0-91" fmla="*/ 0 w 12609094"/>
              <a:gd name="connsiteY0-92" fmla="*/ 503294 h 1157530"/>
              <a:gd name="connsiteX1-93" fmla="*/ 3593431 w 12609094"/>
              <a:gd name="connsiteY1-94" fmla="*/ 22031 h 1157530"/>
              <a:gd name="connsiteX2-95" fmla="*/ 8855242 w 12609094"/>
              <a:gd name="connsiteY2-96" fmla="*/ 1144979 h 1157530"/>
              <a:gd name="connsiteX3-97" fmla="*/ 11357810 w 12609094"/>
              <a:gd name="connsiteY3-98" fmla="*/ 599547 h 1157530"/>
              <a:gd name="connsiteX4-99" fmla="*/ 12609094 w 12609094"/>
              <a:gd name="connsiteY4-100" fmla="*/ 198494 h 1157530"/>
              <a:gd name="connsiteX0-101" fmla="*/ 0 w 12609094"/>
              <a:gd name="connsiteY0-102" fmla="*/ 503294 h 1157530"/>
              <a:gd name="connsiteX1-103" fmla="*/ 3593431 w 12609094"/>
              <a:gd name="connsiteY1-104" fmla="*/ 22031 h 1157530"/>
              <a:gd name="connsiteX2-105" fmla="*/ 8678779 w 12609094"/>
              <a:gd name="connsiteY2-106" fmla="*/ 1144979 h 1157530"/>
              <a:gd name="connsiteX3-107" fmla="*/ 11357810 w 12609094"/>
              <a:gd name="connsiteY3-108" fmla="*/ 599547 h 1157530"/>
              <a:gd name="connsiteX4-109" fmla="*/ 12609094 w 12609094"/>
              <a:gd name="connsiteY4-110" fmla="*/ 198494 h 1157530"/>
              <a:gd name="connsiteX0-111" fmla="*/ 0 w 12609094"/>
              <a:gd name="connsiteY0-112" fmla="*/ 503294 h 1145790"/>
              <a:gd name="connsiteX1-113" fmla="*/ 3593431 w 12609094"/>
              <a:gd name="connsiteY1-114" fmla="*/ 22031 h 1145790"/>
              <a:gd name="connsiteX2-115" fmla="*/ 8678779 w 12609094"/>
              <a:gd name="connsiteY2-116" fmla="*/ 1144979 h 1145790"/>
              <a:gd name="connsiteX3-117" fmla="*/ 12609094 w 12609094"/>
              <a:gd name="connsiteY3-118" fmla="*/ 198494 h 1145790"/>
              <a:gd name="connsiteX0-119" fmla="*/ 0 w 12609094"/>
              <a:gd name="connsiteY0-120" fmla="*/ 458098 h 1100219"/>
              <a:gd name="connsiteX1-121" fmla="*/ 4010526 w 12609094"/>
              <a:gd name="connsiteY1-122" fmla="*/ 24961 h 1100219"/>
              <a:gd name="connsiteX2-123" fmla="*/ 8678779 w 12609094"/>
              <a:gd name="connsiteY2-124" fmla="*/ 1099783 h 1100219"/>
              <a:gd name="connsiteX3-125" fmla="*/ 12609094 w 12609094"/>
              <a:gd name="connsiteY3-126" fmla="*/ 153298 h 1100219"/>
              <a:gd name="connsiteX0-127" fmla="*/ 0 w 12609094"/>
              <a:gd name="connsiteY0-128" fmla="*/ 459006 h 1117160"/>
              <a:gd name="connsiteX1-129" fmla="*/ 4010526 w 12609094"/>
              <a:gd name="connsiteY1-130" fmla="*/ 25869 h 1117160"/>
              <a:gd name="connsiteX2-131" fmla="*/ 8999621 w 12609094"/>
              <a:gd name="connsiteY2-132" fmla="*/ 1116733 h 1117160"/>
              <a:gd name="connsiteX3-133" fmla="*/ 12609094 w 12609094"/>
              <a:gd name="connsiteY3-134" fmla="*/ 154206 h 1117160"/>
              <a:gd name="connsiteX0-135" fmla="*/ 0 w 12288251"/>
              <a:gd name="connsiteY0-136" fmla="*/ 459006 h 1118949"/>
              <a:gd name="connsiteX1-137" fmla="*/ 4010526 w 12288251"/>
              <a:gd name="connsiteY1-138" fmla="*/ 25869 h 1118949"/>
              <a:gd name="connsiteX2-139" fmla="*/ 8999621 w 12288251"/>
              <a:gd name="connsiteY2-140" fmla="*/ 1116733 h 1118949"/>
              <a:gd name="connsiteX3-141" fmla="*/ 12288251 w 12288251"/>
              <a:gd name="connsiteY3-142" fmla="*/ 298585 h 1118949"/>
              <a:gd name="connsiteX0-143" fmla="*/ 0 w 12288251"/>
              <a:gd name="connsiteY0-144" fmla="*/ 459006 h 1119678"/>
              <a:gd name="connsiteX1-145" fmla="*/ 4010526 w 12288251"/>
              <a:gd name="connsiteY1-146" fmla="*/ 25869 h 1119678"/>
              <a:gd name="connsiteX2-147" fmla="*/ 8999621 w 12288251"/>
              <a:gd name="connsiteY2-148" fmla="*/ 1116733 h 1119678"/>
              <a:gd name="connsiteX3-149" fmla="*/ 12288251 w 12288251"/>
              <a:gd name="connsiteY3-150" fmla="*/ 298585 h 1119678"/>
              <a:gd name="connsiteX0-151" fmla="*/ 0 w 12336378"/>
              <a:gd name="connsiteY0-152" fmla="*/ 459006 h 1119678"/>
              <a:gd name="connsiteX1-153" fmla="*/ 4010526 w 12336378"/>
              <a:gd name="connsiteY1-154" fmla="*/ 25869 h 1119678"/>
              <a:gd name="connsiteX2-155" fmla="*/ 8999621 w 12336378"/>
              <a:gd name="connsiteY2-156" fmla="*/ 1116733 h 1119678"/>
              <a:gd name="connsiteX3-157" fmla="*/ 12336378 w 12336378"/>
              <a:gd name="connsiteY3-158" fmla="*/ 298585 h 1119678"/>
              <a:gd name="connsiteX0-159" fmla="*/ 0 w 12336378"/>
              <a:gd name="connsiteY0-160" fmla="*/ 459006 h 1119864"/>
              <a:gd name="connsiteX1-161" fmla="*/ 4010526 w 12336378"/>
              <a:gd name="connsiteY1-162" fmla="*/ 25869 h 1119864"/>
              <a:gd name="connsiteX2-163" fmla="*/ 8999621 w 12336378"/>
              <a:gd name="connsiteY2-164" fmla="*/ 1116733 h 1119864"/>
              <a:gd name="connsiteX3-165" fmla="*/ 12336378 w 12336378"/>
              <a:gd name="connsiteY3-166" fmla="*/ 298585 h 1119864"/>
              <a:gd name="connsiteX0-167" fmla="*/ 0 w 12336378"/>
              <a:gd name="connsiteY0-168" fmla="*/ 459920 h 1136723"/>
              <a:gd name="connsiteX1-169" fmla="*/ 4010526 w 12336378"/>
              <a:gd name="connsiteY1-170" fmla="*/ 26783 h 1136723"/>
              <a:gd name="connsiteX2-171" fmla="*/ 9160042 w 12336378"/>
              <a:gd name="connsiteY2-172" fmla="*/ 1133689 h 1136723"/>
              <a:gd name="connsiteX3-173" fmla="*/ 12336378 w 12336378"/>
              <a:gd name="connsiteY3-174" fmla="*/ 299499 h 1136723"/>
              <a:gd name="connsiteX0-175" fmla="*/ 0 w 12336378"/>
              <a:gd name="connsiteY0-176" fmla="*/ 489883 h 1167372"/>
              <a:gd name="connsiteX1-177" fmla="*/ 3930315 w 12336378"/>
              <a:gd name="connsiteY1-178" fmla="*/ 24662 h 1167372"/>
              <a:gd name="connsiteX2-179" fmla="*/ 9160042 w 12336378"/>
              <a:gd name="connsiteY2-180" fmla="*/ 1163652 h 1167372"/>
              <a:gd name="connsiteX3-181" fmla="*/ 12336378 w 12336378"/>
              <a:gd name="connsiteY3-182" fmla="*/ 329462 h 1167372"/>
              <a:gd name="connsiteX0-183" fmla="*/ 0 w 12336378"/>
              <a:gd name="connsiteY0-184" fmla="*/ 489883 h 1167372"/>
              <a:gd name="connsiteX1-185" fmla="*/ 3930315 w 12336378"/>
              <a:gd name="connsiteY1-186" fmla="*/ 24662 h 1167372"/>
              <a:gd name="connsiteX2-187" fmla="*/ 9160042 w 12336378"/>
              <a:gd name="connsiteY2-188" fmla="*/ 1163652 h 1167372"/>
              <a:gd name="connsiteX3-189" fmla="*/ 12336378 w 12336378"/>
              <a:gd name="connsiteY3-190" fmla="*/ 329462 h 1167372"/>
              <a:gd name="connsiteX0-191" fmla="*/ 0 w 12336378"/>
              <a:gd name="connsiteY0-192" fmla="*/ 489883 h 1166384"/>
              <a:gd name="connsiteX1-193" fmla="*/ 3930315 w 12336378"/>
              <a:gd name="connsiteY1-194" fmla="*/ 24662 h 1166384"/>
              <a:gd name="connsiteX2-195" fmla="*/ 9160042 w 12336378"/>
              <a:gd name="connsiteY2-196" fmla="*/ 1163652 h 1166384"/>
              <a:gd name="connsiteX3-197" fmla="*/ 12336378 w 12336378"/>
              <a:gd name="connsiteY3-198" fmla="*/ 329462 h 1166384"/>
              <a:gd name="connsiteX0-199" fmla="*/ 0 w 12256167"/>
              <a:gd name="connsiteY0-200" fmla="*/ 489883 h 1168885"/>
              <a:gd name="connsiteX1-201" fmla="*/ 3930315 w 12256167"/>
              <a:gd name="connsiteY1-202" fmla="*/ 24662 h 1168885"/>
              <a:gd name="connsiteX2-203" fmla="*/ 9160042 w 12256167"/>
              <a:gd name="connsiteY2-204" fmla="*/ 1163652 h 1168885"/>
              <a:gd name="connsiteX3-205" fmla="*/ 12256167 w 12256167"/>
              <a:gd name="connsiteY3-206" fmla="*/ 425715 h 1168885"/>
              <a:gd name="connsiteX0-207" fmla="*/ 0 w 12240125"/>
              <a:gd name="connsiteY0-208" fmla="*/ 238646 h 1254532"/>
              <a:gd name="connsiteX1-209" fmla="*/ 3914273 w 12240125"/>
              <a:gd name="connsiteY1-210" fmla="*/ 110309 h 1254532"/>
              <a:gd name="connsiteX2-211" fmla="*/ 9144000 w 12240125"/>
              <a:gd name="connsiteY2-212" fmla="*/ 1249299 h 1254532"/>
              <a:gd name="connsiteX3-213" fmla="*/ 12240125 w 12240125"/>
              <a:gd name="connsiteY3-214" fmla="*/ 511362 h 1254532"/>
              <a:gd name="connsiteX0-215" fmla="*/ 0 w 12240125"/>
              <a:gd name="connsiteY0-216" fmla="*/ 259219 h 1275890"/>
              <a:gd name="connsiteX1-217" fmla="*/ 3978441 w 12240125"/>
              <a:gd name="connsiteY1-218" fmla="*/ 98798 h 1275890"/>
              <a:gd name="connsiteX2-219" fmla="*/ 9144000 w 12240125"/>
              <a:gd name="connsiteY2-220" fmla="*/ 1269872 h 1275890"/>
              <a:gd name="connsiteX3-221" fmla="*/ 12240125 w 12240125"/>
              <a:gd name="connsiteY3-222" fmla="*/ 531935 h 1275890"/>
              <a:gd name="connsiteX0-223" fmla="*/ 0 w 12240125"/>
              <a:gd name="connsiteY0-224" fmla="*/ 259219 h 1271902"/>
              <a:gd name="connsiteX1-225" fmla="*/ 3978441 w 12240125"/>
              <a:gd name="connsiteY1-226" fmla="*/ 98798 h 1271902"/>
              <a:gd name="connsiteX2-227" fmla="*/ 9144000 w 12240125"/>
              <a:gd name="connsiteY2-228" fmla="*/ 1269872 h 1271902"/>
              <a:gd name="connsiteX3-229" fmla="*/ 12240125 w 12240125"/>
              <a:gd name="connsiteY3-230" fmla="*/ 531935 h 1271902"/>
              <a:gd name="connsiteX0-231" fmla="*/ 0 w 12240125"/>
              <a:gd name="connsiteY0-232" fmla="*/ 259219 h 1271902"/>
              <a:gd name="connsiteX1-233" fmla="*/ 3978441 w 12240125"/>
              <a:gd name="connsiteY1-234" fmla="*/ 98798 h 1271902"/>
              <a:gd name="connsiteX2-235" fmla="*/ 8999621 w 12240125"/>
              <a:gd name="connsiteY2-236" fmla="*/ 1269872 h 1271902"/>
              <a:gd name="connsiteX3-237" fmla="*/ 12240125 w 12240125"/>
              <a:gd name="connsiteY3-238" fmla="*/ 531935 h 1271902"/>
            </a:gdLst>
            <a:ahLst/>
            <a:cxnLst>
              <a:cxn ang="0">
                <a:pos x="connsiteX0-1" y="connsiteY0-2"/>
              </a:cxn>
              <a:cxn ang="0">
                <a:pos x="connsiteX1-3" y="connsiteY1-4"/>
              </a:cxn>
              <a:cxn ang="0">
                <a:pos x="connsiteX2-5" y="connsiteY2-6"/>
              </a:cxn>
              <a:cxn ang="0">
                <a:pos x="connsiteX3-7" y="connsiteY3-8"/>
              </a:cxn>
            </a:cxnLst>
            <a:rect l="l" t="t" r="r" b="b"/>
            <a:pathLst>
              <a:path w="12240125" h="1271902">
                <a:moveTo>
                  <a:pt x="0" y="259219"/>
                </a:moveTo>
                <a:cubicBezTo>
                  <a:pt x="1137652" y="-26865"/>
                  <a:pt x="2478504" y="-69644"/>
                  <a:pt x="3978441" y="98798"/>
                </a:cubicBezTo>
                <a:cubicBezTo>
                  <a:pt x="5478378" y="267240"/>
                  <a:pt x="7606632" y="1229768"/>
                  <a:pt x="8999621" y="1269872"/>
                </a:cubicBezTo>
                <a:cubicBezTo>
                  <a:pt x="10392610" y="1309976"/>
                  <a:pt x="11902573" y="745162"/>
                  <a:pt x="12240125" y="531935"/>
                </a:cubicBezTo>
              </a:path>
            </a:pathLst>
          </a:custGeom>
          <a:noFill/>
          <a:ln w="28575">
            <a:solidFill>
              <a:schemeClr val="tx1">
                <a:lumMod val="65000"/>
                <a:lumOff val="3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91400" tIns="45699" rIns="91400" bIns="45699" rtlCol="0" anchor="ctr"/>
          <a:p>
            <a:pPr algn="ctr"/>
            <a:endParaRPr lang="zh-CN" altLang="en-US" sz="2400">
              <a:solidFill>
                <a:schemeClr val="tx1">
                  <a:lumMod val="65000"/>
                  <a:lumOff val="35000"/>
                </a:schemeClr>
              </a:solidFill>
              <a:latin typeface="+mn-ea"/>
            </a:endParaRPr>
          </a:p>
        </p:txBody>
      </p:sp>
      <p:sp>
        <p:nvSpPr>
          <p:cNvPr id="50" name="Oval 4"/>
          <p:cNvSpPr/>
          <p:nvPr>
            <p:custDataLst>
              <p:tags r:id="rId11"/>
            </p:custDataLst>
          </p:nvPr>
        </p:nvSpPr>
        <p:spPr>
          <a:xfrm>
            <a:off x="1736143" y="3262585"/>
            <a:ext cx="480730" cy="48313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sz="3200" dirty="0">
                <a:solidFill>
                  <a:schemeClr val="bg1"/>
                </a:solidFill>
                <a:latin typeface="+mn-ea"/>
              </a:rPr>
              <a:t>4</a:t>
            </a:r>
            <a:endParaRPr lang="en-US" sz="3200" dirty="0">
              <a:solidFill>
                <a:schemeClr val="bg1"/>
              </a:solidFill>
              <a:latin typeface="+mn-ea"/>
            </a:endParaRPr>
          </a:p>
        </p:txBody>
      </p:sp>
      <p:sp>
        <p:nvSpPr>
          <p:cNvPr id="52" name="Oval 4"/>
          <p:cNvSpPr/>
          <p:nvPr>
            <p:custDataLst>
              <p:tags r:id="rId12"/>
            </p:custDataLst>
          </p:nvPr>
        </p:nvSpPr>
        <p:spPr>
          <a:xfrm>
            <a:off x="9291837" y="4576210"/>
            <a:ext cx="480730" cy="48313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sz="3200" dirty="0">
                <a:solidFill>
                  <a:schemeClr val="bg1"/>
                </a:solidFill>
                <a:latin typeface="+mn-ea"/>
              </a:rPr>
              <a:t>6</a:t>
            </a:r>
            <a:endParaRPr lang="en-US" sz="3200" dirty="0">
              <a:solidFill>
                <a:schemeClr val="bg1"/>
              </a:solidFill>
              <a:latin typeface="+mn-ea"/>
            </a:endParaRPr>
          </a:p>
        </p:txBody>
      </p:sp>
      <p:sp>
        <p:nvSpPr>
          <p:cNvPr id="8" name="矩形 7"/>
          <p:cNvSpPr/>
          <p:nvPr>
            <p:custDataLst>
              <p:tags r:id="rId13"/>
            </p:custDataLst>
          </p:nvPr>
        </p:nvSpPr>
        <p:spPr>
          <a:xfrm>
            <a:off x="775383" y="3805108"/>
            <a:ext cx="2315210" cy="569595"/>
          </a:xfrm>
          <a:prstGeom prst="rect">
            <a:avLst/>
          </a:prstGeom>
        </p:spPr>
        <p:txBody>
          <a:bodyPr wrap="none" lIns="91400" tIns="45699" rIns="91400" bIns="45699">
            <a:spAutoFit/>
          </a:bodyPr>
          <a:p>
            <a:pPr algn="ctr">
              <a:lnSpc>
                <a:spcPct val="130000"/>
              </a:lnSpc>
              <a:defRPr/>
            </a:pPr>
            <a:r>
              <a:rPr lang="zh-CN" altLang="en-US" sz="2400"/>
              <a:t>关键代码块</a:t>
            </a:r>
            <a:r>
              <a:rPr lang="zh-CN" altLang="en-US" sz="2400"/>
              <a:t>介绍</a:t>
            </a:r>
            <a:endParaRPr lang="zh-CN" altLang="en-US" sz="2400"/>
          </a:p>
        </p:txBody>
      </p:sp>
      <p:sp>
        <p:nvSpPr>
          <p:cNvPr id="34" name="Oval 4"/>
          <p:cNvSpPr/>
          <p:nvPr>
            <p:custDataLst>
              <p:tags r:id="rId14"/>
            </p:custDataLst>
          </p:nvPr>
        </p:nvSpPr>
        <p:spPr>
          <a:xfrm>
            <a:off x="5551052" y="3804685"/>
            <a:ext cx="480730" cy="48313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sz="3200" dirty="0">
                <a:solidFill>
                  <a:schemeClr val="bg1"/>
                </a:solidFill>
                <a:latin typeface="+mn-ea"/>
              </a:rPr>
              <a:t>5</a:t>
            </a:r>
            <a:endParaRPr lang="en-US" sz="3200" dirty="0">
              <a:solidFill>
                <a:schemeClr val="bg1"/>
              </a:solidFill>
              <a:latin typeface="+mn-ea"/>
            </a:endParaRPr>
          </a:p>
        </p:txBody>
      </p:sp>
      <p:sp>
        <p:nvSpPr>
          <p:cNvPr id="3" name="Oval 4"/>
          <p:cNvSpPr/>
          <p:nvPr>
            <p:custDataLst>
              <p:tags r:id="rId15"/>
            </p:custDataLst>
          </p:nvPr>
        </p:nvSpPr>
        <p:spPr>
          <a:xfrm>
            <a:off x="9291837" y="2373395"/>
            <a:ext cx="480730" cy="48313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sz="3200" dirty="0">
                <a:solidFill>
                  <a:schemeClr val="bg1"/>
                </a:solidFill>
                <a:latin typeface="+mn-ea"/>
              </a:rPr>
              <a:t>3</a:t>
            </a:r>
            <a:endParaRPr lang="en-US" sz="3200" dirty="0">
              <a:solidFill>
                <a:schemeClr val="bg1"/>
              </a:solidFill>
              <a:latin typeface="+mn-ea"/>
            </a:endParaRPr>
          </a:p>
        </p:txBody>
      </p:sp>
    </p:spTree>
    <p:custDataLst>
      <p:tags r:id="rId16"/>
    </p:custDataLst>
  </p:cSld>
  <p:clrMapOvr>
    <a:masterClrMapping/>
  </p:clrMapOvr>
  <mc:AlternateContent xmlns:mc="http://schemas.openxmlformats.org/markup-compatibility/2006">
    <mc:Choice xmlns:p14="http://schemas.microsoft.com/office/powerpoint/2010/main" Requires="p14">
      <p:transition spd="slow" p14:dur="1000">
        <p:wipe/>
      </p:transition>
    </mc:Choice>
    <mc:Fallback>
      <p:transition spd="slow">
        <p:wip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anim calcmode="lin" valueType="num">
                                      <p:cBhvr additive="base">
                                        <p:cTn id="7" dur="500" fill="hold"/>
                                        <p:tgtEl>
                                          <p:spTgt spid="30"/>
                                        </p:tgtEl>
                                        <p:attrNameLst>
                                          <p:attrName>ppt_x</p:attrName>
                                        </p:attrNameLst>
                                      </p:cBhvr>
                                      <p:tavLst>
                                        <p:tav tm="0">
                                          <p:val>
                                            <p:strVal val="#ppt_x"/>
                                          </p:val>
                                        </p:tav>
                                        <p:tav tm="100000">
                                          <p:val>
                                            <p:strVal val="#ppt_x"/>
                                          </p:val>
                                        </p:tav>
                                      </p:tavLst>
                                    </p:anim>
                                    <p:anim calcmode="lin" valueType="num">
                                      <p:cBhvr additive="base">
                                        <p:cTn id="8" dur="500" fill="hold"/>
                                        <p:tgtEl>
                                          <p:spTgt spid="30"/>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5"/>
                                        </p:tgtEl>
                                        <p:attrNameLst>
                                          <p:attrName>style.visibility</p:attrName>
                                        </p:attrNameLst>
                                      </p:cBhvr>
                                      <p:to>
                                        <p:strVal val="visible"/>
                                      </p:to>
                                    </p:set>
                                    <p:anim calcmode="lin" valueType="num">
                                      <p:cBhvr additive="base">
                                        <p:cTn id="11" dur="500" fill="hold"/>
                                        <p:tgtEl>
                                          <p:spTgt spid="35"/>
                                        </p:tgtEl>
                                        <p:attrNameLst>
                                          <p:attrName>ppt_x</p:attrName>
                                        </p:attrNameLst>
                                      </p:cBhvr>
                                      <p:tavLst>
                                        <p:tav tm="0">
                                          <p:val>
                                            <p:strVal val="#ppt_x"/>
                                          </p:val>
                                        </p:tav>
                                        <p:tav tm="100000">
                                          <p:val>
                                            <p:strVal val="#ppt_x"/>
                                          </p:val>
                                        </p:tav>
                                      </p:tavLst>
                                    </p:anim>
                                    <p:anim calcmode="lin" valueType="num">
                                      <p:cBhvr additive="base">
                                        <p:cTn id="12" dur="500" fill="hold"/>
                                        <p:tgtEl>
                                          <p:spTgt spid="35"/>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6"/>
                                        </p:tgtEl>
                                        <p:attrNameLst>
                                          <p:attrName>style.visibility</p:attrName>
                                        </p:attrNameLst>
                                      </p:cBhvr>
                                      <p:to>
                                        <p:strVal val="visible"/>
                                      </p:to>
                                    </p:set>
                                    <p:anim calcmode="lin" valueType="num">
                                      <p:cBhvr additive="base">
                                        <p:cTn id="15" dur="500" fill="hold"/>
                                        <p:tgtEl>
                                          <p:spTgt spid="36"/>
                                        </p:tgtEl>
                                        <p:attrNameLst>
                                          <p:attrName>ppt_x</p:attrName>
                                        </p:attrNameLst>
                                      </p:cBhvr>
                                      <p:tavLst>
                                        <p:tav tm="0">
                                          <p:val>
                                            <p:strVal val="#ppt_x"/>
                                          </p:val>
                                        </p:tav>
                                        <p:tav tm="100000">
                                          <p:val>
                                            <p:strVal val="#ppt_x"/>
                                          </p:val>
                                        </p:tav>
                                      </p:tavLst>
                                    </p:anim>
                                    <p:anim calcmode="lin" valueType="num">
                                      <p:cBhvr additive="base">
                                        <p:cTn id="16" dur="500" fill="hold"/>
                                        <p:tgtEl>
                                          <p:spTgt spid="36"/>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32"/>
                                        </p:tgtEl>
                                        <p:attrNameLst>
                                          <p:attrName>style.visibility</p:attrName>
                                        </p:attrNameLst>
                                      </p:cBhvr>
                                      <p:to>
                                        <p:strVal val="visible"/>
                                      </p:to>
                                    </p:set>
                                    <p:anim calcmode="lin" valueType="num">
                                      <p:cBhvr additive="base">
                                        <p:cTn id="19" dur="500" fill="hold"/>
                                        <p:tgtEl>
                                          <p:spTgt spid="32"/>
                                        </p:tgtEl>
                                        <p:attrNameLst>
                                          <p:attrName>ppt_x</p:attrName>
                                        </p:attrNameLst>
                                      </p:cBhvr>
                                      <p:tavLst>
                                        <p:tav tm="0">
                                          <p:val>
                                            <p:strVal val="#ppt_x"/>
                                          </p:val>
                                        </p:tav>
                                        <p:tav tm="100000">
                                          <p:val>
                                            <p:strVal val="#ppt_x"/>
                                          </p:val>
                                        </p:tav>
                                      </p:tavLst>
                                    </p:anim>
                                    <p:anim calcmode="lin" valueType="num">
                                      <p:cBhvr additive="base">
                                        <p:cTn id="20" dur="500" fill="hold"/>
                                        <p:tgtEl>
                                          <p:spTgt spid="32"/>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37"/>
                                        </p:tgtEl>
                                        <p:attrNameLst>
                                          <p:attrName>style.visibility</p:attrName>
                                        </p:attrNameLst>
                                      </p:cBhvr>
                                      <p:to>
                                        <p:strVal val="visible"/>
                                      </p:to>
                                    </p:set>
                                    <p:anim calcmode="lin" valueType="num">
                                      <p:cBhvr additive="base">
                                        <p:cTn id="23" dur="500" fill="hold"/>
                                        <p:tgtEl>
                                          <p:spTgt spid="37"/>
                                        </p:tgtEl>
                                        <p:attrNameLst>
                                          <p:attrName>ppt_x</p:attrName>
                                        </p:attrNameLst>
                                      </p:cBhvr>
                                      <p:tavLst>
                                        <p:tav tm="0">
                                          <p:val>
                                            <p:strVal val="#ppt_x"/>
                                          </p:val>
                                        </p:tav>
                                        <p:tav tm="100000">
                                          <p:val>
                                            <p:strVal val="#ppt_x"/>
                                          </p:val>
                                        </p:tav>
                                      </p:tavLst>
                                    </p:anim>
                                    <p:anim calcmode="lin" valueType="num">
                                      <p:cBhvr additive="base">
                                        <p:cTn id="24" dur="500" fill="hold"/>
                                        <p:tgtEl>
                                          <p:spTgt spid="37"/>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3"/>
                                        </p:tgtEl>
                                        <p:attrNameLst>
                                          <p:attrName>style.visibility</p:attrName>
                                        </p:attrNameLst>
                                      </p:cBhvr>
                                      <p:to>
                                        <p:strVal val="visible"/>
                                      </p:to>
                                    </p:set>
                                    <p:anim calcmode="lin" valueType="num">
                                      <p:cBhvr additive="base">
                                        <p:cTn id="27" dur="500" fill="hold"/>
                                        <p:tgtEl>
                                          <p:spTgt spid="3"/>
                                        </p:tgtEl>
                                        <p:attrNameLst>
                                          <p:attrName>ppt_x</p:attrName>
                                        </p:attrNameLst>
                                      </p:cBhvr>
                                      <p:tavLst>
                                        <p:tav tm="0">
                                          <p:val>
                                            <p:strVal val="#ppt_x"/>
                                          </p:val>
                                        </p:tav>
                                        <p:tav tm="100000">
                                          <p:val>
                                            <p:strVal val="#ppt_x"/>
                                          </p:val>
                                        </p:tav>
                                      </p:tavLst>
                                    </p:anim>
                                    <p:anim calcmode="lin" valueType="num">
                                      <p:cBhvr additive="base">
                                        <p:cTn id="28" dur="500" fill="hold"/>
                                        <p:tgtEl>
                                          <p:spTgt spid="3"/>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34"/>
                                        </p:tgtEl>
                                        <p:attrNameLst>
                                          <p:attrName>style.visibility</p:attrName>
                                        </p:attrNameLst>
                                      </p:cBhvr>
                                      <p:to>
                                        <p:strVal val="visible"/>
                                      </p:to>
                                    </p:set>
                                    <p:anim calcmode="lin" valueType="num">
                                      <p:cBhvr additive="base">
                                        <p:cTn id="31" dur="500" fill="hold"/>
                                        <p:tgtEl>
                                          <p:spTgt spid="34"/>
                                        </p:tgtEl>
                                        <p:attrNameLst>
                                          <p:attrName>ppt_x</p:attrName>
                                        </p:attrNameLst>
                                      </p:cBhvr>
                                      <p:tavLst>
                                        <p:tav tm="0">
                                          <p:val>
                                            <p:strVal val="#ppt_x"/>
                                          </p:val>
                                        </p:tav>
                                        <p:tav tm="100000">
                                          <p:val>
                                            <p:strVal val="#ppt_x"/>
                                          </p:val>
                                        </p:tav>
                                      </p:tavLst>
                                    </p:anim>
                                    <p:anim calcmode="lin" valueType="num">
                                      <p:cBhvr additive="base">
                                        <p:cTn id="32" dur="500" fill="hold"/>
                                        <p:tgtEl>
                                          <p:spTgt spid="34"/>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31"/>
                                        </p:tgtEl>
                                        <p:attrNameLst>
                                          <p:attrName>style.visibility</p:attrName>
                                        </p:attrNameLst>
                                      </p:cBhvr>
                                      <p:to>
                                        <p:strVal val="visible"/>
                                      </p:to>
                                    </p:set>
                                    <p:anim calcmode="lin" valueType="num">
                                      <p:cBhvr additive="base">
                                        <p:cTn id="35" dur="500" fill="hold"/>
                                        <p:tgtEl>
                                          <p:spTgt spid="31"/>
                                        </p:tgtEl>
                                        <p:attrNameLst>
                                          <p:attrName>ppt_x</p:attrName>
                                        </p:attrNameLst>
                                      </p:cBhvr>
                                      <p:tavLst>
                                        <p:tav tm="0">
                                          <p:val>
                                            <p:strVal val="#ppt_x"/>
                                          </p:val>
                                        </p:tav>
                                        <p:tav tm="100000">
                                          <p:val>
                                            <p:strVal val="#ppt_x"/>
                                          </p:val>
                                        </p:tav>
                                      </p:tavLst>
                                    </p:anim>
                                    <p:anim calcmode="lin" valueType="num">
                                      <p:cBhvr additive="base">
                                        <p:cTn id="36" dur="500" fill="hold"/>
                                        <p:tgtEl>
                                          <p:spTgt spid="31"/>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48"/>
                                        </p:tgtEl>
                                        <p:attrNameLst>
                                          <p:attrName>style.visibility</p:attrName>
                                        </p:attrNameLst>
                                      </p:cBhvr>
                                      <p:to>
                                        <p:strVal val="visible"/>
                                      </p:to>
                                    </p:set>
                                    <p:anim calcmode="lin" valueType="num">
                                      <p:cBhvr additive="base">
                                        <p:cTn id="39" dur="500" fill="hold"/>
                                        <p:tgtEl>
                                          <p:spTgt spid="48"/>
                                        </p:tgtEl>
                                        <p:attrNameLst>
                                          <p:attrName>ppt_x</p:attrName>
                                        </p:attrNameLst>
                                      </p:cBhvr>
                                      <p:tavLst>
                                        <p:tav tm="0">
                                          <p:val>
                                            <p:strVal val="#ppt_x"/>
                                          </p:val>
                                        </p:tav>
                                        <p:tav tm="100000">
                                          <p:val>
                                            <p:strVal val="#ppt_x"/>
                                          </p:val>
                                        </p:tav>
                                      </p:tavLst>
                                    </p:anim>
                                    <p:anim calcmode="lin" valueType="num">
                                      <p:cBhvr additive="base">
                                        <p:cTn id="40" dur="500" fill="hold"/>
                                        <p:tgtEl>
                                          <p:spTgt spid="48"/>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50"/>
                                        </p:tgtEl>
                                        <p:attrNameLst>
                                          <p:attrName>style.visibility</p:attrName>
                                        </p:attrNameLst>
                                      </p:cBhvr>
                                      <p:to>
                                        <p:strVal val="visible"/>
                                      </p:to>
                                    </p:set>
                                    <p:anim calcmode="lin" valueType="num">
                                      <p:cBhvr additive="base">
                                        <p:cTn id="43" dur="500" fill="hold"/>
                                        <p:tgtEl>
                                          <p:spTgt spid="50"/>
                                        </p:tgtEl>
                                        <p:attrNameLst>
                                          <p:attrName>ppt_x</p:attrName>
                                        </p:attrNameLst>
                                      </p:cBhvr>
                                      <p:tavLst>
                                        <p:tav tm="0">
                                          <p:val>
                                            <p:strVal val="#ppt_x"/>
                                          </p:val>
                                        </p:tav>
                                        <p:tav tm="100000">
                                          <p:val>
                                            <p:strVal val="#ppt_x"/>
                                          </p:val>
                                        </p:tav>
                                      </p:tavLst>
                                    </p:anim>
                                    <p:anim calcmode="lin" valueType="num">
                                      <p:cBhvr additive="base">
                                        <p:cTn id="44" dur="500" fill="hold"/>
                                        <p:tgtEl>
                                          <p:spTgt spid="50"/>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8"/>
                                        </p:tgtEl>
                                        <p:attrNameLst>
                                          <p:attrName>style.visibility</p:attrName>
                                        </p:attrNameLst>
                                      </p:cBhvr>
                                      <p:to>
                                        <p:strVal val="visible"/>
                                      </p:to>
                                    </p:set>
                                    <p:anim calcmode="lin" valueType="num">
                                      <p:cBhvr additive="base">
                                        <p:cTn id="47" dur="500" fill="hold"/>
                                        <p:tgtEl>
                                          <p:spTgt spid="8"/>
                                        </p:tgtEl>
                                        <p:attrNameLst>
                                          <p:attrName>ppt_x</p:attrName>
                                        </p:attrNameLst>
                                      </p:cBhvr>
                                      <p:tavLst>
                                        <p:tav tm="0">
                                          <p:val>
                                            <p:strVal val="#ppt_x"/>
                                          </p:val>
                                        </p:tav>
                                        <p:tav tm="100000">
                                          <p:val>
                                            <p:strVal val="#ppt_x"/>
                                          </p:val>
                                        </p:tav>
                                      </p:tavLst>
                                    </p:anim>
                                    <p:anim calcmode="lin" valueType="num">
                                      <p:cBhvr additive="base">
                                        <p:cTn id="48" dur="500" fill="hold"/>
                                        <p:tgtEl>
                                          <p:spTgt spid="8"/>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5"/>
                                        </p:tgtEl>
                                        <p:attrNameLst>
                                          <p:attrName>style.visibility</p:attrName>
                                        </p:attrNameLst>
                                      </p:cBhvr>
                                      <p:to>
                                        <p:strVal val="visible"/>
                                      </p:to>
                                    </p:set>
                                    <p:anim calcmode="lin" valueType="num">
                                      <p:cBhvr additive="base">
                                        <p:cTn id="51" dur="500" fill="hold"/>
                                        <p:tgtEl>
                                          <p:spTgt spid="5"/>
                                        </p:tgtEl>
                                        <p:attrNameLst>
                                          <p:attrName>ppt_x</p:attrName>
                                        </p:attrNameLst>
                                      </p:cBhvr>
                                      <p:tavLst>
                                        <p:tav tm="0">
                                          <p:val>
                                            <p:strVal val="#ppt_x"/>
                                          </p:val>
                                        </p:tav>
                                        <p:tav tm="100000">
                                          <p:val>
                                            <p:strVal val="#ppt_x"/>
                                          </p:val>
                                        </p:tav>
                                      </p:tavLst>
                                    </p:anim>
                                    <p:anim calcmode="lin" valueType="num">
                                      <p:cBhvr additive="base">
                                        <p:cTn id="52" dur="500" fill="hold"/>
                                        <p:tgtEl>
                                          <p:spTgt spid="5"/>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6"/>
                                        </p:tgtEl>
                                        <p:attrNameLst>
                                          <p:attrName>style.visibility</p:attrName>
                                        </p:attrNameLst>
                                      </p:cBhvr>
                                      <p:to>
                                        <p:strVal val="visible"/>
                                      </p:to>
                                    </p:set>
                                    <p:anim calcmode="lin" valueType="num">
                                      <p:cBhvr additive="base">
                                        <p:cTn id="55" dur="500" fill="hold"/>
                                        <p:tgtEl>
                                          <p:spTgt spid="6"/>
                                        </p:tgtEl>
                                        <p:attrNameLst>
                                          <p:attrName>ppt_x</p:attrName>
                                        </p:attrNameLst>
                                      </p:cBhvr>
                                      <p:tavLst>
                                        <p:tav tm="0">
                                          <p:val>
                                            <p:strVal val="#ppt_x"/>
                                          </p:val>
                                        </p:tav>
                                        <p:tav tm="100000">
                                          <p:val>
                                            <p:strVal val="#ppt_x"/>
                                          </p:val>
                                        </p:tav>
                                      </p:tavLst>
                                    </p:anim>
                                    <p:anim calcmode="lin" valueType="num">
                                      <p:cBhvr additive="base">
                                        <p:cTn id="56" dur="500" fill="hold"/>
                                        <p:tgtEl>
                                          <p:spTgt spid="6"/>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p:stCondLst>
                                    <p:cond delay="0"/>
                                  </p:stCondLst>
                                  <p:childTnLst>
                                    <p:set>
                                      <p:cBhvr>
                                        <p:cTn id="58" dur="1" fill="hold">
                                          <p:stCondLst>
                                            <p:cond delay="0"/>
                                          </p:stCondLst>
                                        </p:cTn>
                                        <p:tgtEl>
                                          <p:spTgt spid="52"/>
                                        </p:tgtEl>
                                        <p:attrNameLst>
                                          <p:attrName>style.visibility</p:attrName>
                                        </p:attrNameLst>
                                      </p:cBhvr>
                                      <p:to>
                                        <p:strVal val="visible"/>
                                      </p:to>
                                    </p:set>
                                    <p:anim calcmode="lin" valueType="num">
                                      <p:cBhvr additive="base">
                                        <p:cTn id="59" dur="500" fill="hold"/>
                                        <p:tgtEl>
                                          <p:spTgt spid="52"/>
                                        </p:tgtEl>
                                        <p:attrNameLst>
                                          <p:attrName>ppt_x</p:attrName>
                                        </p:attrNameLst>
                                      </p:cBhvr>
                                      <p:tavLst>
                                        <p:tav tm="0">
                                          <p:val>
                                            <p:strVal val="#ppt_x"/>
                                          </p:val>
                                        </p:tav>
                                        <p:tav tm="100000">
                                          <p:val>
                                            <p:strVal val="#ppt_x"/>
                                          </p:val>
                                        </p:tav>
                                      </p:tavLst>
                                    </p:anim>
                                    <p:anim calcmode="lin" valueType="num">
                                      <p:cBhvr additive="base">
                                        <p:cTn id="60" dur="500" fill="hold"/>
                                        <p:tgtEl>
                                          <p:spTgt spid="5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bldLvl="0" animBg="1"/>
      <p:bldP spid="35" grpId="0"/>
      <p:bldP spid="36" grpId="0"/>
      <p:bldP spid="32" grpId="0" bldLvl="0" animBg="1"/>
      <p:bldP spid="37" grpId="0"/>
      <p:bldP spid="34" grpId="0" bldLvl="0" animBg="1"/>
      <p:bldP spid="31" grpId="0" bldLvl="0" animBg="1"/>
      <p:bldP spid="30" grpId="1" animBg="1"/>
      <p:bldP spid="35" grpId="1"/>
      <p:bldP spid="36" grpId="1"/>
      <p:bldP spid="32" grpId="1" animBg="1"/>
      <p:bldP spid="37" grpId="1"/>
      <p:bldP spid="34" grpId="1" animBg="1"/>
      <p:bldP spid="31" grpId="1" animBg="1"/>
      <p:bldP spid="48" grpId="0" bldLvl="0" animBg="1"/>
      <p:bldP spid="50" grpId="0" bldLvl="0" animBg="1"/>
      <p:bldP spid="8" grpId="0"/>
      <p:bldP spid="5" grpId="0"/>
      <p:bldP spid="6" grpId="0"/>
      <p:bldP spid="52" grpId="0" bldLvl="0" animBg="1"/>
      <p:bldP spid="48" grpId="1" animBg="1"/>
      <p:bldP spid="50" grpId="1" animBg="1"/>
      <p:bldP spid="8" grpId="1"/>
      <p:bldP spid="5" grpId="1"/>
      <p:bldP spid="6" grpId="1"/>
      <p:bldP spid="52" grpId="1" animBg="1"/>
      <p:bldP spid="3" grpId="0" bldLvl="0" animBg="1"/>
      <p:bldP spid="3" grpId="1" animBg="1"/>
    </p:bld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p:sp>
        <p:nvSpPr>
          <p:cNvPr id="5" name="稻壳儿_刀客儿出品_1"/>
          <p:cNvSpPr/>
          <p:nvPr/>
        </p:nvSpPr>
        <p:spPr>
          <a:xfrm>
            <a:off x="2971800" y="476250"/>
            <a:ext cx="6249035" cy="5904865"/>
          </a:xfrm>
          <a:prstGeom prst="diamond">
            <a:avLst/>
          </a:prstGeom>
          <a:noFill/>
          <a:ln w="38100">
            <a:gradFill flip="none" rotWithShape="1">
              <a:gsLst>
                <a:gs pos="0">
                  <a:srgbClr val="B36E2F"/>
                </a:gs>
                <a:gs pos="30000">
                  <a:srgbClr val="A86F3C"/>
                </a:gs>
                <a:gs pos="80000">
                  <a:srgbClr val="A5642E"/>
                </a:gs>
                <a:gs pos="55000">
                  <a:srgbClr val="F3BD84"/>
                </a:gs>
                <a:gs pos="100000">
                  <a:srgbClr val="652F07"/>
                </a:gs>
              </a:gsLst>
              <a:lin ang="27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文本框 6"/>
          <p:cNvSpPr txBox="1"/>
          <p:nvPr/>
        </p:nvSpPr>
        <p:spPr>
          <a:xfrm>
            <a:off x="4336415" y="2484755"/>
            <a:ext cx="3520440" cy="1888490"/>
          </a:xfrm>
          <a:prstGeom prst="rect">
            <a:avLst/>
          </a:prstGeom>
          <a:noFill/>
        </p:spPr>
        <p:txBody>
          <a:bodyPr wrap="square" rtlCol="0">
            <a:noAutofit/>
          </a:bodyPr>
          <a:p>
            <a:r>
              <a:rPr lang="en-US" altLang="zh-CN" sz="5400">
                <a:ln w="13462">
                  <a:solidFill>
                    <a:schemeClr val="bg1"/>
                  </a:solidFill>
                  <a:prstDash val="solid"/>
                </a:ln>
                <a:solidFill>
                  <a:schemeClr val="tx1">
                    <a:lumMod val="85000"/>
                    <a:lumOff val="15000"/>
                  </a:schemeClr>
                </a:solidFill>
                <a:effectLst>
                  <a:outerShdw dist="38100" dir="2700000" algn="bl" rotWithShape="0">
                    <a:schemeClr val="accent5"/>
                  </a:outerShdw>
                </a:effectLst>
                <a:sym typeface="+mn-ea"/>
              </a:rPr>
              <a:t>01. </a:t>
            </a:r>
            <a:r>
              <a:rPr lang="zh-CN" altLang="en-US" sz="5400">
                <a:ln w="13462">
                  <a:solidFill>
                    <a:schemeClr val="bg1"/>
                  </a:solidFill>
                  <a:prstDash val="solid"/>
                </a:ln>
                <a:solidFill>
                  <a:schemeClr val="tx1">
                    <a:lumMod val="85000"/>
                    <a:lumOff val="15000"/>
                  </a:schemeClr>
                </a:solidFill>
                <a:effectLst>
                  <a:outerShdw dist="38100" dir="2700000" algn="bl" rotWithShape="0">
                    <a:schemeClr val="accent5"/>
                  </a:outerShdw>
                </a:effectLst>
                <a:sym typeface="+mn-ea"/>
              </a:rPr>
              <a:t>研究背景与意义</a:t>
            </a:r>
            <a:endParaRPr lang="zh-CN" altLang="en-US" sz="5400" b="1">
              <a:ln w="13462">
                <a:solidFill>
                  <a:schemeClr val="bg1"/>
                </a:solidFill>
                <a:prstDash val="solid"/>
              </a:ln>
              <a:solidFill>
                <a:schemeClr val="tx1">
                  <a:lumMod val="85000"/>
                  <a:lumOff val="15000"/>
                </a:schemeClr>
              </a:solidFill>
              <a:effectLst>
                <a:outerShdw dist="38100" dir="2700000" algn="bl" rotWithShape="0">
                  <a:schemeClr val="accent5"/>
                </a:outerShdw>
              </a:effectLst>
              <a:sym typeface="+mn-ea"/>
            </a:endParaRPr>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1000">
        <p:wedge/>
      </p:transition>
    </mc:Choice>
    <mc:Fallback>
      <p:transition spd="slow">
        <p:wedg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par>
                          <p:cTn id="10" fill="hold">
                            <p:stCondLst>
                              <p:cond delay="500"/>
                            </p:stCondLst>
                            <p:childTnLst>
                              <p:par>
                                <p:cTn id="11" presetID="27" presetClass="entr" presetSubtype="0" fill="hold" grpId="0" nodeType="afterEffect">
                                  <p:stCondLst>
                                    <p:cond delay="0"/>
                                  </p:stCondLst>
                                  <p:iterate type="lt">
                                    <p:tmPct val="50000"/>
                                  </p:iterate>
                                  <p:childTnLst>
                                    <p:set>
                                      <p:cBhvr>
                                        <p:cTn id="12" dur="1" fill="hold">
                                          <p:stCondLst>
                                            <p:cond delay="0"/>
                                          </p:stCondLst>
                                        </p:cTn>
                                        <p:tgtEl>
                                          <p:spTgt spid="7"/>
                                        </p:tgtEl>
                                        <p:attrNameLst>
                                          <p:attrName>style.visibility</p:attrName>
                                        </p:attrNameLst>
                                      </p:cBhvr>
                                      <p:to>
                                        <p:strVal val="visible"/>
                                      </p:to>
                                    </p:set>
                                    <p:anim calcmode="discrete" valueType="clr">
                                      <p:cBhvr override="childStyle">
                                        <p:cTn id="13" dur="80"/>
                                        <p:tgtEl>
                                          <p:spTgt spid="7"/>
                                        </p:tgtEl>
                                        <p:attrNameLst>
                                          <p:attrName>style.color</p:attrName>
                                        </p:attrNameLst>
                                      </p:cBhvr>
                                      <p:tavLst>
                                        <p:tav tm="0">
                                          <p:val>
                                            <p:clrVal>
                                              <a:schemeClr val="accent2"/>
                                            </p:clrVal>
                                          </p:val>
                                        </p:tav>
                                        <p:tav tm="50000">
                                          <p:val>
                                            <p:clrVal>
                                              <a:schemeClr val="hlink"/>
                                            </p:clrVal>
                                          </p:val>
                                        </p:tav>
                                      </p:tavLst>
                                    </p:anim>
                                    <p:anim calcmode="discrete" valueType="clr">
                                      <p:cBhvr>
                                        <p:cTn id="14" dur="80"/>
                                        <p:tgtEl>
                                          <p:spTgt spid="7"/>
                                        </p:tgtEl>
                                        <p:attrNameLst>
                                          <p:attrName>fillcolor</p:attrName>
                                        </p:attrNameLst>
                                      </p:cBhvr>
                                      <p:tavLst>
                                        <p:tav tm="0">
                                          <p:val>
                                            <p:clrVal>
                                              <a:schemeClr val="accent2"/>
                                            </p:clrVal>
                                          </p:val>
                                        </p:tav>
                                        <p:tav tm="50000">
                                          <p:val>
                                            <p:clrVal>
                                              <a:schemeClr val="hlink"/>
                                            </p:clrVal>
                                          </p:val>
                                        </p:tav>
                                      </p:tavLst>
                                    </p:anim>
                                    <p:set>
                                      <p:cBhvr>
                                        <p:cTn id="15" dur="80"/>
                                        <p:tgtEl>
                                          <p:spTgt spid="7"/>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7" grpId="0"/>
      <p:bldP spid="7" grpId="1"/>
    </p:bld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p:sp>
        <p:nvSpPr>
          <p:cNvPr id="2" name="标题 1"/>
          <p:cNvSpPr>
            <a:spLocks noGrp="1"/>
          </p:cNvSpPr>
          <p:nvPr>
            <p:ph type="ctrTitle" idx="16385"/>
            <p:custDataLst>
              <p:tags r:id="rId2"/>
            </p:custDataLst>
          </p:nvPr>
        </p:nvSpPr>
        <p:spPr/>
        <p:txBody>
          <a:bodyPr>
            <a:normAutofit/>
          </a:bodyPr>
          <a:p>
            <a:pPr algn="l">
              <a:lnSpc>
                <a:spcPct val="111000"/>
              </a:lnSpc>
            </a:pPr>
            <a:r>
              <a:rPr lang="zh-CN" altLang="en-US"/>
              <a:t>语音情感识别的重要性</a:t>
            </a:r>
            <a:endParaRPr lang="zh-CN" altLang="en-US"/>
          </a:p>
        </p:txBody>
      </p:sp>
      <p:pic>
        <p:nvPicPr>
          <p:cNvPr id="3" name="内容占位符 2" descr="9005fb0d-2c1e-11f1-8ee7-6a4ad368ed87"/>
          <p:cNvPicPr>
            <a:picLocks noChangeAspect="1"/>
          </p:cNvPicPr>
          <p:nvPr>
            <p:ph idx="16392"/>
            <p:custDataLst>
              <p:tags r:id="rId3"/>
            </p:custDataLst>
          </p:nvPr>
        </p:nvPicPr>
        <p:blipFill>
          <a:blip r:embed="rId4"/>
          <a:srcRect t="4034" b="4034"/>
          <a:stretch>
            <a:fillRect/>
          </a:stretch>
        </p:blipFill>
        <p:spPr>
          <a:xfrm>
            <a:off x="609600" y="609600"/>
            <a:ext cx="10972800" cy="2032000"/>
          </a:xfrm>
          <a:custGeom>
            <a:avLst/>
            <a:gdLst>
              <a:gd name="connisteX0" fmla="*/ 0 w 10972800"/>
              <a:gd name="connsiteY0" fmla="*/ 203200 h 2032000"/>
              <a:gd name="connisteX1" fmla="*/ 203200 w 10972800"/>
              <a:gd name="connsiteY1" fmla="*/ 0 h 2032000"/>
              <a:gd name="connisteX2" fmla="*/ 10769600 w 10972800"/>
              <a:gd name="connsiteY2" fmla="*/ 0 h 2032000"/>
              <a:gd name="connisteX3" fmla="*/ 10972800 w 10972800"/>
              <a:gd name="connsiteY3" fmla="*/ 203200 h 2032000"/>
              <a:gd name="connisteX4" fmla="*/ 10972800 w 10972800"/>
              <a:gd name="connsiteY4" fmla="*/ 1828800 h 2032000"/>
              <a:gd name="connisteX5" fmla="*/ 10769600 w 10972800"/>
              <a:gd name="connsiteY5" fmla="*/ 2032000 h 2032000"/>
              <a:gd name="connisteX6" fmla="*/ 203200 w 10972800"/>
              <a:gd name="connsiteY6" fmla="*/ 2032000 h 2032000"/>
              <a:gd name="connisteX7" fmla="*/ 0 w 10972800"/>
              <a:gd name="connsiteY7" fmla="*/ 1828800 h 2032000"/>
              <a:gd name="connisteX8" fmla="*/ 0 w 10972800"/>
              <a:gd name="connsiteY8" fmla="*/ 203200 h 203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0972800" h="2032000">
                <a:moveTo>
                  <a:pt x="0" y="203200"/>
                </a:moveTo>
                <a:cubicBezTo>
                  <a:pt x="0" y="90976"/>
                  <a:pt x="90976" y="0"/>
                  <a:pt x="203200" y="0"/>
                </a:cubicBezTo>
                <a:lnTo>
                  <a:pt x="10769600" y="0"/>
                </a:lnTo>
                <a:cubicBezTo>
                  <a:pt x="10881824" y="0"/>
                  <a:pt x="10972800" y="90976"/>
                  <a:pt x="10972800" y="203200"/>
                </a:cubicBezTo>
                <a:lnTo>
                  <a:pt x="10972800" y="1828800"/>
                </a:lnTo>
                <a:cubicBezTo>
                  <a:pt x="10972800" y="1941024"/>
                  <a:pt x="10881824" y="2032000"/>
                  <a:pt x="10769600" y="2032000"/>
                </a:cubicBezTo>
                <a:lnTo>
                  <a:pt x="203200" y="2032000"/>
                </a:lnTo>
                <a:cubicBezTo>
                  <a:pt x="90976" y="2032000"/>
                  <a:pt x="0" y="1941024"/>
                  <a:pt x="0" y="1828800"/>
                </a:cubicBezTo>
                <a:lnTo>
                  <a:pt x="0" y="203200"/>
                </a:lnTo>
                <a:close/>
              </a:path>
            </a:pathLst>
          </a:custGeom>
        </p:spPr>
      </p:pic>
      <p:sp>
        <p:nvSpPr>
          <p:cNvPr id="4" name="文本占位符 3"/>
          <p:cNvSpPr>
            <a:spLocks noGrp="1"/>
          </p:cNvSpPr>
          <p:nvPr>
            <p:ph type="body" idx="16386"/>
            <p:custDataLst>
              <p:tags r:id="rId5"/>
            </p:custDataLst>
          </p:nvPr>
        </p:nvSpPr>
        <p:spPr/>
        <p:txBody>
          <a:bodyPr>
            <a:normAutofit fontScale="90000"/>
          </a:bodyPr>
          <a:p>
            <a:pPr algn="l">
              <a:lnSpc>
                <a:spcPct val="111000"/>
              </a:lnSpc>
            </a:pPr>
            <a:r>
              <a:rPr lang="zh-CN" altLang="en-US"/>
              <a:t>人机交互的核心支撑技术</a:t>
            </a:r>
            <a:endParaRPr lang="zh-CN" altLang="en-US"/>
          </a:p>
        </p:txBody>
      </p:sp>
      <p:sp>
        <p:nvSpPr>
          <p:cNvPr id="5" name="文本占位符 4"/>
          <p:cNvSpPr>
            <a:spLocks noGrp="1"/>
          </p:cNvSpPr>
          <p:nvPr>
            <p:ph type="body" idx="16387"/>
            <p:custDataLst>
              <p:tags r:id="rId6"/>
            </p:custDataLst>
          </p:nvPr>
        </p:nvSpPr>
        <p:spPr/>
        <p:txBody>
          <a:bodyPr>
            <a:normAutofit/>
          </a:bodyPr>
          <a:p>
            <a:pPr algn="l">
              <a:lnSpc>
                <a:spcPct val="125000"/>
              </a:lnSpc>
            </a:pPr>
            <a:r>
              <a:rPr lang="en-US" altLang="zh-CN"/>
              <a:t>    </a:t>
            </a:r>
            <a:r>
              <a:rPr lang="zh-CN" altLang="en-US"/>
              <a:t>语音情感识别是让机器理解人类情感状态的关键技术，能显著提升人机交互的友好性和适应性，使机器更精准地响应用户情感需求。</a:t>
            </a:r>
            <a:endParaRPr lang="zh-CN" altLang="en-US"/>
          </a:p>
        </p:txBody>
      </p:sp>
      <p:sp>
        <p:nvSpPr>
          <p:cNvPr id="6" name="文本占位符 5"/>
          <p:cNvSpPr>
            <a:spLocks noGrp="1"/>
          </p:cNvSpPr>
          <p:nvPr>
            <p:ph type="body" idx="16388"/>
            <p:custDataLst>
              <p:tags r:id="rId7"/>
            </p:custDataLst>
          </p:nvPr>
        </p:nvSpPr>
        <p:spPr/>
        <p:txBody>
          <a:bodyPr>
            <a:normAutofit/>
          </a:bodyPr>
          <a:p>
            <a:pPr algn="l">
              <a:lnSpc>
                <a:spcPct val="111000"/>
              </a:lnSpc>
            </a:pPr>
            <a:r>
              <a:rPr lang="zh-CN" altLang="en-US" sz="2200"/>
              <a:t>多领域应用场景</a:t>
            </a:r>
            <a:endParaRPr lang="zh-CN" altLang="en-US" sz="2200"/>
          </a:p>
        </p:txBody>
      </p:sp>
      <p:sp>
        <p:nvSpPr>
          <p:cNvPr id="7" name="文本占位符 6"/>
          <p:cNvSpPr>
            <a:spLocks noGrp="1"/>
          </p:cNvSpPr>
          <p:nvPr>
            <p:ph type="body" idx="16389"/>
            <p:custDataLst>
              <p:tags r:id="rId8"/>
            </p:custDataLst>
          </p:nvPr>
        </p:nvSpPr>
        <p:spPr/>
        <p:txBody>
          <a:bodyPr>
            <a:normAutofit/>
          </a:bodyPr>
          <a:p>
            <a:pPr algn="l">
              <a:lnSpc>
                <a:spcPct val="125000"/>
              </a:lnSpc>
            </a:pPr>
            <a:r>
              <a:rPr lang="en-US" altLang="zh-CN"/>
              <a:t>    </a:t>
            </a:r>
            <a:r>
              <a:rPr lang="zh-CN" altLang="en-US"/>
              <a:t>广泛应用于客服系统（提升服务质量）、心理健康（情绪监测与干预）、医疗健康（辅助诊疗）、远程教育（优化教学互动）等多个领域。</a:t>
            </a:r>
            <a:endParaRPr lang="zh-CN" altLang="en-US"/>
          </a:p>
        </p:txBody>
      </p:sp>
      <p:sp>
        <p:nvSpPr>
          <p:cNvPr id="8" name="文本占位符 7"/>
          <p:cNvSpPr>
            <a:spLocks noGrp="1"/>
          </p:cNvSpPr>
          <p:nvPr>
            <p:ph type="body" idx="16390"/>
            <p:custDataLst>
              <p:tags r:id="rId9"/>
            </p:custDataLst>
          </p:nvPr>
        </p:nvSpPr>
        <p:spPr/>
        <p:txBody>
          <a:bodyPr>
            <a:normAutofit fontScale="90000"/>
          </a:bodyPr>
          <a:p>
            <a:pPr algn="l">
              <a:lnSpc>
                <a:spcPct val="111000"/>
              </a:lnSpc>
            </a:pPr>
            <a:r>
              <a:rPr lang="zh-CN" altLang="en-US"/>
              <a:t>相比文本情感分析的优势</a:t>
            </a:r>
            <a:endParaRPr lang="zh-CN" altLang="en-US"/>
          </a:p>
        </p:txBody>
      </p:sp>
      <p:sp>
        <p:nvSpPr>
          <p:cNvPr id="9" name="文本占位符 8"/>
          <p:cNvSpPr>
            <a:spLocks noGrp="1"/>
          </p:cNvSpPr>
          <p:nvPr>
            <p:ph type="body" idx="16391"/>
            <p:custDataLst>
              <p:tags r:id="rId10"/>
            </p:custDataLst>
          </p:nvPr>
        </p:nvSpPr>
        <p:spPr/>
        <p:txBody>
          <a:bodyPr>
            <a:normAutofit/>
          </a:bodyPr>
          <a:p>
            <a:pPr algn="l">
              <a:lnSpc>
                <a:spcPct val="125000"/>
              </a:lnSpc>
            </a:pPr>
            <a:r>
              <a:rPr lang="en-US" altLang="zh-CN"/>
              <a:t>    </a:t>
            </a:r>
            <a:r>
              <a:rPr lang="zh-CN" altLang="en-US"/>
              <a:t>可捕捉语调、语速、韵律等非语言信息，相比仅依赖文字的文本情感分析，能更全面、真实地反映说话人的情感状态。</a:t>
            </a:r>
            <a:endParaRPr lang="zh-CN" altLang="en-US"/>
          </a:p>
        </p:txBody>
      </p:sp>
      <p:sp>
        <p:nvSpPr>
          <p:cNvPr id="14" name="稻壳儿_刀客儿出品_1"/>
          <p:cNvSpPr/>
          <p:nvPr/>
        </p:nvSpPr>
        <p:spPr>
          <a:xfrm>
            <a:off x="172720" y="3282315"/>
            <a:ext cx="314960" cy="395605"/>
          </a:xfrm>
          <a:prstGeom prst="diamond">
            <a:avLst/>
          </a:prstGeom>
          <a:noFill/>
          <a:ln w="38100">
            <a:gradFill flip="none" rotWithShape="1">
              <a:gsLst>
                <a:gs pos="0">
                  <a:srgbClr val="B36E2F"/>
                </a:gs>
                <a:gs pos="30000">
                  <a:srgbClr val="A86F3C"/>
                </a:gs>
                <a:gs pos="80000">
                  <a:srgbClr val="A5642E"/>
                </a:gs>
                <a:gs pos="55000">
                  <a:srgbClr val="F3BD84"/>
                </a:gs>
                <a:gs pos="100000">
                  <a:srgbClr val="652F07"/>
                </a:gs>
              </a:gsLst>
              <a:lin ang="27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1"/>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p:sp>
        <p:nvSpPr>
          <p:cNvPr id="13" name="稻壳儿_刀客儿出品_1"/>
          <p:cNvSpPr/>
          <p:nvPr/>
        </p:nvSpPr>
        <p:spPr>
          <a:xfrm>
            <a:off x="2971800" y="476250"/>
            <a:ext cx="6249035" cy="5904865"/>
          </a:xfrm>
          <a:prstGeom prst="diamond">
            <a:avLst/>
          </a:prstGeom>
          <a:noFill/>
          <a:ln w="38100">
            <a:gradFill flip="none" rotWithShape="1">
              <a:gsLst>
                <a:gs pos="0">
                  <a:srgbClr val="B36E2F"/>
                </a:gs>
                <a:gs pos="30000">
                  <a:srgbClr val="A86F3C"/>
                </a:gs>
                <a:gs pos="80000">
                  <a:srgbClr val="A5642E"/>
                </a:gs>
                <a:gs pos="55000">
                  <a:srgbClr val="F3BD84"/>
                </a:gs>
                <a:gs pos="100000">
                  <a:srgbClr val="652F07"/>
                </a:gs>
              </a:gsLst>
              <a:lin ang="27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文本框 13"/>
          <p:cNvSpPr txBox="1"/>
          <p:nvPr/>
        </p:nvSpPr>
        <p:spPr>
          <a:xfrm>
            <a:off x="4336415" y="2484755"/>
            <a:ext cx="3520440" cy="1888490"/>
          </a:xfrm>
          <a:prstGeom prst="rect">
            <a:avLst/>
          </a:prstGeom>
          <a:noFill/>
        </p:spPr>
        <p:txBody>
          <a:bodyPr wrap="square" rtlCol="0">
            <a:noAutofit/>
          </a:bodyPr>
          <a:p>
            <a:r>
              <a:rPr lang="en-US" altLang="zh-CN" sz="5400">
                <a:ln w="13462">
                  <a:solidFill>
                    <a:schemeClr val="bg1"/>
                  </a:solidFill>
                  <a:prstDash val="solid"/>
                </a:ln>
                <a:solidFill>
                  <a:schemeClr val="tx1">
                    <a:lumMod val="85000"/>
                    <a:lumOff val="15000"/>
                  </a:schemeClr>
                </a:solidFill>
                <a:effectLst>
                  <a:outerShdw dist="38100" dir="2700000" algn="bl" rotWithShape="0">
                    <a:schemeClr val="accent5"/>
                  </a:outerShdw>
                </a:effectLst>
                <a:sym typeface="+mn-ea"/>
              </a:rPr>
              <a:t>02. </a:t>
            </a:r>
            <a:r>
              <a:rPr lang="zh-CN" altLang="en-US" sz="5400">
                <a:ln w="13462">
                  <a:solidFill>
                    <a:schemeClr val="bg1"/>
                  </a:solidFill>
                  <a:prstDash val="solid"/>
                </a:ln>
                <a:solidFill>
                  <a:schemeClr val="tx1">
                    <a:lumMod val="85000"/>
                    <a:lumOff val="15000"/>
                  </a:schemeClr>
                </a:solidFill>
                <a:effectLst>
                  <a:outerShdw dist="38100" dir="2700000" algn="bl" rotWithShape="0">
                    <a:schemeClr val="accent5"/>
                  </a:outerShdw>
                </a:effectLst>
                <a:sym typeface="+mn-ea"/>
              </a:rPr>
              <a:t>相关技术</a:t>
            </a:r>
            <a:r>
              <a:rPr lang="zh-CN" altLang="en-US" sz="5400">
                <a:ln w="13462">
                  <a:solidFill>
                    <a:schemeClr val="bg1"/>
                  </a:solidFill>
                  <a:prstDash val="solid"/>
                </a:ln>
                <a:solidFill>
                  <a:schemeClr val="tx1">
                    <a:lumMod val="85000"/>
                    <a:lumOff val="15000"/>
                  </a:schemeClr>
                </a:solidFill>
                <a:effectLst>
                  <a:outerShdw dist="38100" dir="2700000" algn="bl" rotWithShape="0">
                    <a:schemeClr val="accent5"/>
                  </a:outerShdw>
                </a:effectLst>
                <a:sym typeface="+mn-ea"/>
              </a:rPr>
              <a:t>与原理</a:t>
            </a:r>
            <a:endParaRPr lang="zh-CN" altLang="en-US" sz="5400">
              <a:ln w="13462">
                <a:solidFill>
                  <a:schemeClr val="bg1"/>
                </a:solidFill>
                <a:prstDash val="solid"/>
              </a:ln>
              <a:solidFill>
                <a:schemeClr val="tx1">
                  <a:lumMod val="85000"/>
                  <a:lumOff val="15000"/>
                </a:schemeClr>
              </a:solidFill>
              <a:effectLst>
                <a:outerShdw dist="38100" dir="2700000" algn="bl" rotWithShape="0">
                  <a:schemeClr val="accent5"/>
                </a:outerShdw>
              </a:effectLst>
              <a:sym typeface="+mn-ea"/>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p:cTn id="7" dur="500" fill="hold"/>
                                        <p:tgtEl>
                                          <p:spTgt spid="13"/>
                                        </p:tgtEl>
                                        <p:attrNameLst>
                                          <p:attrName>ppt_w</p:attrName>
                                        </p:attrNameLst>
                                      </p:cBhvr>
                                      <p:tavLst>
                                        <p:tav tm="0">
                                          <p:val>
                                            <p:fltVal val="0"/>
                                          </p:val>
                                        </p:tav>
                                        <p:tav tm="100000">
                                          <p:val>
                                            <p:strVal val="#ppt_w"/>
                                          </p:val>
                                        </p:tav>
                                      </p:tavLst>
                                    </p:anim>
                                    <p:anim calcmode="lin" valueType="num">
                                      <p:cBhvr>
                                        <p:cTn id="8" dur="500" fill="hold"/>
                                        <p:tgtEl>
                                          <p:spTgt spid="13"/>
                                        </p:tgtEl>
                                        <p:attrNameLst>
                                          <p:attrName>ppt_h</p:attrName>
                                        </p:attrNameLst>
                                      </p:cBhvr>
                                      <p:tavLst>
                                        <p:tav tm="0">
                                          <p:val>
                                            <p:fltVal val="0"/>
                                          </p:val>
                                        </p:tav>
                                        <p:tav tm="100000">
                                          <p:val>
                                            <p:strVal val="#ppt_h"/>
                                          </p:val>
                                        </p:tav>
                                      </p:tavLst>
                                    </p:anim>
                                    <p:animEffect transition="in" filter="fade">
                                      <p:cBhvr>
                                        <p:cTn id="9" dur="500"/>
                                        <p:tgtEl>
                                          <p:spTgt spid="13"/>
                                        </p:tgtEl>
                                      </p:cBhvr>
                                    </p:animEffect>
                                  </p:childTnLst>
                                </p:cTn>
                              </p:par>
                            </p:childTnLst>
                          </p:cTn>
                        </p:par>
                        <p:par>
                          <p:cTn id="10" fill="hold">
                            <p:stCondLst>
                              <p:cond delay="500"/>
                            </p:stCondLst>
                            <p:childTnLst>
                              <p:par>
                                <p:cTn id="11" presetID="12" presetClass="entr" presetSubtype="4" fill="hold" grpId="0" nodeType="afterEffect">
                                  <p:stCondLst>
                                    <p:cond delay="0"/>
                                  </p:stCondLst>
                                  <p:childTnLst>
                                    <p:set>
                                      <p:cBhvr>
                                        <p:cTn id="12" dur="1" fill="hold">
                                          <p:stCondLst>
                                            <p:cond delay="0"/>
                                          </p:stCondLst>
                                        </p:cTn>
                                        <p:tgtEl>
                                          <p:spTgt spid="14"/>
                                        </p:tgtEl>
                                        <p:attrNameLst>
                                          <p:attrName>style.visibility</p:attrName>
                                        </p:attrNameLst>
                                      </p:cBhvr>
                                      <p:to>
                                        <p:strVal val="visible"/>
                                      </p:to>
                                    </p:set>
                                    <p:anim calcmode="lin" valueType="num">
                                      <p:cBhvr additive="base">
                                        <p:cTn id="13" dur="500"/>
                                        <p:tgtEl>
                                          <p:spTgt spid="14"/>
                                        </p:tgtEl>
                                        <p:attrNameLst>
                                          <p:attrName>ppt_y</p:attrName>
                                        </p:attrNameLst>
                                      </p:cBhvr>
                                      <p:tavLst>
                                        <p:tav tm="0">
                                          <p:val>
                                            <p:strVal val="#ppt_y+#ppt_h*1.125000"/>
                                          </p:val>
                                        </p:tav>
                                        <p:tav tm="100000">
                                          <p:val>
                                            <p:strVal val="#ppt_y"/>
                                          </p:val>
                                        </p:tav>
                                      </p:tavLst>
                                    </p:anim>
                                    <p:animEffect transition="in" filter="wipe(up)">
                                      <p:cBhvr>
                                        <p:cTn id="14"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ldLvl="0" animBg="1"/>
      <p:bldP spid="14" grpId="0"/>
      <p:bldP spid="14" grpId="1"/>
    </p:bldLst>
  </p:timing>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p:sp>
        <p:nvSpPr>
          <p:cNvPr id="12" name="文本框 11"/>
          <p:cNvSpPr txBox="1"/>
          <p:nvPr/>
        </p:nvSpPr>
        <p:spPr>
          <a:xfrm>
            <a:off x="400050" y="438785"/>
            <a:ext cx="4877435" cy="645160"/>
          </a:xfrm>
          <a:prstGeom prst="rect">
            <a:avLst/>
          </a:prstGeom>
          <a:noFill/>
        </p:spPr>
        <p:txBody>
          <a:bodyPr wrap="square" rtlCol="0">
            <a:spAutoFit/>
          </a:bodyPr>
          <a:p>
            <a:r>
              <a:rPr lang="zh-CN" altLang="en-US" sz="3600">
                <a:effectLst/>
                <a:uFill>
                  <a:solidFill>
                    <a:schemeClr val="lt1"/>
                  </a:solidFill>
                </a:uFill>
                <a:latin typeface="黑体" panose="02010609060101010101" charset="-122"/>
                <a:ea typeface="黑体" panose="02010609060101010101" charset="-122"/>
                <a:cs typeface="+mj-cs"/>
              </a:rPr>
              <a:t>语音情感识别项目定义</a:t>
            </a:r>
            <a:endParaRPr lang="zh-CN" altLang="en-US" sz="3200"/>
          </a:p>
        </p:txBody>
      </p:sp>
      <p:sp>
        <p:nvSpPr>
          <p:cNvPr id="13" name="文本框 12"/>
          <p:cNvSpPr txBox="1"/>
          <p:nvPr/>
        </p:nvSpPr>
        <p:spPr>
          <a:xfrm>
            <a:off x="1458595" y="1313815"/>
            <a:ext cx="9247505" cy="829945"/>
          </a:xfrm>
          <a:prstGeom prst="rect">
            <a:avLst/>
          </a:prstGeom>
          <a:noFill/>
        </p:spPr>
        <p:txBody>
          <a:bodyPr wrap="square" rtlCol="0">
            <a:spAutoFit/>
          </a:bodyPr>
          <a:p>
            <a:r>
              <a:rPr lang="zh-CN" altLang="en-US" sz="2400"/>
              <a:t>语音情感识别（</a:t>
            </a:r>
            <a:r>
              <a:rPr lang="en-US" altLang="zh-CN" sz="2400"/>
              <a:t>Speech Emotion Recognition, SER）</a:t>
            </a:r>
            <a:r>
              <a:rPr lang="zh-CN" altLang="en-US" sz="2400"/>
              <a:t>是让机器从语音信号中识别说话人情感状态的分类任务。</a:t>
            </a:r>
            <a:endParaRPr lang="zh-CN" altLang="en-US" sz="2400"/>
          </a:p>
        </p:txBody>
      </p:sp>
      <p:sp>
        <p:nvSpPr>
          <p:cNvPr id="14" name="文本框 13"/>
          <p:cNvSpPr txBox="1"/>
          <p:nvPr/>
        </p:nvSpPr>
        <p:spPr>
          <a:xfrm>
            <a:off x="881380" y="3213735"/>
            <a:ext cx="4064000" cy="1076325"/>
          </a:xfrm>
          <a:prstGeom prst="rect">
            <a:avLst/>
          </a:prstGeom>
          <a:noFill/>
        </p:spPr>
        <p:txBody>
          <a:bodyPr wrap="square" rtlCol="0">
            <a:spAutoFit/>
          </a:bodyPr>
          <a:p>
            <a:r>
              <a:rPr lang="zh-CN" altLang="en-US" sz="3200"/>
              <a:t>输入：原始语音波形</a:t>
            </a:r>
            <a:r>
              <a:rPr lang="en-US" altLang="zh-CN" sz="3200"/>
              <a:t>x(t)，</a:t>
            </a:r>
            <a:r>
              <a:rPr lang="zh-CN" altLang="en-US" sz="3200"/>
              <a:t>采样率 16</a:t>
            </a:r>
            <a:r>
              <a:rPr lang="en-US" altLang="zh-CN" sz="3200"/>
              <a:t>kHz</a:t>
            </a:r>
            <a:endParaRPr lang="en-US" altLang="zh-CN" sz="3200"/>
          </a:p>
        </p:txBody>
      </p:sp>
      <p:sp>
        <p:nvSpPr>
          <p:cNvPr id="17" name="文本框 16"/>
          <p:cNvSpPr txBox="1"/>
          <p:nvPr/>
        </p:nvSpPr>
        <p:spPr>
          <a:xfrm>
            <a:off x="7014845" y="2844800"/>
            <a:ext cx="4064000" cy="1814830"/>
          </a:xfrm>
          <a:prstGeom prst="rect">
            <a:avLst/>
          </a:prstGeom>
          <a:noFill/>
        </p:spPr>
        <p:txBody>
          <a:bodyPr wrap="square" rtlCol="0">
            <a:spAutoFit/>
          </a:bodyPr>
          <a:p>
            <a:r>
              <a:rPr lang="zh-CN" altLang="en-US" sz="2800"/>
              <a:t>输出：8类情感标签 </a:t>
            </a:r>
            <a:r>
              <a:rPr lang="en-US" altLang="zh-CN" sz="2800"/>
              <a:t>y∈{neutral,calm,happy,sad,angry,fearful,disgust,surprised}</a:t>
            </a:r>
            <a:endParaRPr lang="en-US" altLang="zh-CN" sz="2800"/>
          </a:p>
        </p:txBody>
      </p:sp>
      <p:cxnSp>
        <p:nvCxnSpPr>
          <p:cNvPr id="30" name="直接箭头连接符 29"/>
          <p:cNvCxnSpPr>
            <a:stCxn id="14" idx="3"/>
            <a:endCxn id="17" idx="1"/>
          </p:cNvCxnSpPr>
          <p:nvPr/>
        </p:nvCxnSpPr>
        <p:spPr>
          <a:xfrm>
            <a:off x="4945380" y="3752215"/>
            <a:ext cx="2069465" cy="0"/>
          </a:xfrm>
          <a:prstGeom prst="straightConnector1">
            <a:avLst/>
          </a:prstGeom>
          <a:ln w="31750" cap="rnd">
            <a:solidFill>
              <a:schemeClr val="tx1"/>
            </a:solidFill>
            <a:round/>
            <a:tailEnd type="arrow" w="med" len="med"/>
          </a:ln>
        </p:spPr>
        <p:style>
          <a:lnRef idx="0">
            <a:srgbClr val="FFFFFF"/>
          </a:lnRef>
          <a:fillRef idx="0">
            <a:srgbClr val="FFFFFF"/>
          </a:fillRef>
          <a:effectRef idx="0">
            <a:srgbClr val="FFFFFF"/>
          </a:effectRef>
          <a:fontRef idx="minor">
            <a:schemeClr val="tx1"/>
          </a:fontRef>
        </p:style>
      </p:cxnSp>
      <p:sp>
        <p:nvSpPr>
          <p:cNvPr id="2" name="稻壳儿_刀客儿出品_1"/>
          <p:cNvSpPr/>
          <p:nvPr/>
        </p:nvSpPr>
        <p:spPr>
          <a:xfrm>
            <a:off x="172720" y="563880"/>
            <a:ext cx="314960" cy="395605"/>
          </a:xfrm>
          <a:prstGeom prst="diamond">
            <a:avLst/>
          </a:prstGeom>
          <a:noFill/>
          <a:ln w="38100">
            <a:gradFill flip="none" rotWithShape="1">
              <a:gsLst>
                <a:gs pos="0">
                  <a:srgbClr val="B36E2F"/>
                </a:gs>
                <a:gs pos="30000">
                  <a:srgbClr val="A86F3C"/>
                </a:gs>
                <a:gs pos="80000">
                  <a:srgbClr val="A5642E"/>
                </a:gs>
                <a:gs pos="55000">
                  <a:srgbClr val="F3BD84"/>
                </a:gs>
                <a:gs pos="100000">
                  <a:srgbClr val="652F07"/>
                </a:gs>
              </a:gsLst>
              <a:lin ang="27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p:sp>
        <p:nvSpPr>
          <p:cNvPr id="24" name="标题 23"/>
          <p:cNvSpPr>
            <a:spLocks noGrp="1"/>
          </p:cNvSpPr>
          <p:nvPr>
            <p:ph type="ctrTitle" idx="16385"/>
            <p:custDataLst>
              <p:tags r:id="rId2"/>
            </p:custDataLst>
          </p:nvPr>
        </p:nvSpPr>
        <p:spPr/>
        <p:txBody>
          <a:bodyPr>
            <a:normAutofit/>
          </a:bodyPr>
          <a:p>
            <a:pPr algn="l">
              <a:lnSpc>
                <a:spcPct val="111000"/>
              </a:lnSpc>
            </a:pPr>
            <a:r>
              <a:rPr lang="zh-CN" altLang="en-US">
                <a:sym typeface="+mn-ea"/>
              </a:rPr>
              <a:t>传统监督学习</a:t>
            </a:r>
            <a:r>
              <a:rPr lang="zh-CN" altLang="en-US"/>
              <a:t>简介</a:t>
            </a:r>
            <a:endParaRPr lang="zh-CN" altLang="en-US"/>
          </a:p>
        </p:txBody>
      </p:sp>
      <p:pic>
        <p:nvPicPr>
          <p:cNvPr id="27" name="图片 26"/>
          <p:cNvPicPr>
            <a:picLocks noChangeAspect="1"/>
          </p:cNvPicPr>
          <p:nvPr/>
        </p:nvPicPr>
        <p:blipFill>
          <a:blip r:embed="rId3"/>
          <a:stretch>
            <a:fillRect/>
          </a:stretch>
        </p:blipFill>
        <p:spPr>
          <a:xfrm>
            <a:off x="6096000" y="215900"/>
            <a:ext cx="4968875" cy="1482090"/>
          </a:xfrm>
          <a:prstGeom prst="rect">
            <a:avLst/>
          </a:prstGeom>
        </p:spPr>
      </p:pic>
      <mc:AlternateContent xmlns:mc="http://schemas.openxmlformats.org/markup-compatibility/2006">
        <mc:Choice xmlns:a14="http://schemas.microsoft.com/office/drawing/2010/main" Requires="a14">
          <p:sp>
            <p:nvSpPr>
              <p:cNvPr id="113" name="文本框 112"/>
              <p:cNvSpPr txBox="1"/>
              <p:nvPr/>
            </p:nvSpPr>
            <p:spPr>
              <a:xfrm>
                <a:off x="102235" y="2044065"/>
                <a:ext cx="11988165" cy="4431030"/>
              </a:xfrm>
              <a:prstGeom prst="rect">
                <a:avLst/>
              </a:prstGeom>
              <a:noFill/>
            </p:spPr>
            <p:txBody>
              <a:bodyPr wrap="square" rtlCol="0">
                <a:noAutofit/>
              </a:bodyPr>
              <a:p>
                <a:r>
                  <a:rPr lang="zh-CN" altLang="en-US" sz="2400">
                    <a:latin typeface="Cambria Math" panose="02040503050406030204" charset="0"/>
                    <a:cs typeface="Cambria Math" panose="02040503050406030204" charset="0"/>
                  </a:rPr>
                  <a:t>传统监督学习是机器学习领域最为经典的学习范式，其核心思想是在已知输入与输出对应关系的标注数据集上，通过优化损失函数来学习从输入空间到输出空间的映射函数。</a:t>
                </a:r>
                <a:endParaRPr lang="zh-CN" altLang="en-US" sz="2400">
                  <a:latin typeface="Cambria Math" panose="02040503050406030204" charset="0"/>
                  <a:cs typeface="Cambria Math" panose="02040503050406030204" charset="0"/>
                </a:endParaRPr>
              </a:p>
              <a:p>
                <a:endParaRPr lang="en-US" altLang="zh-CN" sz="2400">
                  <a:latin typeface="Cambria Math" panose="02040503050406030204" charset="0"/>
                  <a:cs typeface="Cambria Math" panose="02040503050406030204" charset="0"/>
                </a:endParaRPr>
              </a:p>
              <a:p>
                <a14:m>
                  <m:oMath xmlns:m="http://schemas.openxmlformats.org/officeDocument/2006/math">
                    <m:r>
                      <m:rPr>
                        <m:sty m:val="p"/>
                      </m:rPr>
                      <a:rPr lang="en-US" altLang="zh-CN" sz="2400">
                        <a:latin typeface="Cambria Math" panose="02040503050406030204" charset="0"/>
                        <a:cs typeface="Cambria Math" panose="02040503050406030204" charset="0"/>
                      </a:rPr>
                      <m:t>L</m:t>
                    </m:r>
                    <m:r>
                      <a:rPr lang="en-US" altLang="zh-CN" sz="2400">
                        <a:latin typeface="Cambria Math" panose="02040503050406030204" charset="0"/>
                        <a:cs typeface="Cambria Math" panose="02040503050406030204" charset="0"/>
                      </a:rPr>
                      <m:t>(</m:t>
                    </m:r>
                    <m:r>
                      <a:rPr lang="en-US" altLang="zh-CN" sz="2400">
                        <a:latin typeface="Cambria Math" panose="02040503050406030204" charset="0"/>
                        <a:cs typeface="Cambria Math" panose="02040503050406030204" charset="0"/>
                      </a:rPr>
                      <m:t>𝜃</m:t>
                    </m:r>
                    <m:r>
                      <a:rPr lang="en-US" altLang="zh-CN" sz="2400">
                        <a:latin typeface="Cambria Math" panose="02040503050406030204" charset="0"/>
                        <a:cs typeface="Cambria Math" panose="02040503050406030204" charset="0"/>
                      </a:rPr>
                      <m:t>)</m:t>
                    </m:r>
                  </m:oMath>
                </a14:m>
                <a:r>
                  <a:rPr lang="zh-CN" altLang="en-US" sz="2400"/>
                  <a:t>：损失函数（</a:t>
                </a:r>
                <a:r>
                  <a:rPr lang="en-US" altLang="zh-CN" sz="2400"/>
                  <a:t>Loss Function），</a:t>
                </a:r>
                <a:r>
                  <a:rPr lang="zh-CN" altLang="en-US" sz="2400"/>
                  <a:t>依赖于模型参数。我们的目标是最小化此损失。</a:t>
                </a:r>
                <a:endParaRPr lang="en-US" altLang="zh-CN" sz="2400"/>
              </a:p>
              <a:p>
                <a14:m>
                  <m:oMath xmlns:m="http://schemas.openxmlformats.org/officeDocument/2006/math">
                    <m:nary>
                      <m:naryPr>
                        <m:chr m:val="∑"/>
                        <m:limLoc m:val="undOvr"/>
                        <m:subHide m:val="on"/>
                        <m:supHide m:val="on"/>
                        <m:ctrlPr>
                          <a:rPr lang="en-US" altLang="zh-CN" sz="2400" i="1">
                            <a:latin typeface="Cambria Math" panose="02040503050406030204" charset="0"/>
                            <a:cs typeface="Cambria Math" panose="02040503050406030204" charset="0"/>
                          </a:rPr>
                        </m:ctrlPr>
                      </m:naryPr>
                      <m:sub/>
                      <m:sup/>
                      <m:e>
                        <m:r>
                          <a:rPr lang="en-US" altLang="zh-CN" sz="2400">
                            <a:latin typeface="Cambria Math" panose="02040503050406030204" charset="0"/>
                            <a:cs typeface="Cambria Math" panose="02040503050406030204" charset="0"/>
                          </a:rPr>
                          <m:t>(</m:t>
                        </m:r>
                        <m:r>
                          <m:rPr>
                            <m:sty m:val="p"/>
                          </m:rPr>
                          <a:rPr lang="en-US" altLang="zh-CN" sz="2400">
                            <a:latin typeface="Cambria Math" panose="02040503050406030204" charset="0"/>
                            <a:cs typeface="Cambria Math" panose="02040503050406030204" charset="0"/>
                          </a:rPr>
                          <m:t>x</m:t>
                        </m:r>
                        <m:r>
                          <a:rPr lang="en-US" altLang="zh-CN" sz="2400">
                            <a:latin typeface="Cambria Math" panose="02040503050406030204" charset="0"/>
                            <a:cs typeface="Cambria Math" panose="02040503050406030204" charset="0"/>
                          </a:rPr>
                          <m:t>,</m:t>
                        </m:r>
                        <m:r>
                          <m:rPr>
                            <m:sty m:val="p"/>
                          </m:rPr>
                          <a:rPr lang="en-US" altLang="zh-CN" sz="2400">
                            <a:latin typeface="Cambria Math" panose="02040503050406030204" charset="0"/>
                            <a:cs typeface="Cambria Math" panose="02040503050406030204" charset="0"/>
                          </a:rPr>
                          <m:t>y</m:t>
                        </m:r>
                        <m:r>
                          <a:rPr lang="en-US" altLang="zh-CN" sz="2400">
                            <a:latin typeface="Cambria Math" panose="02040503050406030204" charset="0"/>
                            <a:cs typeface="Cambria Math" panose="02040503050406030204" charset="0"/>
                          </a:rPr>
                          <m:t>)</m:t>
                        </m:r>
                      </m:e>
                    </m:nary>
                  </m:oMath>
                </a14:m>
                <a:r>
                  <a:rPr lang="en-US" altLang="zh-CN" sz="2400">
                    <a:sym typeface="+mn-ea"/>
                  </a:rPr>
                  <a:t>∈L(θ)</a:t>
                </a:r>
                <a:r>
                  <a:rPr lang="zh-CN" altLang="en-US" sz="2400"/>
                  <a:t>：对训练数据集（</a:t>
                </a:r>
                <a:r>
                  <a:rPr lang="en-US" altLang="zh-CN" sz="2400"/>
                  <a:t>x</a:t>
                </a:r>
                <a:r>
                  <a:rPr lang="zh-CN" altLang="en-US" sz="2400"/>
                  <a:t>，</a:t>
                </a:r>
                <a:r>
                  <a:rPr lang="en-US" altLang="zh-CN" sz="2400"/>
                  <a:t>y</a:t>
                </a:r>
                <a:r>
                  <a:rPr lang="zh-CN" altLang="en-US" sz="2400"/>
                  <a:t>）中的所有样本进行求和。</a:t>
                </a:r>
                <a:endParaRPr lang="zh-CN" altLang="en-US" sz="2400"/>
              </a:p>
              <a:p>
                <a:r>
                  <a:rPr lang="en-US" altLang="zh-CN" sz="2400"/>
                  <a:t>x</a:t>
                </a:r>
                <a:r>
                  <a:rPr lang="zh-CN" altLang="en-US" sz="2400"/>
                  <a:t>：输入特征（</a:t>
                </a:r>
                <a:r>
                  <a:rPr lang="en-US" altLang="zh-CN" sz="2400"/>
                  <a:t>Input/Feature）。   y</a:t>
                </a:r>
                <a:r>
                  <a:rPr lang="zh-CN" altLang="en-US" sz="2400"/>
                  <a:t>：真实标签（</a:t>
                </a:r>
                <a:r>
                  <a:rPr lang="en-US" altLang="zh-CN" sz="2400"/>
                  <a:t>Ground-truth Label）。</a:t>
                </a:r>
                <a:endParaRPr lang="en-US" altLang="zh-CN" sz="2400"/>
              </a:p>
              <a:p>
                <a:r>
                  <a:rPr lang="en-US" altLang="zh-CN" sz="2400"/>
                  <a:t>p(y|x;θ)</a:t>
                </a:r>
                <a:r>
                  <a:rPr lang="zh-CN" altLang="en-US" sz="2400"/>
                  <a:t>：条件概率分布，即在输入</a:t>
                </a:r>
                <a:r>
                  <a:rPr lang="en-US" altLang="zh-CN" sz="2400"/>
                  <a:t>x</a:t>
                </a:r>
                <a:r>
                  <a:rPr lang="zh-CN" altLang="en-US" sz="2400"/>
                  <a:t>和参数</a:t>
                </a:r>
                <a:r>
                  <a:rPr lang="en-US" altLang="zh-CN" sz="2400"/>
                  <a:t>θ</a:t>
                </a:r>
                <a:r>
                  <a:rPr lang="zh-CN" altLang="en-US" sz="2400"/>
                  <a:t>的条件下，模型预测输出为标签</a:t>
                </a:r>
                <a:r>
                  <a:rPr lang="en-US" altLang="zh-CN" sz="2400"/>
                  <a:t>y</a:t>
                </a:r>
                <a:r>
                  <a:rPr lang="zh-CN" altLang="en-US" sz="2400"/>
                  <a:t>的概率。</a:t>
                </a:r>
                <a:endParaRPr lang="zh-CN" altLang="en-US" sz="2400"/>
              </a:p>
              <a:p>
                <a:r>
                  <a:rPr lang="en-US" altLang="zh-CN" sz="2400">
                    <a:sym typeface="+mn-ea"/>
                  </a:rPr>
                  <a:t>log p(y|x;θ)</a:t>
                </a:r>
                <a:r>
                  <a:rPr lang="zh-CN" altLang="en-US" sz="2400"/>
                  <a:t>：对数似然（</a:t>
                </a:r>
                <a:r>
                  <a:rPr lang="en-US" altLang="zh-CN" sz="2400"/>
                  <a:t>Log-Likelihood）。</a:t>
                </a:r>
                <a:r>
                  <a:rPr lang="zh-CN" altLang="en-US" sz="2400"/>
                  <a:t>因为</a:t>
                </a:r>
                <a:r>
                  <a:rPr lang="en-US" altLang="zh-CN" sz="2400">
                    <a:sym typeface="+mn-ea"/>
                  </a:rPr>
                  <a:t>p(y|x;θ)∈[0,1]</a:t>
                </a:r>
                <a:r>
                  <a:rPr lang="zh-CN" altLang="en-US" sz="2400"/>
                  <a:t>，所以其对数是负数。</a:t>
                </a:r>
                <a:endParaRPr lang="en-US" altLang="zh-CN" sz="2400"/>
              </a:p>
              <a:p>
                <a:r>
                  <a:rPr lang="en-US" altLang="zh-CN" sz="2400">
                    <a:sym typeface="+mn-ea"/>
                  </a:rPr>
                  <a:t>-log p(y|x;θ)</a:t>
                </a:r>
                <a:r>
                  <a:rPr lang="zh-CN" altLang="en-US" sz="2400"/>
                  <a:t>：负对数似然（</a:t>
                </a:r>
                <a:r>
                  <a:rPr lang="en-US" altLang="zh-CN" sz="2400"/>
                  <a:t>NLL）。</a:t>
                </a:r>
                <a:r>
                  <a:rPr lang="zh-CN" altLang="en-US" sz="2400"/>
                  <a:t>通过加负号，我们将“极大似然估计”转化为“极小化负对数似然”。当预测概率</a:t>
                </a:r>
                <a:r>
                  <a:rPr lang="en-US" altLang="zh-CN" sz="2400">
                    <a:sym typeface="+mn-ea"/>
                  </a:rPr>
                  <a:t>p(y|x;θ)</a:t>
                </a:r>
                <a:r>
                  <a:rPr lang="zh-CN" altLang="en-US" sz="2400"/>
                  <a:t>趋近于1时，损失趋近于0；当预测概率趋近于0时，损失趋近于无穷大。</a:t>
                </a:r>
                <a:endParaRPr lang="zh-CN" altLang="en-US" sz="2400"/>
              </a:p>
            </p:txBody>
          </p:sp>
        </mc:Choice>
        <mc:Fallback>
          <p:sp>
            <p:nvSpPr>
              <p:cNvPr id="113" name="文本框 112"/>
              <p:cNvSpPr txBox="1">
                <a:spLocks noRot="1" noChangeAspect="1" noMove="1" noResize="1" noEditPoints="1" noAdjustHandles="1" noChangeArrowheads="1" noChangeShapeType="1" noTextEdit="1"/>
              </p:cNvSpPr>
              <p:nvPr/>
            </p:nvSpPr>
            <p:spPr>
              <a:xfrm>
                <a:off x="102235" y="2044065"/>
                <a:ext cx="11988165" cy="4431030"/>
              </a:xfrm>
              <a:prstGeom prst="rect">
                <a:avLst/>
              </a:prstGeom>
              <a:blipFill rotWithShape="1">
                <a:blip r:embed="rId4"/>
                <a:stretch>
                  <a:fillRect r="-21"/>
                </a:stretch>
              </a:blipFill>
            </p:spPr>
            <p:txBody>
              <a:bodyPr/>
              <a:lstStyle/>
              <a:p>
                <a:r>
                  <a:rPr lang="zh-CN" altLang="en-US">
                    <a:noFill/>
                  </a:rPr>
                  <a:t> </a:t>
                </a:r>
              </a:p>
            </p:txBody>
          </p:sp>
        </mc:Fallback>
      </mc:AlternateContent>
    </p:spTree>
  </p:cSld>
  <p:clrMapOvr>
    <a:masterClrMapping/>
  </p:clrMapOvr>
  <mc:AlternateContent xmlns:mc="http://schemas.openxmlformats.org/markup-compatibility/2006">
    <mc:Choice xmlns:p14="http://schemas.microsoft.com/office/powerpoint/2010/main" Requires="p14">
      <p:transition spd="slow" p14:dur="1200">
        <p:dissolve/>
      </p:transition>
    </mc:Choice>
    <mc:Fallback>
      <p:transition spd="slow">
        <p:dissolv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p:sp>
        <p:nvSpPr>
          <p:cNvPr id="24" name="标题 23"/>
          <p:cNvSpPr>
            <a:spLocks noGrp="1"/>
          </p:cNvSpPr>
          <p:nvPr>
            <p:ph type="ctrTitle" idx="16385"/>
            <p:custDataLst>
              <p:tags r:id="rId2"/>
            </p:custDataLst>
          </p:nvPr>
        </p:nvSpPr>
        <p:spPr/>
        <p:txBody>
          <a:bodyPr>
            <a:normAutofit/>
          </a:bodyPr>
          <a:p>
            <a:pPr algn="l">
              <a:lnSpc>
                <a:spcPct val="111000"/>
              </a:lnSpc>
            </a:pPr>
            <a:r>
              <a:rPr lang="zh-CN" altLang="en-US">
                <a:sym typeface="+mn-ea"/>
              </a:rPr>
              <a:t>传统监督学习</a:t>
            </a:r>
            <a:r>
              <a:rPr lang="zh-CN" altLang="en-US">
                <a:sym typeface="+mn-ea"/>
              </a:rPr>
              <a:t>缺点</a:t>
            </a:r>
            <a:endParaRPr lang="zh-CN" altLang="en-US">
              <a:sym typeface="+mn-ea"/>
            </a:endParaRPr>
          </a:p>
        </p:txBody>
      </p:sp>
      <p:sp>
        <p:nvSpPr>
          <p:cNvPr id="23" name="文本框 22"/>
          <p:cNvSpPr txBox="1"/>
          <p:nvPr/>
        </p:nvSpPr>
        <p:spPr>
          <a:xfrm>
            <a:off x="495935" y="1498600"/>
            <a:ext cx="9633585" cy="1014730"/>
          </a:xfrm>
          <a:prstGeom prst="rect">
            <a:avLst/>
          </a:prstGeom>
          <a:noFill/>
        </p:spPr>
        <p:txBody>
          <a:bodyPr wrap="square" rtlCol="0">
            <a:spAutoFit/>
          </a:bodyPr>
          <a:p>
            <a:r>
              <a:rPr lang="zh-CN" altLang="en-US" sz="2000"/>
              <a:t>标注数据依赖性：难以逾越的数据壁垒</a:t>
            </a:r>
            <a:endParaRPr lang="zh-CN" altLang="en-US" sz="2000"/>
          </a:p>
          <a:p>
            <a:pPr marL="342900" indent="-342900">
              <a:buFont typeface="Wingdings" panose="05000000000000000000" charset="0"/>
              <a:buChar char="l"/>
            </a:pPr>
            <a:r>
              <a:rPr lang="zh-CN" altLang="en-US" sz="2000"/>
              <a:t>大规模标注数据的强烈依赖，存在边界模糊的情况</a:t>
            </a:r>
            <a:endParaRPr lang="zh-CN" altLang="en-US" sz="2000"/>
          </a:p>
          <a:p>
            <a:pPr marL="342900" indent="-342900">
              <a:buFont typeface="Wingdings" panose="05000000000000000000" charset="0"/>
              <a:buChar char="l"/>
            </a:pPr>
            <a:r>
              <a:rPr lang="zh-CN" altLang="en-US" sz="2000"/>
              <a:t>因文化背景、个体差异和语境差异而异，进一步增加了标注的复杂性</a:t>
            </a:r>
            <a:endParaRPr lang="zh-CN" altLang="en-US" sz="2000"/>
          </a:p>
        </p:txBody>
      </p:sp>
      <p:sp>
        <p:nvSpPr>
          <p:cNvPr id="25" name="文本框 24"/>
          <p:cNvSpPr txBox="1"/>
          <p:nvPr/>
        </p:nvSpPr>
        <p:spPr>
          <a:xfrm>
            <a:off x="495935" y="2673985"/>
            <a:ext cx="10944860" cy="2245360"/>
          </a:xfrm>
          <a:prstGeom prst="rect">
            <a:avLst/>
          </a:prstGeom>
          <a:noFill/>
        </p:spPr>
        <p:txBody>
          <a:bodyPr wrap="square" rtlCol="0">
            <a:spAutoFit/>
          </a:bodyPr>
          <a:p>
            <a:r>
              <a:rPr lang="zh-CN" altLang="en-US" sz="2000"/>
              <a:t>特征表示的任务相关性：难以迁移的知识孤岛</a:t>
            </a:r>
            <a:endParaRPr lang="zh-CN" altLang="en-US" sz="2000"/>
          </a:p>
          <a:p>
            <a:pPr marL="342900" indent="-342900" algn="l">
              <a:buClrTx/>
              <a:buSzTx/>
              <a:buFont typeface="Wingdings" panose="05000000000000000000" charset="0"/>
              <a:buChar char="l"/>
            </a:pPr>
            <a:r>
              <a:rPr lang="zh-CN" altLang="en-US" sz="2000"/>
              <a:t>传统的</a:t>
            </a:r>
            <a:r>
              <a:rPr lang="zh-CN" altLang="en-US" sz="2000"/>
              <a:t>MFCC+分类器框架中，其目的是捕捉对音素辨识最有帮助的频谱特征，而非针对情感识别进行优化</a:t>
            </a:r>
            <a:endParaRPr lang="zh-CN" altLang="en-US" sz="2000"/>
          </a:p>
          <a:p>
            <a:pPr marL="342900" indent="-342900" algn="l">
              <a:buClrTx/>
              <a:buSzTx/>
              <a:buFont typeface="Wingdings" panose="05000000000000000000" charset="0"/>
              <a:buChar char="l"/>
            </a:pPr>
            <a:r>
              <a:rPr lang="zh-CN" altLang="en-US" sz="2000"/>
              <a:t>在深度学习框架下，即使采用CNN或</a:t>
            </a:r>
            <a:r>
              <a:rPr lang="zh-CN" altLang="en-US" sz="2000"/>
              <a:t>RNN从原始语音信号中学习特征表示，这些表示也主要针对训练数据集中特定情感类别的区分进行优化。当数据集仅包含八类情感时，学到的特征表示会过度适应这八类情感的区分边界，而对于其他未在训练集中出现的情感状态，模型缺乏有效的表示能力</a:t>
            </a:r>
            <a:endParaRPr lang="zh-CN" altLang="en-US" sz="2000"/>
          </a:p>
        </p:txBody>
      </p:sp>
      <p:sp>
        <p:nvSpPr>
          <p:cNvPr id="26" name="文本框 25"/>
          <p:cNvSpPr txBox="1"/>
          <p:nvPr/>
        </p:nvSpPr>
        <p:spPr>
          <a:xfrm>
            <a:off x="495935" y="4979035"/>
            <a:ext cx="10781665" cy="1630045"/>
          </a:xfrm>
          <a:prstGeom prst="rect">
            <a:avLst/>
          </a:prstGeom>
          <a:noFill/>
        </p:spPr>
        <p:txBody>
          <a:bodyPr wrap="square" rtlCol="0">
            <a:spAutoFit/>
          </a:bodyPr>
          <a:p>
            <a:r>
              <a:rPr lang="zh-CN" altLang="en-US" sz="2000"/>
              <a:t>泛化能力的本质缺陷：分布偏移下的脆弱性</a:t>
            </a:r>
            <a:endParaRPr lang="zh-CN" altLang="en-US" sz="2000"/>
          </a:p>
          <a:p>
            <a:pPr marL="342900" indent="-342900" algn="l">
              <a:buClrTx/>
              <a:buSzTx/>
              <a:buFont typeface="Wingdings" panose="05000000000000000000" charset="0"/>
              <a:buChar char="l"/>
            </a:pPr>
            <a:r>
              <a:rPr lang="zh-CN" altLang="en-US" sz="2000"/>
              <a:t>基于经验风险最小化原则训练的模型，其性能不能保证建立在训练数据和测试数据独立同分布的假设之上</a:t>
            </a:r>
            <a:endParaRPr lang="zh-CN" altLang="en-US" sz="2000"/>
          </a:p>
          <a:p>
            <a:pPr marL="342900" indent="-342900" algn="l">
              <a:buClrTx/>
              <a:buSzTx/>
              <a:buFont typeface="Wingdings" panose="05000000000000000000" charset="0"/>
              <a:buChar char="l"/>
            </a:pPr>
            <a:r>
              <a:rPr lang="zh-CN" altLang="en-US" sz="2000"/>
              <a:t>情感表达具有高度的上下文依赖性，同一句话在不同语境、不同交互目的下的情感含义可能截然不同</a:t>
            </a:r>
            <a:endParaRPr lang="zh-CN" altLang="en-US" sz="2000"/>
          </a:p>
        </p:txBody>
      </p:sp>
    </p:spTree>
  </p:cSld>
  <p:clrMapOvr>
    <a:masterClrMapping/>
  </p:clrMapOvr>
  <mc:AlternateContent xmlns:mc="http://schemas.openxmlformats.org/markup-compatibility/2006">
    <mc:Choice xmlns:p14="http://schemas.microsoft.com/office/powerpoint/2010/main" Requires="p14">
      <p:transition spd="slow" p14:dur="1000">
        <p:wheel spokes="8"/>
      </p:transition>
    </mc:Choice>
    <mc:Fallback>
      <p:transition spd="slow">
        <p:wheel spokes="8"/>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p:sp>
        <p:nvSpPr>
          <p:cNvPr id="24" name="标题 23"/>
          <p:cNvSpPr>
            <a:spLocks noGrp="1"/>
          </p:cNvSpPr>
          <p:nvPr>
            <p:ph type="ctrTitle" idx="16385"/>
            <p:custDataLst>
              <p:tags r:id="rId2"/>
            </p:custDataLst>
          </p:nvPr>
        </p:nvSpPr>
        <p:spPr>
          <a:xfrm>
            <a:off x="469265" y="244475"/>
            <a:ext cx="10972800" cy="609600"/>
          </a:xfrm>
        </p:spPr>
        <p:txBody>
          <a:bodyPr>
            <a:normAutofit/>
          </a:bodyPr>
          <a:p>
            <a:pPr algn="l">
              <a:lnSpc>
                <a:spcPct val="111000"/>
              </a:lnSpc>
            </a:pPr>
            <a:r>
              <a:rPr lang="zh-CN" altLang="en-US"/>
              <a:t>Wav2Vec2简介</a:t>
            </a:r>
            <a:endParaRPr lang="zh-CN" altLang="en-US"/>
          </a:p>
        </p:txBody>
      </p:sp>
      <p:sp>
        <p:nvSpPr>
          <p:cNvPr id="2" name="文本框 1"/>
          <p:cNvSpPr txBox="1"/>
          <p:nvPr/>
        </p:nvSpPr>
        <p:spPr>
          <a:xfrm>
            <a:off x="222885" y="913130"/>
            <a:ext cx="11787505" cy="2584450"/>
          </a:xfrm>
          <a:prstGeom prst="rect">
            <a:avLst/>
          </a:prstGeom>
          <a:noFill/>
        </p:spPr>
        <p:txBody>
          <a:bodyPr wrap="square" rtlCol="0">
            <a:spAutoFit/>
          </a:bodyPr>
          <a:p>
            <a:r>
              <a:rPr lang="en-US" altLang="zh-CN"/>
              <a:t>      Wav2Vec2</a:t>
            </a:r>
            <a:r>
              <a:rPr lang="zh-CN" altLang="en-US"/>
              <a:t>是由</a:t>
            </a:r>
            <a:r>
              <a:rPr lang="en-US" altLang="zh-CN"/>
              <a:t>Facebook AI</a:t>
            </a:r>
            <a:r>
              <a:rPr lang="zh-CN" altLang="en-US"/>
              <a:t>研究院于2020年提出的革命性自监督语音表示学习模型，其核心创新在于将</a:t>
            </a:r>
            <a:r>
              <a:rPr lang="en-US" altLang="zh-CN"/>
              <a:t>Transformer</a:t>
            </a:r>
            <a:r>
              <a:rPr lang="zh-CN" altLang="en-US"/>
              <a:t>架构与对比学习相结合，实现了从原始音频信号到深度语义表示的高效映射。整个模型由三个核心组件构成：特征编码器、</a:t>
            </a:r>
            <a:r>
              <a:rPr lang="en-US" altLang="zh-CN"/>
              <a:t>Transformer</a:t>
            </a:r>
            <a:r>
              <a:rPr lang="zh-CN" altLang="en-US"/>
              <a:t>编码器和量化模块，它们共同实现了从原始音频波形到上下文感知表示的层级变换。</a:t>
            </a:r>
            <a:endParaRPr lang="zh-CN" altLang="en-US"/>
          </a:p>
          <a:p>
            <a:endParaRPr lang="en-US" altLang="zh-CN"/>
          </a:p>
          <a:p>
            <a:r>
              <a:rPr lang="en-US" altLang="zh-CN"/>
              <a:t>      </a:t>
            </a:r>
            <a:r>
              <a:rPr lang="zh-CN" altLang="en-US"/>
              <a:t>特征编码器由七层一维卷积神经网络构成，其设计灵感来源于语音信号处理中的降采样思想。原始语音波形以16</a:t>
            </a:r>
            <a:r>
              <a:rPr lang="en-US" altLang="zh-CN"/>
              <a:t>kHz</a:t>
            </a:r>
            <a:r>
              <a:rPr lang="zh-CN" altLang="en-US"/>
              <a:t>的采样率输入，每秒包含16000个采样点，直接处理如此高维的时序数据在计算上极为低效。特征编码器通过七层卷积层逐步降低时间分辨率，每层的卷积核大小和步长经过精心设计，使得最终输出从输入实现320倍降采样。</a:t>
            </a:r>
            <a:endParaRPr lang="zh-CN" altLang="en-US"/>
          </a:p>
          <a:p>
            <a:r>
              <a:rPr lang="en-US" altLang="zh-CN"/>
              <a:t>      </a:t>
            </a:r>
            <a:r>
              <a:rPr lang="zh-CN" altLang="en-US"/>
              <a:t>经过这七级降采样后，16</a:t>
            </a:r>
            <a:r>
              <a:rPr lang="en-US" altLang="zh-CN"/>
              <a:t>kHz</a:t>
            </a:r>
            <a:r>
              <a:rPr lang="zh-CN" altLang="en-US"/>
              <a:t>的原始音频被转换为每秒50帧的潜在表示序列，即每帧对应约20毫秒的语音片段。这种降采样策略在大幅降低计算复杂度的同时，保留了语音信号中对情感识别等任务至关重要的韵律和语调信息。</a:t>
            </a:r>
            <a:endParaRPr lang="zh-CN" altLang="en-US"/>
          </a:p>
        </p:txBody>
      </p:sp>
      <p:graphicFrame>
        <p:nvGraphicFramePr>
          <p:cNvPr id="4" name="表格 3"/>
          <p:cNvGraphicFramePr/>
          <p:nvPr/>
        </p:nvGraphicFramePr>
        <p:xfrm>
          <a:off x="1486535" y="3556635"/>
          <a:ext cx="9260205" cy="3048000"/>
        </p:xfrm>
        <a:graphic>
          <a:graphicData uri="http://schemas.openxmlformats.org/drawingml/2006/table">
            <a:tbl>
              <a:tblPr firstRow="1" bandRow="1">
                <a:tableStyleId>{5C22544A-7EE6-4342-B048-85BDC9FD1C3A}</a:tableStyleId>
              </a:tblPr>
              <a:tblGrid>
                <a:gridCol w="1421765"/>
                <a:gridCol w="1421765"/>
                <a:gridCol w="1421765"/>
                <a:gridCol w="1685925"/>
                <a:gridCol w="1709420"/>
                <a:gridCol w="1599565"/>
              </a:tblGrid>
              <a:tr h="381000">
                <a:tc>
                  <a:txBody>
                    <a:bodyPr/>
                    <a:p>
                      <a:pPr>
                        <a:buNone/>
                      </a:pPr>
                      <a:r>
                        <a:rPr lang="zh-CN" altLang="en-US"/>
                        <a:t>层序号</a:t>
                      </a:r>
                      <a:endParaRPr lang="zh-CN" altLang="en-US"/>
                    </a:p>
                  </a:txBody>
                  <a:tcPr/>
                </a:tc>
                <a:tc>
                  <a:txBody>
                    <a:bodyPr/>
                    <a:p>
                      <a:pPr>
                        <a:buNone/>
                      </a:pPr>
                      <a:r>
                        <a:rPr lang="zh-CN" altLang="en-US"/>
                        <a:t>卷积核大小</a:t>
                      </a:r>
                      <a:endParaRPr lang="zh-CN" altLang="en-US"/>
                    </a:p>
                  </a:txBody>
                  <a:tcPr/>
                </a:tc>
                <a:tc>
                  <a:txBody>
                    <a:bodyPr/>
                    <a:p>
                      <a:pPr>
                        <a:buNone/>
                      </a:pPr>
                      <a:r>
                        <a:rPr lang="zh-CN" altLang="en-US"/>
                        <a:t>步长</a:t>
                      </a:r>
                      <a:endParaRPr lang="zh-CN" altLang="en-US"/>
                    </a:p>
                  </a:txBody>
                  <a:tcPr/>
                </a:tc>
                <a:tc>
                  <a:txBody>
                    <a:bodyPr/>
                    <a:p>
                      <a:pPr>
                        <a:buNone/>
                      </a:pPr>
                      <a:r>
                        <a:rPr lang="zh-CN" altLang="en-US"/>
                        <a:t>该层降采样率</a:t>
                      </a:r>
                      <a:endParaRPr lang="zh-CN" altLang="en-US"/>
                    </a:p>
                  </a:txBody>
                  <a:tcPr/>
                </a:tc>
                <a:tc>
                  <a:txBody>
                    <a:bodyPr/>
                    <a:p>
                      <a:pPr>
                        <a:buNone/>
                      </a:pPr>
                      <a:r>
                        <a:rPr lang="zh-CN" altLang="en-US"/>
                        <a:t>累计降采样率</a:t>
                      </a:r>
                      <a:endParaRPr lang="zh-CN" altLang="en-US"/>
                    </a:p>
                  </a:txBody>
                  <a:tcPr/>
                </a:tc>
                <a:tc>
                  <a:txBody>
                    <a:bodyPr/>
                    <a:p>
                      <a:pPr>
                        <a:buNone/>
                      </a:pPr>
                      <a:r>
                        <a:rPr lang="zh-CN" altLang="en-US"/>
                        <a:t>输出维度</a:t>
                      </a:r>
                      <a:endParaRPr lang="zh-CN" altLang="en-US"/>
                    </a:p>
                  </a:txBody>
                  <a:tcPr/>
                </a:tc>
              </a:tr>
              <a:tr h="381000">
                <a:tc>
                  <a:txBody>
                    <a:bodyPr/>
                    <a:p>
                      <a:pPr>
                        <a:buNone/>
                      </a:pPr>
                      <a:r>
                        <a:rPr lang="en-US" altLang="zh-CN"/>
                        <a:t>1</a:t>
                      </a:r>
                      <a:endParaRPr lang="en-US" altLang="zh-CN"/>
                    </a:p>
                  </a:txBody>
                  <a:tcPr/>
                </a:tc>
                <a:tc>
                  <a:txBody>
                    <a:bodyPr/>
                    <a:p>
                      <a:pPr>
                        <a:buNone/>
                      </a:pPr>
                      <a:r>
                        <a:rPr lang="en-US" altLang="zh-CN"/>
                        <a:t>10</a:t>
                      </a:r>
                      <a:endParaRPr lang="en-US" altLang="zh-CN"/>
                    </a:p>
                  </a:txBody>
                  <a:tcPr/>
                </a:tc>
                <a:tc>
                  <a:txBody>
                    <a:bodyPr/>
                    <a:p>
                      <a:pPr>
                        <a:buNone/>
                      </a:pPr>
                      <a:r>
                        <a:rPr lang="en-US" altLang="zh-CN"/>
                        <a:t>5</a:t>
                      </a:r>
                      <a:endParaRPr lang="en-US" altLang="zh-CN"/>
                    </a:p>
                  </a:txBody>
                  <a:tcPr/>
                </a:tc>
                <a:tc>
                  <a:txBody>
                    <a:bodyPr/>
                    <a:p>
                      <a:pPr>
                        <a:buNone/>
                      </a:pPr>
                      <a:r>
                        <a:rPr lang="en-US" altLang="zh-CN"/>
                        <a:t>5</a:t>
                      </a:r>
                      <a:endParaRPr lang="en-US" altLang="zh-CN"/>
                    </a:p>
                  </a:txBody>
                  <a:tcPr/>
                </a:tc>
                <a:tc>
                  <a:txBody>
                    <a:bodyPr/>
                    <a:p>
                      <a:pPr>
                        <a:buNone/>
                      </a:pPr>
                      <a:r>
                        <a:rPr lang="en-US" altLang="zh-CN"/>
                        <a:t>5</a:t>
                      </a:r>
                      <a:endParaRPr lang="en-US" altLang="zh-CN"/>
                    </a:p>
                  </a:txBody>
                  <a:tcPr/>
                </a:tc>
                <a:tc>
                  <a:txBody>
                    <a:bodyPr/>
                    <a:p>
                      <a:pPr>
                        <a:buNone/>
                      </a:pPr>
                      <a:r>
                        <a:rPr lang="en-US" altLang="zh-CN"/>
                        <a:t>512</a:t>
                      </a:r>
                      <a:endParaRPr lang="en-US" altLang="zh-CN"/>
                    </a:p>
                  </a:txBody>
                  <a:tcPr/>
                </a:tc>
              </a:tr>
              <a:tr h="381000">
                <a:tc>
                  <a:txBody>
                    <a:bodyPr/>
                    <a:p>
                      <a:pPr>
                        <a:buNone/>
                      </a:pPr>
                      <a:r>
                        <a:rPr lang="en-US" altLang="zh-CN"/>
                        <a:t>2</a:t>
                      </a:r>
                      <a:endParaRPr lang="en-US" altLang="zh-CN"/>
                    </a:p>
                  </a:txBody>
                  <a:tcPr/>
                </a:tc>
                <a:tc>
                  <a:txBody>
                    <a:bodyPr/>
                    <a:p>
                      <a:pPr>
                        <a:buNone/>
                      </a:pPr>
                      <a:r>
                        <a:rPr lang="en-US" altLang="zh-CN"/>
                        <a:t>3</a:t>
                      </a:r>
                      <a:endParaRPr lang="en-US" altLang="zh-CN"/>
                    </a:p>
                  </a:txBody>
                  <a:tcPr/>
                </a:tc>
                <a:tc>
                  <a:txBody>
                    <a:bodyPr/>
                    <a:p>
                      <a:pPr>
                        <a:buNone/>
                      </a:pPr>
                      <a:r>
                        <a:rPr lang="en-US" altLang="zh-CN"/>
                        <a:t>2</a:t>
                      </a:r>
                      <a:endParaRPr lang="en-US" altLang="zh-CN"/>
                    </a:p>
                  </a:txBody>
                  <a:tcPr/>
                </a:tc>
                <a:tc>
                  <a:txBody>
                    <a:bodyPr/>
                    <a:p>
                      <a:pPr>
                        <a:buNone/>
                      </a:pPr>
                      <a:r>
                        <a:rPr lang="en-US" altLang="zh-CN"/>
                        <a:t>2</a:t>
                      </a:r>
                      <a:endParaRPr lang="en-US" altLang="zh-CN"/>
                    </a:p>
                  </a:txBody>
                  <a:tcPr/>
                </a:tc>
                <a:tc>
                  <a:txBody>
                    <a:bodyPr/>
                    <a:p>
                      <a:pPr>
                        <a:buNone/>
                      </a:pPr>
                      <a:r>
                        <a:rPr lang="en-US" altLang="zh-CN"/>
                        <a:t>10</a:t>
                      </a:r>
                      <a:endParaRPr lang="en-US" altLang="zh-CN"/>
                    </a:p>
                  </a:txBody>
                  <a:tcPr/>
                </a:tc>
                <a:tc>
                  <a:txBody>
                    <a:bodyPr/>
                    <a:p>
                      <a:pPr>
                        <a:buNone/>
                      </a:pPr>
                      <a:r>
                        <a:rPr lang="en-US" altLang="zh-CN"/>
                        <a:t>512</a:t>
                      </a:r>
                      <a:endParaRPr lang="en-US" altLang="zh-CN"/>
                    </a:p>
                  </a:txBody>
                  <a:tcPr/>
                </a:tc>
              </a:tr>
              <a:tr h="381000">
                <a:tc>
                  <a:txBody>
                    <a:bodyPr/>
                    <a:p>
                      <a:pPr>
                        <a:buNone/>
                      </a:pPr>
                      <a:r>
                        <a:rPr lang="en-US" altLang="zh-CN"/>
                        <a:t>3</a:t>
                      </a:r>
                      <a:endParaRPr lang="en-US" altLang="zh-CN"/>
                    </a:p>
                  </a:txBody>
                  <a:tcPr/>
                </a:tc>
                <a:tc>
                  <a:txBody>
                    <a:bodyPr/>
                    <a:p>
                      <a:pPr>
                        <a:buNone/>
                      </a:pPr>
                      <a:r>
                        <a:rPr lang="en-US" altLang="zh-CN"/>
                        <a:t>3</a:t>
                      </a:r>
                      <a:endParaRPr lang="en-US" altLang="zh-CN"/>
                    </a:p>
                  </a:txBody>
                  <a:tcPr/>
                </a:tc>
                <a:tc>
                  <a:txBody>
                    <a:bodyPr/>
                    <a:p>
                      <a:pPr>
                        <a:buNone/>
                      </a:pPr>
                      <a:r>
                        <a:rPr lang="en-US" altLang="zh-CN"/>
                        <a:t>2</a:t>
                      </a:r>
                      <a:endParaRPr lang="en-US" altLang="zh-CN"/>
                    </a:p>
                  </a:txBody>
                  <a:tcPr/>
                </a:tc>
                <a:tc>
                  <a:txBody>
                    <a:bodyPr/>
                    <a:p>
                      <a:pPr>
                        <a:buNone/>
                      </a:pPr>
                      <a:r>
                        <a:rPr lang="en-US" altLang="zh-CN"/>
                        <a:t>2</a:t>
                      </a:r>
                      <a:endParaRPr lang="en-US" altLang="zh-CN"/>
                    </a:p>
                  </a:txBody>
                  <a:tcPr/>
                </a:tc>
                <a:tc>
                  <a:txBody>
                    <a:bodyPr/>
                    <a:p>
                      <a:pPr>
                        <a:buNone/>
                      </a:pPr>
                      <a:r>
                        <a:rPr lang="en-US" altLang="zh-CN"/>
                        <a:t>20</a:t>
                      </a:r>
                      <a:endParaRPr lang="en-US" altLang="zh-CN"/>
                    </a:p>
                  </a:txBody>
                  <a:tcPr/>
                </a:tc>
                <a:tc>
                  <a:txBody>
                    <a:bodyPr/>
                    <a:p>
                      <a:pPr>
                        <a:buNone/>
                      </a:pPr>
                      <a:r>
                        <a:rPr lang="en-US" altLang="zh-CN"/>
                        <a:t>512</a:t>
                      </a:r>
                      <a:endParaRPr lang="en-US" altLang="zh-CN"/>
                    </a:p>
                  </a:txBody>
                  <a:tcPr/>
                </a:tc>
              </a:tr>
              <a:tr h="381000">
                <a:tc>
                  <a:txBody>
                    <a:bodyPr/>
                    <a:p>
                      <a:pPr>
                        <a:buNone/>
                      </a:pPr>
                      <a:r>
                        <a:rPr lang="en-US" altLang="zh-CN"/>
                        <a:t>4</a:t>
                      </a:r>
                      <a:endParaRPr lang="en-US" altLang="zh-CN"/>
                    </a:p>
                  </a:txBody>
                  <a:tcPr/>
                </a:tc>
                <a:tc>
                  <a:txBody>
                    <a:bodyPr/>
                    <a:p>
                      <a:pPr>
                        <a:buNone/>
                      </a:pPr>
                      <a:r>
                        <a:rPr lang="en-US" altLang="zh-CN"/>
                        <a:t>3</a:t>
                      </a:r>
                      <a:endParaRPr lang="en-US" altLang="zh-CN"/>
                    </a:p>
                  </a:txBody>
                  <a:tcPr/>
                </a:tc>
                <a:tc>
                  <a:txBody>
                    <a:bodyPr/>
                    <a:p>
                      <a:pPr>
                        <a:buNone/>
                      </a:pPr>
                      <a:r>
                        <a:rPr lang="en-US" altLang="zh-CN"/>
                        <a:t>2</a:t>
                      </a:r>
                      <a:endParaRPr lang="en-US" altLang="zh-CN"/>
                    </a:p>
                  </a:txBody>
                  <a:tcPr/>
                </a:tc>
                <a:tc>
                  <a:txBody>
                    <a:bodyPr/>
                    <a:p>
                      <a:pPr>
                        <a:buNone/>
                      </a:pPr>
                      <a:r>
                        <a:rPr lang="en-US" altLang="zh-CN"/>
                        <a:t>2</a:t>
                      </a:r>
                      <a:endParaRPr lang="en-US" altLang="zh-CN"/>
                    </a:p>
                  </a:txBody>
                  <a:tcPr/>
                </a:tc>
                <a:tc>
                  <a:txBody>
                    <a:bodyPr/>
                    <a:p>
                      <a:pPr>
                        <a:buNone/>
                      </a:pPr>
                      <a:r>
                        <a:rPr lang="en-US" altLang="zh-CN"/>
                        <a:t>40</a:t>
                      </a:r>
                      <a:endParaRPr lang="en-US" altLang="zh-CN"/>
                    </a:p>
                  </a:txBody>
                  <a:tcPr/>
                </a:tc>
                <a:tc>
                  <a:txBody>
                    <a:bodyPr/>
                    <a:p>
                      <a:pPr>
                        <a:buNone/>
                      </a:pPr>
                      <a:r>
                        <a:rPr lang="en-US" altLang="zh-CN"/>
                        <a:t>512</a:t>
                      </a:r>
                      <a:endParaRPr lang="en-US" altLang="zh-CN"/>
                    </a:p>
                  </a:txBody>
                  <a:tcPr/>
                </a:tc>
              </a:tr>
              <a:tr h="381000">
                <a:tc>
                  <a:txBody>
                    <a:bodyPr/>
                    <a:p>
                      <a:pPr>
                        <a:buNone/>
                      </a:pPr>
                      <a:r>
                        <a:rPr lang="en-US" altLang="zh-CN"/>
                        <a:t>5</a:t>
                      </a:r>
                      <a:endParaRPr lang="en-US" altLang="zh-CN"/>
                    </a:p>
                  </a:txBody>
                  <a:tcPr/>
                </a:tc>
                <a:tc>
                  <a:txBody>
                    <a:bodyPr/>
                    <a:p>
                      <a:pPr>
                        <a:buNone/>
                      </a:pPr>
                      <a:r>
                        <a:rPr lang="en-US" altLang="zh-CN"/>
                        <a:t>3</a:t>
                      </a:r>
                      <a:endParaRPr lang="en-US" altLang="zh-CN"/>
                    </a:p>
                  </a:txBody>
                  <a:tcPr/>
                </a:tc>
                <a:tc>
                  <a:txBody>
                    <a:bodyPr/>
                    <a:p>
                      <a:pPr>
                        <a:buNone/>
                      </a:pPr>
                      <a:r>
                        <a:rPr lang="en-US" altLang="zh-CN"/>
                        <a:t>2</a:t>
                      </a:r>
                      <a:endParaRPr lang="en-US" altLang="zh-CN"/>
                    </a:p>
                  </a:txBody>
                  <a:tcPr/>
                </a:tc>
                <a:tc>
                  <a:txBody>
                    <a:bodyPr/>
                    <a:p>
                      <a:pPr>
                        <a:buNone/>
                      </a:pPr>
                      <a:r>
                        <a:rPr lang="en-US" altLang="zh-CN"/>
                        <a:t>2</a:t>
                      </a:r>
                      <a:endParaRPr lang="en-US" altLang="zh-CN"/>
                    </a:p>
                  </a:txBody>
                  <a:tcPr/>
                </a:tc>
                <a:tc>
                  <a:txBody>
                    <a:bodyPr/>
                    <a:p>
                      <a:pPr>
                        <a:buNone/>
                      </a:pPr>
                      <a:r>
                        <a:rPr lang="en-US" altLang="zh-CN"/>
                        <a:t>80</a:t>
                      </a:r>
                      <a:endParaRPr lang="en-US" altLang="zh-CN"/>
                    </a:p>
                  </a:txBody>
                  <a:tcPr/>
                </a:tc>
                <a:tc>
                  <a:txBody>
                    <a:bodyPr/>
                    <a:p>
                      <a:pPr>
                        <a:buNone/>
                      </a:pPr>
                      <a:r>
                        <a:rPr lang="en-US" altLang="zh-CN"/>
                        <a:t>512</a:t>
                      </a:r>
                      <a:endParaRPr lang="en-US" altLang="zh-CN"/>
                    </a:p>
                  </a:txBody>
                  <a:tcPr/>
                </a:tc>
              </a:tr>
              <a:tr h="381000">
                <a:tc>
                  <a:txBody>
                    <a:bodyPr/>
                    <a:p>
                      <a:pPr>
                        <a:buNone/>
                      </a:pPr>
                      <a:r>
                        <a:rPr lang="en-US" altLang="zh-CN"/>
                        <a:t>6</a:t>
                      </a:r>
                      <a:endParaRPr lang="en-US" altLang="zh-CN"/>
                    </a:p>
                  </a:txBody>
                  <a:tcPr/>
                </a:tc>
                <a:tc>
                  <a:txBody>
                    <a:bodyPr/>
                    <a:p>
                      <a:pPr>
                        <a:buNone/>
                      </a:pPr>
                      <a:r>
                        <a:rPr lang="en-US" altLang="zh-CN"/>
                        <a:t>2</a:t>
                      </a:r>
                      <a:endParaRPr lang="en-US" altLang="zh-CN"/>
                    </a:p>
                  </a:txBody>
                  <a:tcPr/>
                </a:tc>
                <a:tc>
                  <a:txBody>
                    <a:bodyPr/>
                    <a:p>
                      <a:pPr>
                        <a:buNone/>
                      </a:pPr>
                      <a:r>
                        <a:rPr lang="en-US" altLang="zh-CN"/>
                        <a:t>2</a:t>
                      </a:r>
                      <a:endParaRPr lang="en-US" altLang="zh-CN"/>
                    </a:p>
                  </a:txBody>
                  <a:tcPr/>
                </a:tc>
                <a:tc>
                  <a:txBody>
                    <a:bodyPr/>
                    <a:p>
                      <a:pPr>
                        <a:buNone/>
                      </a:pPr>
                      <a:r>
                        <a:rPr lang="en-US" altLang="zh-CN"/>
                        <a:t>2</a:t>
                      </a:r>
                      <a:endParaRPr lang="en-US" altLang="zh-CN"/>
                    </a:p>
                  </a:txBody>
                  <a:tcPr/>
                </a:tc>
                <a:tc>
                  <a:txBody>
                    <a:bodyPr/>
                    <a:p>
                      <a:pPr>
                        <a:buNone/>
                      </a:pPr>
                      <a:r>
                        <a:rPr lang="en-US" altLang="zh-CN"/>
                        <a:t>160</a:t>
                      </a:r>
                      <a:endParaRPr lang="en-US" altLang="zh-CN"/>
                    </a:p>
                  </a:txBody>
                  <a:tcPr/>
                </a:tc>
                <a:tc>
                  <a:txBody>
                    <a:bodyPr/>
                    <a:p>
                      <a:pPr>
                        <a:buNone/>
                      </a:pPr>
                      <a:r>
                        <a:rPr lang="en-US" altLang="zh-CN"/>
                        <a:t>512</a:t>
                      </a:r>
                      <a:endParaRPr lang="en-US" altLang="zh-CN"/>
                    </a:p>
                  </a:txBody>
                  <a:tcPr/>
                </a:tc>
              </a:tr>
              <a:tr h="381000">
                <a:tc>
                  <a:txBody>
                    <a:bodyPr/>
                    <a:p>
                      <a:pPr>
                        <a:buNone/>
                      </a:pPr>
                      <a:r>
                        <a:rPr lang="en-US" altLang="zh-CN"/>
                        <a:t>7</a:t>
                      </a:r>
                      <a:endParaRPr lang="en-US" altLang="zh-CN"/>
                    </a:p>
                  </a:txBody>
                  <a:tcPr/>
                </a:tc>
                <a:tc>
                  <a:txBody>
                    <a:bodyPr/>
                    <a:p>
                      <a:pPr>
                        <a:buNone/>
                      </a:pPr>
                      <a:r>
                        <a:rPr lang="en-US" altLang="zh-CN"/>
                        <a:t>2</a:t>
                      </a:r>
                      <a:endParaRPr lang="en-US" altLang="zh-CN"/>
                    </a:p>
                  </a:txBody>
                  <a:tcPr/>
                </a:tc>
                <a:tc>
                  <a:txBody>
                    <a:bodyPr/>
                    <a:p>
                      <a:pPr>
                        <a:buNone/>
                      </a:pPr>
                      <a:r>
                        <a:rPr lang="en-US" altLang="zh-CN"/>
                        <a:t>2</a:t>
                      </a:r>
                      <a:endParaRPr lang="en-US" altLang="zh-CN"/>
                    </a:p>
                  </a:txBody>
                  <a:tcPr/>
                </a:tc>
                <a:tc>
                  <a:txBody>
                    <a:bodyPr/>
                    <a:p>
                      <a:pPr>
                        <a:buNone/>
                      </a:pPr>
                      <a:r>
                        <a:rPr lang="en-US" altLang="zh-CN"/>
                        <a:t>2</a:t>
                      </a:r>
                      <a:endParaRPr lang="en-US" altLang="zh-CN"/>
                    </a:p>
                  </a:txBody>
                  <a:tcPr/>
                </a:tc>
                <a:tc>
                  <a:txBody>
                    <a:bodyPr/>
                    <a:p>
                      <a:pPr>
                        <a:buNone/>
                      </a:pPr>
                      <a:r>
                        <a:rPr lang="en-US" altLang="zh-CN"/>
                        <a:t>320</a:t>
                      </a:r>
                      <a:endParaRPr lang="en-US" altLang="zh-CN"/>
                    </a:p>
                  </a:txBody>
                  <a:tcPr/>
                </a:tc>
                <a:tc>
                  <a:txBody>
                    <a:bodyPr/>
                    <a:p>
                      <a:pPr>
                        <a:buNone/>
                      </a:pPr>
                      <a:r>
                        <a:rPr lang="en-US" altLang="zh-CN"/>
                        <a:t>512</a:t>
                      </a:r>
                      <a:endParaRPr lang="en-US" altLang="zh-CN"/>
                    </a:p>
                  </a:txBody>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1600">
        <p:blinds/>
      </p:transition>
    </mc:Choice>
    <mc:Fallback>
      <p:transition spd="slow">
        <p:blind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p:sp>
        <p:nvSpPr>
          <p:cNvPr id="23" name="文本框 22"/>
          <p:cNvSpPr txBox="1"/>
          <p:nvPr/>
        </p:nvSpPr>
        <p:spPr>
          <a:xfrm>
            <a:off x="366395" y="1085215"/>
            <a:ext cx="7261225" cy="1476375"/>
          </a:xfrm>
          <a:prstGeom prst="rect">
            <a:avLst/>
          </a:prstGeom>
          <a:noFill/>
        </p:spPr>
        <p:txBody>
          <a:bodyPr wrap="square" rtlCol="0" anchor="t">
            <a:spAutoFit/>
          </a:bodyPr>
          <a:p>
            <a:r>
              <a:rPr lang="en-US" altLang="zh-CN">
                <a:sym typeface="+mn-ea"/>
              </a:rPr>
              <a:t>Transformer</a:t>
            </a:r>
            <a:r>
              <a:rPr lang="zh-CN" altLang="en-US">
                <a:sym typeface="+mn-ea"/>
              </a:rPr>
              <a:t>编码器是</a:t>
            </a:r>
            <a:r>
              <a:rPr lang="en-US" altLang="zh-CN">
                <a:sym typeface="+mn-ea"/>
              </a:rPr>
              <a:t>Wav2Vec2</a:t>
            </a:r>
            <a:r>
              <a:rPr lang="zh-CN" altLang="en-US">
                <a:sym typeface="+mn-ea"/>
              </a:rPr>
              <a:t>模型的核心组件，它在特征编码器输出的潜在表示基础上进行深度的上下文建模。</a:t>
            </a:r>
            <a:r>
              <a:rPr lang="en-US" altLang="zh-CN">
                <a:sym typeface="+mn-ea"/>
              </a:rPr>
              <a:t>Transformer</a:t>
            </a:r>
            <a:r>
              <a:rPr lang="zh-CN" altLang="en-US">
                <a:sym typeface="+mn-ea"/>
              </a:rPr>
              <a:t>架构采用自注意力机制，允许模型在处理每个时间步的表示时同时关注序列中的所有其他时间步，从而有效捕捉语音信号中的长距离依赖关系。具体而言，自注意力机制通过以下计算过程实现：</a:t>
            </a:r>
            <a:endParaRPr lang="zh-CN" altLang="en-US">
              <a:sym typeface="+mn-ea"/>
            </a:endParaRPr>
          </a:p>
        </p:txBody>
      </p:sp>
      <p:pic>
        <p:nvPicPr>
          <p:cNvPr id="25" name="图片 24"/>
          <p:cNvPicPr>
            <a:picLocks noChangeAspect="1"/>
          </p:cNvPicPr>
          <p:nvPr/>
        </p:nvPicPr>
        <p:blipFill>
          <a:blip r:embed="rId2"/>
          <a:stretch>
            <a:fillRect/>
          </a:stretch>
        </p:blipFill>
        <p:spPr>
          <a:xfrm>
            <a:off x="1853565" y="2684145"/>
            <a:ext cx="4819650" cy="847725"/>
          </a:xfrm>
          <a:prstGeom prst="rect">
            <a:avLst/>
          </a:prstGeom>
        </p:spPr>
      </p:pic>
      <mc:AlternateContent xmlns:mc="http://schemas.openxmlformats.org/markup-compatibility/2006">
        <mc:Choice xmlns:a14="http://schemas.microsoft.com/office/drawing/2010/main" Requires="a14">
          <p:sp>
            <p:nvSpPr>
              <p:cNvPr id="27" name="文本框 26"/>
              <p:cNvSpPr txBox="1"/>
              <p:nvPr/>
            </p:nvSpPr>
            <p:spPr>
              <a:xfrm>
                <a:off x="366395" y="3731260"/>
                <a:ext cx="11379200" cy="2694305"/>
              </a:xfrm>
              <a:prstGeom prst="rect">
                <a:avLst/>
              </a:prstGeom>
              <a:noFill/>
            </p:spPr>
            <p:txBody>
              <a:bodyPr wrap="square" rtlCol="0">
                <a:spAutoFit/>
              </a:bodyPr>
              <a:p>
                <a:r>
                  <a:rPr lang="en-US" altLang="zh-CN"/>
                  <a:t>      </a:t>
                </a:r>
                <a:r>
                  <a:rPr lang="zh-CN" altLang="en-US"/>
                  <a:t>其中</a:t>
                </a:r>
                <a:r>
                  <a:rPr lang="en-US" altLang="zh-CN"/>
                  <a:t>Q=X</a:t>
                </a:r>
                <a14:m>
                  <m:oMath xmlns:m="http://schemas.openxmlformats.org/officeDocument/2006/math">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𝑊</m:t>
                        </m:r>
                      </m:e>
                      <m:sub>
                        <m:r>
                          <a:rPr lang="en-US" altLang="zh-CN" i="1">
                            <a:latin typeface="Cambria Math" panose="02040503050406030204" charset="0"/>
                            <a:cs typeface="Cambria Math" panose="02040503050406030204" charset="0"/>
                          </a:rPr>
                          <m:t>𝑄</m:t>
                        </m:r>
                      </m:sub>
                    </m:sSub>
                  </m:oMath>
                </a14:m>
                <a:r>
                  <a:rPr lang="en-US" altLang="zh-CN"/>
                  <a:t>、K=X</a:t>
                </a:r>
                <a14:m>
                  <m:oMath xmlns:m="http://schemas.openxmlformats.org/officeDocument/2006/math">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𝑊</m:t>
                        </m:r>
                      </m:e>
                      <m:sub>
                        <m:r>
                          <a:rPr lang="en-US" altLang="zh-CN" i="1">
                            <a:latin typeface="Cambria Math" panose="02040503050406030204" charset="0"/>
                            <a:cs typeface="Cambria Math" panose="02040503050406030204" charset="0"/>
                          </a:rPr>
                          <m:t>𝑘</m:t>
                        </m:r>
                      </m:sub>
                    </m:sSub>
                  </m:oMath>
                </a14:m>
                <a:r>
                  <a:rPr lang="en-US" altLang="zh-CN"/>
                  <a:t>、V=X</a:t>
                </a:r>
                <a14:m>
                  <m:oMath xmlns:m="http://schemas.openxmlformats.org/officeDocument/2006/math">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𝑊</m:t>
                        </m:r>
                      </m:e>
                      <m:sub>
                        <m:r>
                          <a:rPr lang="en-US" altLang="zh-CN" i="1">
                            <a:latin typeface="Cambria Math" panose="02040503050406030204" charset="0"/>
                            <a:cs typeface="Cambria Math" panose="02040503050406030204" charset="0"/>
                          </a:rPr>
                          <m:t>𝑣</m:t>
                        </m:r>
                      </m:sub>
                    </m:sSub>
                  </m:oMath>
                </a14:m>
                <a:r>
                  <a:rPr lang="zh-CN" altLang="en-US"/>
                  <a:t>是输入矩阵</a:t>
                </a:r>
                <a:r>
                  <a:rPr lang="en-US"/>
                  <a:t>X</a:t>
                </a:r>
                <a:r>
                  <a:rPr lang="zh-CN" altLang="en-US"/>
                  <a:t>经线性变换得到的查询、键和值矩阵，</a:t>
                </a:r>
                <a14:m>
                  <m:oMath xmlns:m="http://schemas.openxmlformats.org/officeDocument/2006/math">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𝑑</m:t>
                        </m:r>
                      </m:e>
                      <m:sub>
                        <m:r>
                          <a:rPr lang="en-US" altLang="zh-CN" i="1">
                            <a:latin typeface="Cambria Math" panose="02040503050406030204" charset="0"/>
                            <a:cs typeface="Cambria Math" panose="02040503050406030204" charset="0"/>
                          </a:rPr>
                          <m:t>𝑘</m:t>
                        </m:r>
                      </m:sub>
                    </m:sSub>
                  </m:oMath>
                </a14:m>
                <a:r>
                  <a:rPr lang="zh-CN" altLang="en-US"/>
                  <a:t>是每个注意力头的维度。</a:t>
                </a:r>
                <a:r>
                  <a:rPr lang="zh-CN" altLang="en-US">
                    <a:sym typeface="+mn-ea"/>
                  </a:rPr>
                  <a:t>自注意力机制的核心在于通过</a:t>
                </a:r>
                <a:r>
                  <a:rPr lang="en-US" altLang="zh-CN">
                    <a:sym typeface="+mn-ea"/>
                  </a:rPr>
                  <a:t>Query（</a:t>
                </a:r>
                <a:r>
                  <a:rPr lang="zh-CN" altLang="en-US">
                    <a:sym typeface="+mn-ea"/>
                  </a:rPr>
                  <a:t>查询）、</a:t>
                </a:r>
                <a:r>
                  <a:rPr lang="en-US" altLang="zh-CN">
                    <a:sym typeface="+mn-ea"/>
                  </a:rPr>
                  <a:t>Key（</a:t>
                </a:r>
                <a:r>
                  <a:rPr lang="zh-CN" altLang="en-US">
                    <a:sym typeface="+mn-ea"/>
                  </a:rPr>
                  <a:t>键）和</a:t>
                </a:r>
                <a:r>
                  <a:rPr lang="en-US" altLang="zh-CN">
                    <a:sym typeface="+mn-ea"/>
                  </a:rPr>
                  <a:t>Value（</a:t>
                </a:r>
                <a:r>
                  <a:rPr lang="zh-CN" altLang="en-US">
                    <a:sym typeface="+mn-ea"/>
                  </a:rPr>
                  <a:t>值）三个向量来实现信息的动态聚合。设输入序列为</a:t>
                </a:r>
                <a:r>
                  <a:rPr lang="en-US" altLang="zh-CN">
                    <a:sym typeface="+mn-ea"/>
                  </a:rPr>
                  <a:t>X∈</a:t>
                </a:r>
                <a14:m>
                  <m:oMath xmlns:m="http://schemas.openxmlformats.org/officeDocument/2006/math">
                    <m:sSup>
                      <m:sSupPr>
                        <m:ctrlPr>
                          <a:rPr lang="en-US" altLang="zh-CN" i="1">
                            <a:latin typeface="Cambria Math" panose="02040503050406030204" charset="0"/>
                            <a:cs typeface="Cambria Math" panose="02040503050406030204" charset="0"/>
                            <a:sym typeface="+mn-ea"/>
                          </a:rPr>
                        </m:ctrlPr>
                      </m:sSupPr>
                      <m:e>
                        <m:r>
                          <a:rPr lang="en-US" altLang="en-US">
                            <a:latin typeface="Cambria Math" panose="02040503050406030204" charset="0"/>
                            <a:sym typeface="+mn-ea"/>
                          </a:rPr>
                          <m:t>ℝ</m:t>
                        </m:r>
                      </m:e>
                      <m:sup>
                        <m:sSub>
                          <m:sSubPr>
                            <m:ctrlPr>
                              <a:rPr lang="en-US" altLang="zh-CN" i="1">
                                <a:latin typeface="Cambria Math" panose="02040503050406030204" charset="0"/>
                                <a:cs typeface="Cambria Math" panose="02040503050406030204" charset="0"/>
                                <a:sym typeface="+mn-ea"/>
                              </a:rPr>
                            </m:ctrlPr>
                          </m:sSubPr>
                          <m:e>
                            <m:r>
                              <a:rPr lang="en-US" altLang="zh-CN" i="1">
                                <a:latin typeface="Cambria Math" panose="02040503050406030204" charset="0"/>
                                <a:cs typeface="Cambria Math" panose="02040503050406030204" charset="0"/>
                                <a:sym typeface="+mn-ea"/>
                              </a:rPr>
                              <m:t>𝑇</m:t>
                            </m:r>
                            <m:r>
                              <a:rPr lang="zh-CN" altLang="en-US" i="1">
                                <a:latin typeface="Cambria Math" panose="02040503050406030204" charset="0"/>
                                <a:cs typeface="Cambria Math" panose="02040503050406030204" charset="0"/>
                                <a:sym typeface="+mn-ea"/>
                              </a:rPr>
                              <m:t>×</m:t>
                            </m:r>
                            <m:r>
                              <a:rPr lang="en-US" altLang="zh-CN" i="1">
                                <a:latin typeface="Cambria Math" panose="02040503050406030204" charset="0"/>
                                <a:cs typeface="Cambria Math" panose="02040503050406030204" charset="0"/>
                                <a:sym typeface="+mn-ea"/>
                              </a:rPr>
                              <m:t>𝑑</m:t>
                            </m:r>
                          </m:e>
                          <m:sub>
                            <m:r>
                              <a:rPr lang="en-US" altLang="zh-CN" i="1">
                                <a:latin typeface="Cambria Math" panose="02040503050406030204" charset="0"/>
                                <a:cs typeface="Cambria Math" panose="02040503050406030204" charset="0"/>
                                <a:sym typeface="+mn-ea"/>
                              </a:rPr>
                              <m:t>𝑚𝑜𝑑𝑒𝑙</m:t>
                            </m:r>
                          </m:sub>
                        </m:sSub>
                      </m:sup>
                    </m:sSup>
                  </m:oMath>
                </a14:m>
                <a:r>
                  <a:rPr lang="en-US" altLang="zh-CN">
                    <a:sym typeface="+mn-ea"/>
                  </a:rPr>
                  <a:t>，</a:t>
                </a:r>
                <a:r>
                  <a:rPr lang="zh-CN" altLang="en-US">
                    <a:sym typeface="+mn-ea"/>
                  </a:rPr>
                  <a:t>其中</a:t>
                </a:r>
                <a:r>
                  <a:rPr lang="en-US" altLang="zh-CN">
                    <a:sym typeface="+mn-ea"/>
                  </a:rPr>
                  <a:t>T</a:t>
                </a:r>
                <a:r>
                  <a:rPr lang="zh-CN" altLang="en-US">
                    <a:sym typeface="+mn-ea"/>
                  </a:rPr>
                  <a:t>为序列长度，</a:t>
                </a:r>
                <a14:m>
                  <m:oMath xmlns:m="http://schemas.openxmlformats.org/officeDocument/2006/math">
                    <m:sSub>
                      <m:sSubPr>
                        <m:ctrlPr>
                          <a:rPr lang="en-US" altLang="zh-CN" i="1">
                            <a:latin typeface="Cambria Math" panose="02040503050406030204" charset="0"/>
                            <a:cs typeface="Cambria Math" panose="02040503050406030204" charset="0"/>
                            <a:sym typeface="+mn-ea"/>
                          </a:rPr>
                        </m:ctrlPr>
                      </m:sSubPr>
                      <m:e>
                        <m:r>
                          <a:rPr lang="en-US" altLang="zh-CN" i="1">
                            <a:latin typeface="Cambria Math" panose="02040503050406030204" charset="0"/>
                            <a:cs typeface="Cambria Math" panose="02040503050406030204" charset="0"/>
                            <a:sym typeface="+mn-ea"/>
                          </a:rPr>
                          <m:t>𝑑</m:t>
                        </m:r>
                      </m:e>
                      <m:sub>
                        <m:r>
                          <a:rPr lang="en-US" altLang="zh-CN" i="1">
                            <a:latin typeface="Cambria Math" panose="02040503050406030204" charset="0"/>
                            <a:cs typeface="Cambria Math" panose="02040503050406030204" charset="0"/>
                            <a:sym typeface="+mn-ea"/>
                          </a:rPr>
                          <m:t>𝑚𝑜𝑑𝑒𝑙</m:t>
                        </m:r>
                      </m:sub>
                    </m:sSub>
                  </m:oMath>
                </a14:m>
                <a:r>
                  <a:rPr lang="en-US" altLang="zh-CN">
                    <a:sym typeface="+mn-ea"/>
                  </a:rPr>
                  <a:t>=768</a:t>
                </a:r>
                <a:r>
                  <a:rPr lang="zh-CN" altLang="en-US">
                    <a:sym typeface="+mn-ea"/>
                  </a:rPr>
                  <a:t>为每个时间步的表示维度。输入序列首先经过三个独立的线性投影生成</a:t>
                </a:r>
                <a:r>
                  <a:rPr lang="en-US" altLang="zh-CN">
                    <a:sym typeface="+mn-ea"/>
                  </a:rPr>
                  <a:t>Query、Key、Value：Q=X</a:t>
                </a:r>
                <a14:m>
                  <m:oMath xmlns:m="http://schemas.openxmlformats.org/officeDocument/2006/math">
                    <m:sSub>
                      <m:sSubPr>
                        <m:ctrlPr>
                          <a:rPr lang="en-US" altLang="zh-CN" i="1">
                            <a:latin typeface="Cambria Math" panose="02040503050406030204" charset="0"/>
                            <a:cs typeface="Cambria Math" panose="02040503050406030204" charset="0"/>
                            <a:sym typeface="+mn-ea"/>
                          </a:rPr>
                        </m:ctrlPr>
                      </m:sSubPr>
                      <m:e>
                        <m:r>
                          <a:rPr lang="en-US" altLang="zh-CN" i="1">
                            <a:latin typeface="Cambria Math" panose="02040503050406030204" charset="0"/>
                            <a:cs typeface="Cambria Math" panose="02040503050406030204" charset="0"/>
                            <a:sym typeface="+mn-ea"/>
                          </a:rPr>
                          <m:t>𝑊</m:t>
                        </m:r>
                      </m:e>
                      <m:sub>
                        <m:r>
                          <a:rPr lang="en-US" altLang="zh-CN" i="1">
                            <a:latin typeface="Cambria Math" panose="02040503050406030204" charset="0"/>
                            <a:cs typeface="Cambria Math" panose="02040503050406030204" charset="0"/>
                            <a:sym typeface="+mn-ea"/>
                          </a:rPr>
                          <m:t>𝑄</m:t>
                        </m:r>
                      </m:sub>
                    </m:sSub>
                  </m:oMath>
                </a14:m>
                <a:r>
                  <a:rPr lang="en-US" altLang="zh-CN">
                    <a:sym typeface="+mn-ea"/>
                  </a:rPr>
                  <a:t>, K=X</a:t>
                </a:r>
                <a14:m>
                  <m:oMath xmlns:m="http://schemas.openxmlformats.org/officeDocument/2006/math">
                    <m:sSub>
                      <m:sSubPr>
                        <m:ctrlPr>
                          <a:rPr lang="en-US" altLang="zh-CN" i="1">
                            <a:latin typeface="Cambria Math" panose="02040503050406030204" charset="0"/>
                            <a:cs typeface="Cambria Math" panose="02040503050406030204" charset="0"/>
                            <a:sym typeface="+mn-ea"/>
                          </a:rPr>
                        </m:ctrlPr>
                      </m:sSubPr>
                      <m:e>
                        <m:r>
                          <a:rPr lang="en-US" altLang="zh-CN" i="1">
                            <a:latin typeface="Cambria Math" panose="02040503050406030204" charset="0"/>
                            <a:cs typeface="Cambria Math" panose="02040503050406030204" charset="0"/>
                            <a:sym typeface="+mn-ea"/>
                          </a:rPr>
                          <m:t>𝑊</m:t>
                        </m:r>
                      </m:e>
                      <m:sub>
                        <m:r>
                          <a:rPr lang="en-US" altLang="zh-CN" i="1">
                            <a:latin typeface="Cambria Math" panose="02040503050406030204" charset="0"/>
                            <a:cs typeface="Cambria Math" panose="02040503050406030204" charset="0"/>
                            <a:sym typeface="+mn-ea"/>
                          </a:rPr>
                          <m:t>𝑘</m:t>
                        </m:r>
                      </m:sub>
                    </m:sSub>
                  </m:oMath>
                </a14:m>
                <a:r>
                  <a:rPr lang="en-US" altLang="zh-CN">
                    <a:sym typeface="+mn-ea"/>
                  </a:rPr>
                  <a:t>, V=X</a:t>
                </a:r>
                <a14:m>
                  <m:oMath xmlns:m="http://schemas.openxmlformats.org/officeDocument/2006/math">
                    <m:sSub>
                      <m:sSubPr>
                        <m:ctrlPr>
                          <a:rPr lang="en-US" altLang="zh-CN" i="1">
                            <a:latin typeface="Cambria Math" panose="02040503050406030204" charset="0"/>
                            <a:cs typeface="Cambria Math" panose="02040503050406030204" charset="0"/>
                            <a:sym typeface="+mn-ea"/>
                          </a:rPr>
                        </m:ctrlPr>
                      </m:sSubPr>
                      <m:e>
                        <m:r>
                          <a:rPr lang="en-US" altLang="zh-CN" i="1">
                            <a:latin typeface="Cambria Math" panose="02040503050406030204" charset="0"/>
                            <a:cs typeface="Cambria Math" panose="02040503050406030204" charset="0"/>
                            <a:sym typeface="+mn-ea"/>
                          </a:rPr>
                          <m:t>𝑊</m:t>
                        </m:r>
                      </m:e>
                      <m:sub>
                        <m:r>
                          <a:rPr lang="en-US" altLang="zh-CN" i="1">
                            <a:latin typeface="Cambria Math" panose="02040503050406030204" charset="0"/>
                            <a:cs typeface="Cambria Math" panose="02040503050406030204" charset="0"/>
                            <a:sym typeface="+mn-ea"/>
                          </a:rPr>
                          <m:t>𝑣</m:t>
                        </m:r>
                      </m:sub>
                    </m:sSub>
                  </m:oMath>
                </a14:m>
                <a:endParaRPr lang="en-US" altLang="zh-CN"/>
              </a:p>
              <a:p>
                <a:r>
                  <a:rPr lang="en-US" altLang="zh-CN">
                    <a:sym typeface="+mn-ea"/>
                  </a:rPr>
                  <a:t>      </a:t>
                </a:r>
                <a:r>
                  <a:rPr lang="zh-CN" altLang="en-US">
                    <a:sym typeface="+mn-ea"/>
                  </a:rPr>
                  <a:t>其中投影矩阵的维度均为</a:t>
                </a:r>
                <a14:m>
                  <m:oMath xmlns:m="http://schemas.openxmlformats.org/officeDocument/2006/math">
                    <m:sSub>
                      <m:sSubPr>
                        <m:ctrlPr>
                          <a:rPr lang="en-US" altLang="zh-CN" i="1">
                            <a:latin typeface="Cambria Math" panose="02040503050406030204" charset="0"/>
                            <a:cs typeface="Cambria Math" panose="02040503050406030204" charset="0"/>
                            <a:sym typeface="+mn-ea"/>
                          </a:rPr>
                        </m:ctrlPr>
                      </m:sSubPr>
                      <m:e>
                        <m:r>
                          <a:rPr lang="en-US" altLang="zh-CN" i="1">
                            <a:latin typeface="Cambria Math" panose="02040503050406030204" charset="0"/>
                            <a:cs typeface="Cambria Math" panose="02040503050406030204" charset="0"/>
                            <a:sym typeface="+mn-ea"/>
                          </a:rPr>
                          <m:t>𝑊</m:t>
                        </m:r>
                      </m:e>
                      <m:sub>
                        <m:r>
                          <a:rPr lang="en-US" altLang="zh-CN" i="1">
                            <a:latin typeface="Cambria Math" panose="02040503050406030204" charset="0"/>
                            <a:cs typeface="Cambria Math" panose="02040503050406030204" charset="0"/>
                            <a:sym typeface="+mn-ea"/>
                          </a:rPr>
                          <m:t>𝑄</m:t>
                        </m:r>
                      </m:sub>
                    </m:sSub>
                  </m:oMath>
                </a14:m>
                <a:r>
                  <a:rPr lang="en-US" altLang="zh-CN">
                    <a:sym typeface="+mn-ea"/>
                  </a:rPr>
                  <a:t>,</a:t>
                </a:r>
                <a14:m>
                  <m:oMath xmlns:m="http://schemas.openxmlformats.org/officeDocument/2006/math">
                    <m:sSub>
                      <m:sSubPr>
                        <m:ctrlPr>
                          <a:rPr lang="en-US" altLang="zh-CN" i="1">
                            <a:latin typeface="Cambria Math" panose="02040503050406030204" charset="0"/>
                            <a:cs typeface="Cambria Math" panose="02040503050406030204" charset="0"/>
                            <a:sym typeface="+mn-ea"/>
                          </a:rPr>
                        </m:ctrlPr>
                      </m:sSubPr>
                      <m:e>
                        <m:r>
                          <a:rPr lang="en-US" altLang="zh-CN" i="1">
                            <a:latin typeface="Cambria Math" panose="02040503050406030204" charset="0"/>
                            <a:cs typeface="Cambria Math" panose="02040503050406030204" charset="0"/>
                            <a:sym typeface="+mn-ea"/>
                          </a:rPr>
                          <m:t>𝑊</m:t>
                        </m:r>
                      </m:e>
                      <m:sub>
                        <m:r>
                          <a:rPr lang="en-US" altLang="zh-CN" i="1">
                            <a:latin typeface="Cambria Math" panose="02040503050406030204" charset="0"/>
                            <a:cs typeface="Cambria Math" panose="02040503050406030204" charset="0"/>
                            <a:sym typeface="+mn-ea"/>
                          </a:rPr>
                          <m:t>𝑘</m:t>
                        </m:r>
                      </m:sub>
                    </m:sSub>
                  </m:oMath>
                </a14:m>
                <a:r>
                  <a:rPr lang="en-US" altLang="zh-CN">
                    <a:sym typeface="+mn-ea"/>
                  </a:rPr>
                  <a:t>,</a:t>
                </a:r>
                <a14:m>
                  <m:oMath xmlns:m="http://schemas.openxmlformats.org/officeDocument/2006/math">
                    <m:sSub>
                      <m:sSubPr>
                        <m:ctrlPr>
                          <a:rPr lang="en-US" altLang="zh-CN" i="1">
                            <a:latin typeface="Cambria Math" panose="02040503050406030204" charset="0"/>
                            <a:cs typeface="Cambria Math" panose="02040503050406030204" charset="0"/>
                            <a:sym typeface="+mn-ea"/>
                          </a:rPr>
                        </m:ctrlPr>
                      </m:sSubPr>
                      <m:e>
                        <m:r>
                          <a:rPr lang="en-US" altLang="zh-CN" i="1">
                            <a:latin typeface="Cambria Math" panose="02040503050406030204" charset="0"/>
                            <a:cs typeface="Cambria Math" panose="02040503050406030204" charset="0"/>
                            <a:sym typeface="+mn-ea"/>
                          </a:rPr>
                          <m:t>𝑊</m:t>
                        </m:r>
                      </m:e>
                      <m:sub>
                        <m:r>
                          <a:rPr lang="en-US" altLang="zh-CN" i="1">
                            <a:latin typeface="Cambria Math" panose="02040503050406030204" charset="0"/>
                            <a:cs typeface="Cambria Math" panose="02040503050406030204" charset="0"/>
                            <a:sym typeface="+mn-ea"/>
                          </a:rPr>
                          <m:t>𝑣</m:t>
                        </m:r>
                      </m:sub>
                    </m:sSub>
                  </m:oMath>
                </a14:m>
                <a:r>
                  <a:rPr lang="en-US" altLang="zh-CN">
                    <a:sym typeface="+mn-ea"/>
                  </a:rPr>
                  <a:t>∈</a:t>
                </a:r>
                <a14:m>
                  <m:oMath xmlns:m="http://schemas.openxmlformats.org/officeDocument/2006/math">
                    <m:sSup>
                      <m:sSupPr>
                        <m:ctrlPr>
                          <a:rPr lang="en-US" altLang="zh-CN" i="1">
                            <a:latin typeface="Cambria Math" panose="02040503050406030204" charset="0"/>
                            <a:cs typeface="Cambria Math" panose="02040503050406030204" charset="0"/>
                            <a:sym typeface="+mn-ea"/>
                          </a:rPr>
                        </m:ctrlPr>
                      </m:sSupPr>
                      <m:e>
                        <m:r>
                          <a:rPr lang="en-US" altLang="en-US">
                            <a:latin typeface="Cambria Math" panose="02040503050406030204" charset="0"/>
                            <a:sym typeface="+mn-ea"/>
                          </a:rPr>
                          <m:t>ℝ</m:t>
                        </m:r>
                      </m:e>
                      <m:sup>
                        <m:r>
                          <a:rPr lang="en-US" altLang="zh-CN" i="1">
                            <a:latin typeface="Cambria Math" panose="02040503050406030204" charset="0"/>
                            <a:cs typeface="Cambria Math" panose="02040503050406030204" charset="0"/>
                            <a:sym typeface="+mn-ea"/>
                          </a:rPr>
                          <m:t>768</m:t>
                        </m:r>
                        <m:r>
                          <a:rPr lang="zh-CN" altLang="en-US" i="1">
                            <a:latin typeface="Cambria Math" panose="02040503050406030204" charset="0"/>
                            <a:ea typeface="MS Mincho" panose="02020609040205080304" charset="-128"/>
                            <a:cs typeface="Cambria Math" panose="02040503050406030204" charset="0"/>
                            <a:sym typeface="+mn-ea"/>
                          </a:rPr>
                          <m:t>×</m:t>
                        </m:r>
                        <m:r>
                          <a:rPr lang="en-US" altLang="zh-CN" i="1">
                            <a:latin typeface="Cambria Math" panose="02040503050406030204" charset="0"/>
                            <a:ea typeface="MS Mincho" panose="02020609040205080304" charset="-128"/>
                            <a:cs typeface="Cambria Math" panose="02040503050406030204" charset="0"/>
                            <a:sym typeface="+mn-ea"/>
                          </a:rPr>
                          <m:t>768</m:t>
                        </m:r>
                      </m:sup>
                    </m:sSup>
                  </m:oMath>
                </a14:m>
                <a:r>
                  <a:rPr lang="en-US" altLang="en-US">
                    <a:sym typeface="+mn-ea"/>
                  </a:rPr>
                  <a:t>。</a:t>
                </a:r>
                <a:r>
                  <a:rPr lang="zh-CN" altLang="en-US">
                    <a:sym typeface="+mn-ea"/>
                  </a:rPr>
                  <a:t>这三个矩阵的权重是可学习的，通过预训练过程自动优化。</a:t>
                </a:r>
                <a:r>
                  <a:rPr lang="zh-CN" altLang="en-US"/>
                  <a:t>自注意力机制的核心价值在于其能够动态地根据内容相关性分配注意力权重，使得模型能够自动学习语音中不同音素、音节和语调之间的关联模式。</a:t>
                </a:r>
                <a:r>
                  <a:rPr lang="en-US" altLang="zh-CN"/>
                  <a:t>Wav2Vec2-base</a:t>
                </a:r>
                <a:r>
                  <a:rPr lang="zh-CN" altLang="en-US"/>
                  <a:t>模型包含12层</a:t>
                </a:r>
                <a:r>
                  <a:rPr lang="en-US" altLang="zh-CN"/>
                  <a:t>Transformer</a:t>
                </a:r>
                <a:r>
                  <a:rPr lang="zh-CN" altLang="en-US"/>
                  <a:t>编码器，每层具有768维的隐藏状态和12个注意力头，这种深层架构使得模型能够逐层抽象化地学习从低层声学特征到高层语义表示的层级结构。</a:t>
                </a:r>
                <a:endParaRPr lang="zh-CN" altLang="en-US"/>
              </a:p>
            </p:txBody>
          </p:sp>
        </mc:Choice>
        <mc:Fallback>
          <p:sp>
            <p:nvSpPr>
              <p:cNvPr id="27" name="文本框 26"/>
              <p:cNvSpPr txBox="1">
                <a:spLocks noRot="1" noChangeAspect="1" noMove="1" noResize="1" noEditPoints="1" noAdjustHandles="1" noChangeArrowheads="1" noChangeShapeType="1" noTextEdit="1"/>
              </p:cNvSpPr>
              <p:nvPr/>
            </p:nvSpPr>
            <p:spPr>
              <a:xfrm>
                <a:off x="366395" y="3731260"/>
                <a:ext cx="11379200" cy="2694305"/>
              </a:xfrm>
              <a:prstGeom prst="rect">
                <a:avLst/>
              </a:prstGeom>
              <a:blipFill rotWithShape="1">
                <a:blip r:embed="rId3"/>
                <a:stretch>
                  <a:fillRect r="-6"/>
                </a:stretch>
              </a:blipFill>
            </p:spPr>
            <p:txBody>
              <a:bodyPr/>
              <a:lstStyle/>
              <a:p>
                <a:r>
                  <a:rPr lang="zh-CN" altLang="en-US">
                    <a:noFill/>
                  </a:rPr>
                  <a:t> </a:t>
                </a:r>
              </a:p>
            </p:txBody>
          </p:sp>
        </mc:Fallback>
      </mc:AlternateContent>
      <p:sp>
        <p:nvSpPr>
          <p:cNvPr id="29" name="标题 28"/>
          <p:cNvSpPr>
            <a:spLocks noGrp="1"/>
          </p:cNvSpPr>
          <p:nvPr>
            <p:ph type="ctrTitle" idx="16385"/>
            <p:custDataLst>
              <p:tags r:id="rId4"/>
            </p:custDataLst>
          </p:nvPr>
        </p:nvSpPr>
        <p:spPr>
          <a:xfrm>
            <a:off x="469265" y="244475"/>
            <a:ext cx="10972800" cy="609600"/>
          </a:xfrm>
        </p:spPr>
        <p:txBody>
          <a:bodyPr>
            <a:normAutofit/>
          </a:bodyPr>
          <a:p>
            <a:pPr algn="l">
              <a:lnSpc>
                <a:spcPct val="111000"/>
              </a:lnSpc>
            </a:pPr>
            <a:r>
              <a:rPr lang="zh-CN" altLang="en-US"/>
              <a:t>Wav2Vec2简介</a:t>
            </a:r>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50">
        <p:pull/>
      </p:transition>
    </mc:Choice>
    <mc:Fallback>
      <p:transition spd="med">
        <p:pull/>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p:sp>
        <p:nvSpPr>
          <p:cNvPr id="24" name="文本框 23"/>
          <p:cNvSpPr txBox="1"/>
          <p:nvPr/>
        </p:nvSpPr>
        <p:spPr>
          <a:xfrm>
            <a:off x="231775" y="1468120"/>
            <a:ext cx="11727815" cy="5077460"/>
          </a:xfrm>
          <a:prstGeom prst="rect">
            <a:avLst/>
          </a:prstGeom>
          <a:noFill/>
        </p:spPr>
        <p:txBody>
          <a:bodyPr wrap="square" rtlCol="0">
            <a:spAutoFit/>
          </a:bodyPr>
          <a:p>
            <a:r>
              <a:rPr lang="en-US" altLang="zh-CN"/>
              <a:t>       </a:t>
            </a:r>
            <a:r>
              <a:rPr lang="zh-CN" altLang="en-US"/>
              <a:t>在残差网络提出之前，研究者发现了一个看似矛盾的现象：当网络层数加深时，网络的性能反而会下降。这种现象被称为"退化问题"（</a:t>
            </a:r>
            <a:r>
              <a:rPr lang="en-US" altLang="zh-CN"/>
              <a:t>Degradation Problem），</a:t>
            </a:r>
            <a:r>
              <a:rPr lang="zh-CN" altLang="en-US"/>
              <a:t>它与人们直观的"更深网络应该更强"的预期相悖。退化问题的本质在于深层网络的优化困难——当网络加深时，梯度在反向传播过程中需要逐层传递回传到浅层，然而由于链式法则的连乘效应，梯度会逐层指数级衰减（梯度消失）或指数级放大（梯度爆炸）。</a:t>
            </a:r>
            <a:endParaRPr lang="zh-CN" altLang="en-US"/>
          </a:p>
          <a:p>
            <a:endParaRPr lang="zh-CN" altLang="en-US"/>
          </a:p>
          <a:p>
            <a:endParaRPr lang="zh-CN" altLang="en-US"/>
          </a:p>
          <a:p>
            <a:endParaRPr lang="en-US" altLang="zh-CN"/>
          </a:p>
          <a:p>
            <a:r>
              <a:rPr lang="en-US" altLang="zh-CN"/>
              <a:t>       </a:t>
            </a:r>
            <a:r>
              <a:rPr lang="zh-CN" altLang="en-US"/>
              <a:t>残差网络的核心创新在于提出了残差学习的框架，将网络的学习目标从直接拟合底层映射</a:t>
            </a:r>
            <a:r>
              <a:rPr lang="en-US" altLang="zh-CN"/>
              <a:t>H(x)</a:t>
            </a:r>
            <a:r>
              <a:rPr lang="zh-CN" altLang="en-US"/>
              <a:t>转变为拟合残差映射</a:t>
            </a:r>
            <a:r>
              <a:rPr lang="en-US" altLang="zh-CN"/>
              <a:t>F(x) = H(x) - x。</a:t>
            </a:r>
            <a:r>
              <a:rPr lang="zh-CN" altLang="en-US"/>
              <a:t>这一转变的数学意义在于：当网络需要实现恒等映射时，学习</a:t>
            </a:r>
            <a:r>
              <a:rPr lang="en-US" altLang="zh-CN"/>
              <a:t>F(x) = 0</a:t>
            </a:r>
            <a:r>
              <a:rPr lang="zh-CN" altLang="en-US"/>
              <a:t>比学习</a:t>
            </a:r>
            <a:r>
              <a:rPr lang="en-US" altLang="zh-CN"/>
              <a:t>H(x) = x</a:t>
            </a:r>
            <a:r>
              <a:rPr lang="zh-CN" altLang="en-US"/>
              <a:t>更加容易——前者只需要将残差块的输出置零即可，而后者需要学习一个完整的恒等变换。此外，残差连接为梯度提供了直接回传到浅层的通路，有效缓解了梯度消失问题，使得极深网络的可训练性成为可能。</a:t>
            </a:r>
            <a:endParaRPr lang="zh-CN" altLang="en-US"/>
          </a:p>
          <a:p>
            <a:endParaRPr lang="zh-CN" altLang="en-US"/>
          </a:p>
          <a:p>
            <a:r>
              <a:rPr lang="en-US" altLang="zh-CN"/>
              <a:t>      </a:t>
            </a:r>
            <a:r>
              <a:rPr lang="zh-CN" altLang="en-US"/>
              <a:t>传统</a:t>
            </a:r>
            <a:r>
              <a:rPr lang="en-US" altLang="zh-CN"/>
              <a:t>ResNet</a:t>
            </a:r>
            <a:r>
              <a:rPr lang="zh-CN" altLang="en-US"/>
              <a:t>主要应用于计算机视觉领域，处理的是二维图像数据（</a:t>
            </a:r>
            <a:r>
              <a:rPr lang="en-US" altLang="zh-CN"/>
              <a:t>Height × Width × Channels），</a:t>
            </a:r>
            <a:r>
              <a:rPr lang="zh-CN" altLang="en-US"/>
              <a:t>此时使用的是2</a:t>
            </a:r>
            <a:r>
              <a:rPr lang="en-US" altLang="zh-CN"/>
              <a:t>D</a:t>
            </a:r>
            <a:r>
              <a:rPr lang="zh-CN" altLang="en-US"/>
              <a:t>卷积操作。然而语音信号是一维时序信号，其数据结构与图像有本质区别。语音信号的维度结构为（</a:t>
            </a:r>
            <a:r>
              <a:rPr lang="en-US" altLang="zh-CN"/>
              <a:t>Time Steps × Features），</a:t>
            </a:r>
            <a:r>
              <a:rPr lang="zh-CN" altLang="en-US"/>
              <a:t>其中</a:t>
            </a:r>
            <a:r>
              <a:rPr lang="en-US" altLang="zh-CN"/>
              <a:t>Features</a:t>
            </a:r>
            <a:r>
              <a:rPr lang="zh-CN" altLang="en-US"/>
              <a:t>通常是滤波器的数量或特征维度（如</a:t>
            </a:r>
            <a:r>
              <a:rPr lang="en-US" altLang="zh-CN"/>
              <a:t>Wav2Vec2</a:t>
            </a:r>
            <a:r>
              <a:rPr lang="zh-CN" altLang="en-US"/>
              <a:t>输出的768维）。对于这种一维序列数据，1</a:t>
            </a:r>
            <a:r>
              <a:rPr lang="en-US" altLang="zh-CN"/>
              <a:t>D</a:t>
            </a:r>
            <a:r>
              <a:rPr lang="zh-CN" altLang="en-US"/>
              <a:t>卷积能够在时间维度上进行滑动窗口操作，捕捉语音的时序模式和局部特征。与循环神经网络（</a:t>
            </a:r>
            <a:r>
              <a:rPr lang="en-US" altLang="zh-CN"/>
              <a:t>RNN）</a:t>
            </a:r>
            <a:r>
              <a:rPr lang="zh-CN" altLang="en-US"/>
              <a:t>相比，1</a:t>
            </a:r>
            <a:r>
              <a:rPr lang="en-US" altLang="zh-CN"/>
              <a:t>D</a:t>
            </a:r>
            <a:r>
              <a:rPr lang="zh-CN" altLang="en-US"/>
              <a:t>卷积具有并行计算效率高、长距离依赖建模能力强、梯度流动稳定等优势，因此成为语音处理领域处理序列特征的主流选择。</a:t>
            </a:r>
            <a:endParaRPr lang="zh-CN" altLang="en-US"/>
          </a:p>
        </p:txBody>
      </p:sp>
      <p:sp>
        <p:nvSpPr>
          <p:cNvPr id="25" name="标题 24"/>
          <p:cNvSpPr>
            <a:spLocks noGrp="1"/>
          </p:cNvSpPr>
          <p:nvPr>
            <p:ph type="ctrTitle" idx="16385"/>
            <p:custDataLst>
              <p:tags r:id="rId2"/>
            </p:custDataLst>
          </p:nvPr>
        </p:nvSpPr>
        <p:spPr/>
        <p:txBody>
          <a:bodyPr>
            <a:normAutofit/>
          </a:bodyPr>
          <a:p>
            <a:pPr algn="l">
              <a:lnSpc>
                <a:spcPct val="111000"/>
              </a:lnSpc>
            </a:pPr>
            <a:r>
              <a:rPr lang="en-US" altLang="zh-CN"/>
              <a:t>·</a:t>
            </a:r>
            <a:r>
              <a:rPr lang="zh-CN" altLang="en-US"/>
              <a:t>残差网络ResNet</a:t>
            </a:r>
            <a:endParaRPr lang="zh-CN" altLang="en-US"/>
          </a:p>
        </p:txBody>
      </p:sp>
      <p:pic>
        <p:nvPicPr>
          <p:cNvPr id="28" name="图片 27"/>
          <p:cNvPicPr>
            <a:picLocks noChangeAspect="1"/>
          </p:cNvPicPr>
          <p:nvPr/>
        </p:nvPicPr>
        <p:blipFill>
          <a:blip r:embed="rId3"/>
          <a:stretch>
            <a:fillRect/>
          </a:stretch>
        </p:blipFill>
        <p:spPr>
          <a:xfrm>
            <a:off x="5059045" y="2694940"/>
            <a:ext cx="2074545" cy="62547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000">
        <p:wipe/>
      </p:transition>
    </mc:Choice>
    <mc:Fallback>
      <p:transition spd="slow">
        <p:wip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p:sp>
        <p:nvSpPr>
          <p:cNvPr id="27" name="文本框 26"/>
          <p:cNvSpPr txBox="1"/>
          <p:nvPr/>
        </p:nvSpPr>
        <p:spPr>
          <a:xfrm>
            <a:off x="449580" y="186055"/>
            <a:ext cx="8582660" cy="645160"/>
          </a:xfrm>
          <a:prstGeom prst="rect">
            <a:avLst/>
          </a:prstGeom>
          <a:noFill/>
        </p:spPr>
        <p:txBody>
          <a:bodyPr wrap="square" rtlCol="0">
            <a:spAutoFit/>
          </a:bodyPr>
          <a:p>
            <a:r>
              <a:rPr lang="zh-CN" altLang="en-US" sz="3600">
                <a:effectLst/>
                <a:uFill>
                  <a:solidFill>
                    <a:schemeClr val="lt1"/>
                  </a:solidFill>
                </a:uFill>
                <a:latin typeface="黑体" panose="02010609060101010101" charset="-122"/>
                <a:ea typeface="黑体" panose="02010609060101010101" charset="-122"/>
                <a:cs typeface="+mj-cs"/>
              </a:rPr>
              <a:t>正向传播与</a:t>
            </a:r>
            <a:r>
              <a:rPr lang="zh-CN" altLang="en-US" sz="3600">
                <a:effectLst/>
                <a:uFill>
                  <a:solidFill>
                    <a:schemeClr val="lt1"/>
                  </a:solidFill>
                </a:uFill>
                <a:latin typeface="黑体" panose="02010609060101010101" charset="-122"/>
                <a:ea typeface="黑体" panose="02010609060101010101" charset="-122"/>
                <a:cs typeface="+mj-cs"/>
              </a:rPr>
              <a:t>反向传播</a:t>
            </a:r>
            <a:endParaRPr lang="zh-CN" altLang="en-US" sz="3600">
              <a:effectLst/>
              <a:uFill>
                <a:solidFill>
                  <a:schemeClr val="lt1"/>
                </a:solidFill>
              </a:uFill>
              <a:latin typeface="黑体" panose="02010609060101010101" charset="-122"/>
              <a:ea typeface="黑体" panose="02010609060101010101" charset="-122"/>
              <a:cs typeface="+mj-cs"/>
            </a:endParaRPr>
          </a:p>
        </p:txBody>
      </p:sp>
      <mc:AlternateContent xmlns:mc="http://schemas.openxmlformats.org/markup-compatibility/2006">
        <mc:Choice xmlns:a14="http://schemas.microsoft.com/office/drawing/2010/main" Requires="a14">
          <p:sp>
            <p:nvSpPr>
              <p:cNvPr id="23" name="文本框 22"/>
              <p:cNvSpPr txBox="1"/>
              <p:nvPr/>
            </p:nvSpPr>
            <p:spPr>
              <a:xfrm>
                <a:off x="208280" y="934085"/>
                <a:ext cx="6112510" cy="3844925"/>
              </a:xfrm>
              <a:prstGeom prst="rect">
                <a:avLst/>
              </a:prstGeom>
              <a:noFill/>
            </p:spPr>
            <p:txBody>
              <a:bodyPr wrap="square" rtlCol="0">
                <a:spAutoFit/>
              </a:bodyPr>
              <a:p>
                <a:r>
                  <a:rPr lang="zh-CN" altLang="en-US" sz="2000"/>
                  <a:t>设第</a:t>
                </a:r>
                <a14:m>
                  <m:oMath xmlns:m="http://schemas.openxmlformats.org/officeDocument/2006/math">
                    <m:r>
                      <m:rPr>
                        <m:sty m:val="p"/>
                      </m:rPr>
                      <a:rPr lang="en-US" altLang="zh-CN" sz="2000">
                        <a:latin typeface="Cambria Math" panose="02040503050406030204" charset="0"/>
                        <a:cs typeface="Cambria Math" panose="02040503050406030204" charset="0"/>
                      </a:rPr>
                      <m:t>l</m:t>
                    </m:r>
                  </m:oMath>
                </a14:m>
                <a:r>
                  <a:rPr lang="zh-CN" altLang="en-US" sz="2000"/>
                  <a:t>层的输入为</a:t>
                </a:r>
                <a14:m>
                  <m:oMath xmlns:m="http://schemas.openxmlformats.org/officeDocument/2006/math">
                    <m:sSub>
                      <m:sSubPr>
                        <m:ctrlPr>
                          <a:rPr lang="en-US" altLang="zh-CN" sz="2000" i="1">
                            <a:latin typeface="Cambria Math" panose="02040503050406030204" charset="0"/>
                            <a:cs typeface="Cambria Math" panose="02040503050406030204" charset="0"/>
                          </a:rPr>
                        </m:ctrlPr>
                      </m:sSubPr>
                      <m:e>
                        <m:r>
                          <a:rPr lang="en-US" altLang="zh-CN" sz="2000" i="1">
                            <a:latin typeface="Cambria Math" panose="02040503050406030204" charset="0"/>
                            <a:cs typeface="Cambria Math" panose="02040503050406030204" charset="0"/>
                          </a:rPr>
                          <m:t>𝑎</m:t>
                        </m:r>
                      </m:e>
                      <m:sub>
                        <m:r>
                          <a:rPr lang="en-US" altLang="zh-CN" sz="2000" i="1">
                            <a:latin typeface="Cambria Math" panose="02040503050406030204" charset="0"/>
                            <a:cs typeface="Cambria Math" panose="02040503050406030204" charset="0"/>
                          </a:rPr>
                          <m:t>𝑙</m:t>
                        </m:r>
                        <m:r>
                          <a:rPr lang="en-US" altLang="zh-CN" sz="2000" i="1">
                            <a:latin typeface="Cambria Math" panose="02040503050406030204" charset="0"/>
                            <a:cs typeface="Cambria Math" panose="02040503050406030204" charset="0"/>
                          </a:rPr>
                          <m:t>−</m:t>
                        </m:r>
                        <m:r>
                          <a:rPr lang="en-US" altLang="zh-CN" sz="2000" i="1">
                            <a:latin typeface="Cambria Math" panose="02040503050406030204" charset="0"/>
                            <a:cs typeface="Cambria Math" panose="02040503050406030204" charset="0"/>
                          </a:rPr>
                          <m:t>1</m:t>
                        </m:r>
                      </m:sub>
                    </m:sSub>
                  </m:oMath>
                </a14:m>
                <a:r>
                  <a:rPr lang="en-US" altLang="zh-CN" sz="2000"/>
                  <a:t>（a0</a:t>
                </a:r>
                <a:r>
                  <a:rPr lang="zh-CN" altLang="en-US" sz="2000"/>
                  <a:t>为原始输入），输出为</a:t>
                </a:r>
                <a14:m>
                  <m:oMath xmlns:m="http://schemas.openxmlformats.org/officeDocument/2006/math">
                    <m:sSub>
                      <m:sSubPr>
                        <m:ctrlPr>
                          <a:rPr lang="en-US" altLang="zh-CN" sz="2000" i="1">
                            <a:latin typeface="Cambria Math" panose="02040503050406030204" charset="0"/>
                            <a:cs typeface="Cambria Math" panose="02040503050406030204" charset="0"/>
                          </a:rPr>
                        </m:ctrlPr>
                      </m:sSubPr>
                      <m:e>
                        <m:r>
                          <a:rPr lang="en-US" altLang="zh-CN" sz="2000" i="1">
                            <a:latin typeface="Cambria Math" panose="02040503050406030204" charset="0"/>
                            <a:cs typeface="Cambria Math" panose="02040503050406030204" charset="0"/>
                          </a:rPr>
                          <m:t>𝑎</m:t>
                        </m:r>
                      </m:e>
                      <m:sub>
                        <m:r>
                          <a:rPr lang="en-US" altLang="zh-CN" sz="2000" i="1">
                            <a:latin typeface="Cambria Math" panose="02040503050406030204" charset="0"/>
                            <a:cs typeface="Cambria Math" panose="02040503050406030204" charset="0"/>
                          </a:rPr>
                          <m:t>𝑙</m:t>
                        </m:r>
                      </m:sub>
                    </m:sSub>
                  </m:oMath>
                </a14:m>
                <a:r>
                  <a:rPr lang="en-US" altLang="zh-CN" sz="2000"/>
                  <a:t>：</a:t>
                </a:r>
                <a:endParaRPr lang="en-US" altLang="zh-CN" sz="2000"/>
              </a:p>
              <a:p>
                <a:endParaRPr lang="en-US" altLang="zh-CN" sz="2000"/>
              </a:p>
              <a:p>
                <a14:m>
                  <m:oMath xmlns:m="http://schemas.openxmlformats.org/officeDocument/2006/math">
                    <m:sSub>
                      <m:sSubPr>
                        <m:ctrlPr>
                          <a:rPr lang="en-US" altLang="zh-CN" sz="2000" i="1">
                            <a:latin typeface="Cambria Math" panose="02040503050406030204" charset="0"/>
                            <a:cs typeface="Cambria Math" panose="02040503050406030204" charset="0"/>
                          </a:rPr>
                        </m:ctrlPr>
                      </m:sSubPr>
                      <m:e>
                        <m:r>
                          <a:rPr lang="en-US" altLang="zh-CN" sz="2000" i="1">
                            <a:latin typeface="Cambria Math" panose="02040503050406030204" charset="0"/>
                            <a:cs typeface="Cambria Math" panose="02040503050406030204" charset="0"/>
                          </a:rPr>
                          <m:t>𝑧</m:t>
                        </m:r>
                      </m:e>
                      <m:sub>
                        <m:r>
                          <a:rPr lang="en-US" altLang="zh-CN" sz="2000" i="1">
                            <a:latin typeface="Cambria Math" panose="02040503050406030204" charset="0"/>
                            <a:cs typeface="Cambria Math" panose="02040503050406030204" charset="0"/>
                          </a:rPr>
                          <m:t>𝑙</m:t>
                        </m:r>
                      </m:sub>
                    </m:sSub>
                  </m:oMath>
                </a14:m>
                <a:r>
                  <a:rPr lang="en-US" altLang="zh-CN" sz="2000"/>
                  <a:t>=</a:t>
                </a:r>
                <a14:m>
                  <m:oMath xmlns:m="http://schemas.openxmlformats.org/officeDocument/2006/math">
                    <m:sSub>
                      <m:sSubPr>
                        <m:ctrlPr>
                          <a:rPr lang="en-US" altLang="zh-CN" sz="2000" i="1">
                            <a:latin typeface="Cambria Math" panose="02040503050406030204" charset="0"/>
                            <a:cs typeface="Cambria Math" panose="02040503050406030204" charset="0"/>
                          </a:rPr>
                        </m:ctrlPr>
                      </m:sSubPr>
                      <m:e>
                        <m:r>
                          <a:rPr lang="en-US" altLang="zh-CN" sz="2000" i="1">
                            <a:latin typeface="Cambria Math" panose="02040503050406030204" charset="0"/>
                            <a:cs typeface="Cambria Math" panose="02040503050406030204" charset="0"/>
                          </a:rPr>
                          <m:t>𝑊</m:t>
                        </m:r>
                      </m:e>
                      <m:sub>
                        <m:r>
                          <a:rPr lang="en-US" altLang="zh-CN" sz="2000" i="1">
                            <a:latin typeface="Cambria Math" panose="02040503050406030204" charset="0"/>
                            <a:cs typeface="Cambria Math" panose="02040503050406030204" charset="0"/>
                          </a:rPr>
                          <m:t>𝑙</m:t>
                        </m:r>
                      </m:sub>
                    </m:sSub>
                  </m:oMath>
                </a14:m>
                <a:r>
                  <a:rPr lang="en-US" altLang="zh-CN" sz="2000"/>
                  <a:t>⋅</a:t>
                </a:r>
                <a14:m>
                  <m:oMath xmlns:m="http://schemas.openxmlformats.org/officeDocument/2006/math">
                    <m:sSub>
                      <m:sSubPr>
                        <m:ctrlPr>
                          <a:rPr lang="en-US" altLang="zh-CN" sz="2000" i="1">
                            <a:latin typeface="Cambria Math" panose="02040503050406030204" charset="0"/>
                            <a:cs typeface="Cambria Math" panose="02040503050406030204" charset="0"/>
                          </a:rPr>
                        </m:ctrlPr>
                      </m:sSubPr>
                      <m:e>
                        <m:r>
                          <a:rPr lang="en-US" altLang="zh-CN" sz="2000" i="1">
                            <a:latin typeface="Cambria Math" panose="02040503050406030204" charset="0"/>
                            <a:cs typeface="Cambria Math" panose="02040503050406030204" charset="0"/>
                          </a:rPr>
                          <m:t>𝑎</m:t>
                        </m:r>
                      </m:e>
                      <m:sub>
                        <m:r>
                          <a:rPr lang="en-US" altLang="zh-CN" sz="2000" i="1">
                            <a:latin typeface="Cambria Math" panose="02040503050406030204" charset="0"/>
                            <a:cs typeface="Cambria Math" panose="02040503050406030204" charset="0"/>
                          </a:rPr>
                          <m:t>𝑙</m:t>
                        </m:r>
                        <m:r>
                          <a:rPr lang="en-US" altLang="zh-CN" sz="2000" i="1">
                            <a:latin typeface="Cambria Math" panose="02040503050406030204" charset="0"/>
                            <a:cs typeface="Cambria Math" panose="02040503050406030204" charset="0"/>
                          </a:rPr>
                          <m:t>−</m:t>
                        </m:r>
                        <m:r>
                          <a:rPr lang="en-US" altLang="zh-CN" sz="2000" i="1">
                            <a:latin typeface="Cambria Math" panose="02040503050406030204" charset="0"/>
                            <a:cs typeface="Cambria Math" panose="02040503050406030204" charset="0"/>
                          </a:rPr>
                          <m:t>1</m:t>
                        </m:r>
                      </m:sub>
                    </m:sSub>
                  </m:oMath>
                </a14:m>
                <a:r>
                  <a:rPr lang="en-US" altLang="zh-CN" sz="2000"/>
                  <a:t>+</a:t>
                </a:r>
                <a14:m>
                  <m:oMath xmlns:m="http://schemas.openxmlformats.org/officeDocument/2006/math">
                    <m:sSub>
                      <m:sSubPr>
                        <m:ctrlPr>
                          <a:rPr lang="en-US" altLang="zh-CN" sz="2000" i="1">
                            <a:latin typeface="Cambria Math" panose="02040503050406030204" charset="0"/>
                            <a:cs typeface="Cambria Math" panose="02040503050406030204" charset="0"/>
                          </a:rPr>
                        </m:ctrlPr>
                      </m:sSubPr>
                      <m:e>
                        <m:r>
                          <a:rPr lang="en-US" altLang="zh-CN" sz="2000" i="1">
                            <a:latin typeface="Cambria Math" panose="02040503050406030204" charset="0"/>
                            <a:cs typeface="Cambria Math" panose="02040503050406030204" charset="0"/>
                          </a:rPr>
                          <m:t>𝑏</m:t>
                        </m:r>
                      </m:e>
                      <m:sub>
                        <m:r>
                          <a:rPr lang="en-US" altLang="zh-CN" sz="2000" i="1">
                            <a:latin typeface="Cambria Math" panose="02040503050406030204" charset="0"/>
                            <a:cs typeface="Cambria Math" panose="02040503050406030204" charset="0"/>
                          </a:rPr>
                          <m:t>𝑙</m:t>
                        </m:r>
                      </m:sub>
                    </m:sSub>
                  </m:oMath>
                </a14:m>
                <a:r>
                  <a:rPr lang="en-US" altLang="zh-CN" sz="2000"/>
                  <a:t> （</a:t>
                </a:r>
                <a:r>
                  <a:rPr lang="zh-CN" altLang="en-US" sz="2000"/>
                  <a:t>线性变换）</a:t>
                </a:r>
                <a:endParaRPr lang="zh-CN" altLang="en-US" sz="2000"/>
              </a:p>
              <a:p>
                <a14:m>
                  <m:oMath xmlns:m="http://schemas.openxmlformats.org/officeDocument/2006/math">
                    <m:sSub>
                      <m:sSubPr>
                        <m:ctrlPr>
                          <a:rPr lang="en-US" altLang="zh-CN" sz="2000" i="1">
                            <a:latin typeface="Cambria Math" panose="02040503050406030204" charset="0"/>
                            <a:cs typeface="Cambria Math" panose="02040503050406030204" charset="0"/>
                          </a:rPr>
                        </m:ctrlPr>
                      </m:sSubPr>
                      <m:e>
                        <m:r>
                          <a:rPr lang="en-US" altLang="zh-CN" sz="2000" i="1">
                            <a:latin typeface="Cambria Math" panose="02040503050406030204" charset="0"/>
                            <a:cs typeface="Cambria Math" panose="02040503050406030204" charset="0"/>
                          </a:rPr>
                          <m:t>𝑎</m:t>
                        </m:r>
                      </m:e>
                      <m:sub>
                        <m:r>
                          <a:rPr lang="en-US" altLang="zh-CN" sz="2000" i="1">
                            <a:latin typeface="Cambria Math" panose="02040503050406030204" charset="0"/>
                            <a:cs typeface="Cambria Math" panose="02040503050406030204" charset="0"/>
                          </a:rPr>
                          <m:t>𝑙</m:t>
                        </m:r>
                      </m:sub>
                    </m:sSub>
                  </m:oMath>
                </a14:m>
                <a:r>
                  <a:rPr lang="en-US" altLang="zh-CN" sz="2000"/>
                  <a:t>=g(</a:t>
                </a:r>
                <a14:m>
                  <m:oMath xmlns:m="http://schemas.openxmlformats.org/officeDocument/2006/math">
                    <m:sSub>
                      <m:sSubPr>
                        <m:ctrlPr>
                          <a:rPr lang="en-US" altLang="zh-CN" sz="2000" i="1">
                            <a:latin typeface="Cambria Math" panose="02040503050406030204" charset="0"/>
                            <a:cs typeface="Cambria Math" panose="02040503050406030204" charset="0"/>
                          </a:rPr>
                        </m:ctrlPr>
                      </m:sSubPr>
                      <m:e>
                        <m:r>
                          <a:rPr lang="en-US" altLang="zh-CN" sz="2000" i="1">
                            <a:latin typeface="Cambria Math" panose="02040503050406030204" charset="0"/>
                            <a:cs typeface="Cambria Math" panose="02040503050406030204" charset="0"/>
                          </a:rPr>
                          <m:t>𝑧</m:t>
                        </m:r>
                      </m:e>
                      <m:sub>
                        <m:r>
                          <a:rPr lang="en-US" altLang="zh-CN" sz="2000" i="1">
                            <a:latin typeface="Cambria Math" panose="02040503050406030204" charset="0"/>
                            <a:cs typeface="Cambria Math" panose="02040503050406030204" charset="0"/>
                          </a:rPr>
                          <m:t>𝑙</m:t>
                        </m:r>
                      </m:sub>
                    </m:sSub>
                  </m:oMath>
                </a14:m>
                <a:r>
                  <a:rPr lang="en-US" altLang="zh-CN" sz="2000"/>
                  <a:t>) （</a:t>
                </a:r>
                <a:r>
                  <a:rPr lang="zh-CN" altLang="en-US" sz="2000"/>
                  <a:t>激活函数）</a:t>
                </a:r>
                <a:endParaRPr lang="zh-CN" altLang="en-US" sz="2000"/>
              </a:p>
              <a:p>
                <a:endParaRPr lang="zh-CN" altLang="en-US" sz="2000"/>
              </a:p>
              <a:p>
                <a:r>
                  <a:rPr lang="zh-CN" altLang="en-US" sz="2000"/>
                  <a:t>对于一个</a:t>
                </a:r>
                <a:r>
                  <a:rPr lang="en-US" sz="2000"/>
                  <a:t>L</a:t>
                </a:r>
                <a:r>
                  <a:rPr lang="zh-CN" altLang="en-US" sz="2000"/>
                  <a:t>层的网络，正向传播是逐层嵌套的：</a:t>
                </a:r>
                <a:endParaRPr lang="zh-CN" altLang="en-US" sz="2000"/>
              </a:p>
              <a:p>
                <a14:m>
                  <m:oMath xmlns:m="http://schemas.openxmlformats.org/officeDocument/2006/math">
                    <m:sSub>
                      <m:sSubPr>
                        <m:ctrlPr>
                          <a:rPr lang="en-US" altLang="zh-CN" sz="2000" i="1">
                            <a:latin typeface="Cambria Math" panose="02040503050406030204" charset="0"/>
                            <a:cs typeface="Cambria Math" panose="02040503050406030204" charset="0"/>
                          </a:rPr>
                        </m:ctrlPr>
                      </m:sSubPr>
                      <m:e>
                        <m:r>
                          <a:rPr lang="en-US" altLang="zh-CN" sz="2000" i="1">
                            <a:latin typeface="Cambria Math" panose="02040503050406030204" charset="0"/>
                            <a:cs typeface="Cambria Math" panose="02040503050406030204" charset="0"/>
                          </a:rPr>
                          <m:t>𝑎</m:t>
                        </m:r>
                      </m:e>
                      <m:sub>
                        <m:r>
                          <a:rPr lang="en-US" altLang="zh-CN" sz="2000" i="1">
                            <a:latin typeface="Cambria Math" panose="02040503050406030204" charset="0"/>
                            <a:cs typeface="Cambria Math" panose="02040503050406030204" charset="0"/>
                          </a:rPr>
                          <m:t>1</m:t>
                        </m:r>
                      </m:sub>
                    </m:sSub>
                  </m:oMath>
                </a14:m>
                <a:r>
                  <a:rPr lang="en-US" altLang="zh-CN" sz="2000"/>
                  <a:t>=g(</a:t>
                </a:r>
                <a14:m>
                  <m:oMath xmlns:m="http://schemas.openxmlformats.org/officeDocument/2006/math">
                    <m:sSub>
                      <m:sSubPr>
                        <m:ctrlPr>
                          <a:rPr lang="en-US" altLang="zh-CN" sz="2000" i="1">
                            <a:latin typeface="Cambria Math" panose="02040503050406030204" charset="0"/>
                            <a:cs typeface="Cambria Math" panose="02040503050406030204" charset="0"/>
                          </a:rPr>
                        </m:ctrlPr>
                      </m:sSubPr>
                      <m:e>
                        <m:r>
                          <a:rPr lang="en-US" altLang="zh-CN" sz="2000" i="1">
                            <a:latin typeface="Cambria Math" panose="02040503050406030204" charset="0"/>
                            <a:cs typeface="Cambria Math" panose="02040503050406030204" charset="0"/>
                          </a:rPr>
                          <m:t>𝑊</m:t>
                        </m:r>
                      </m:e>
                      <m:sub>
                        <m:r>
                          <a:rPr lang="en-US" altLang="zh-CN" sz="2000" i="1">
                            <a:latin typeface="Cambria Math" panose="02040503050406030204" charset="0"/>
                            <a:cs typeface="Cambria Math" panose="02040503050406030204" charset="0"/>
                          </a:rPr>
                          <m:t>1</m:t>
                        </m:r>
                      </m:sub>
                    </m:sSub>
                  </m:oMath>
                </a14:m>
                <a:r>
                  <a:rPr lang="en-US" altLang="zh-CN" sz="2000"/>
                  <a:t>⋅</a:t>
                </a:r>
                <a14:m>
                  <m:oMath xmlns:m="http://schemas.openxmlformats.org/officeDocument/2006/math">
                    <m:r>
                      <m:rPr>
                        <m:sty m:val="p"/>
                      </m:rPr>
                      <a:rPr lang="en-US" altLang="zh-CN" sz="2000">
                        <a:latin typeface="Cambria Math" panose="02040503050406030204" charset="0"/>
                        <a:cs typeface="Cambria Math" panose="02040503050406030204" charset="0"/>
                      </a:rPr>
                      <m:t>x</m:t>
                    </m:r>
                  </m:oMath>
                </a14:m>
                <a:r>
                  <a:rPr lang="en-US" altLang="zh-CN" sz="2000"/>
                  <a:t>+</a:t>
                </a:r>
                <a14:m>
                  <m:oMath xmlns:m="http://schemas.openxmlformats.org/officeDocument/2006/math">
                    <m:sSub>
                      <m:sSubPr>
                        <m:ctrlPr>
                          <a:rPr lang="en-US" altLang="zh-CN" sz="2000" i="1">
                            <a:latin typeface="Cambria Math" panose="02040503050406030204" charset="0"/>
                            <a:cs typeface="Cambria Math" panose="02040503050406030204" charset="0"/>
                          </a:rPr>
                        </m:ctrlPr>
                      </m:sSubPr>
                      <m:e>
                        <m:r>
                          <a:rPr lang="en-US" altLang="zh-CN" sz="2000" i="1">
                            <a:latin typeface="Cambria Math" panose="02040503050406030204" charset="0"/>
                            <a:cs typeface="Cambria Math" panose="02040503050406030204" charset="0"/>
                          </a:rPr>
                          <m:t>𝑏</m:t>
                        </m:r>
                      </m:e>
                      <m:sub>
                        <m:r>
                          <a:rPr lang="en-US" altLang="zh-CN" sz="2000" i="1">
                            <a:latin typeface="Cambria Math" panose="02040503050406030204" charset="0"/>
                            <a:cs typeface="Cambria Math" panose="02040503050406030204" charset="0"/>
                          </a:rPr>
                          <m:t>1</m:t>
                        </m:r>
                      </m:sub>
                    </m:sSub>
                  </m:oMath>
                </a14:m>
                <a:r>
                  <a:rPr lang="en-US" altLang="zh-CN" sz="2000"/>
                  <a:t>)</a:t>
                </a:r>
                <a:endParaRPr lang="en-US" altLang="zh-CN" sz="2000"/>
              </a:p>
              <a:p>
                <a14:m>
                  <m:oMath xmlns:m="http://schemas.openxmlformats.org/officeDocument/2006/math">
                    <m:sSub>
                      <m:sSubPr>
                        <m:ctrlPr>
                          <a:rPr lang="en-US" altLang="zh-CN" sz="2000" i="1">
                            <a:latin typeface="Cambria Math" panose="02040503050406030204" charset="0"/>
                            <a:cs typeface="Cambria Math" panose="02040503050406030204" charset="0"/>
                          </a:rPr>
                        </m:ctrlPr>
                      </m:sSubPr>
                      <m:e>
                        <m:r>
                          <a:rPr lang="en-US" altLang="zh-CN" sz="2000" i="1">
                            <a:latin typeface="Cambria Math" panose="02040503050406030204" charset="0"/>
                            <a:cs typeface="Cambria Math" panose="02040503050406030204" charset="0"/>
                          </a:rPr>
                          <m:t>𝑎</m:t>
                        </m:r>
                      </m:e>
                      <m:sub>
                        <m:r>
                          <a:rPr lang="en-US" altLang="zh-CN" sz="2000" i="1">
                            <a:latin typeface="Cambria Math" panose="02040503050406030204" charset="0"/>
                            <a:cs typeface="Cambria Math" panose="02040503050406030204" charset="0"/>
                          </a:rPr>
                          <m:t>2</m:t>
                        </m:r>
                      </m:sub>
                    </m:sSub>
                  </m:oMath>
                </a14:m>
                <a:r>
                  <a:rPr lang="en-US" altLang="zh-CN" sz="2000"/>
                  <a:t>=g(</a:t>
                </a:r>
                <a14:m>
                  <m:oMath xmlns:m="http://schemas.openxmlformats.org/officeDocument/2006/math">
                    <m:sSub>
                      <m:sSubPr>
                        <m:ctrlPr>
                          <a:rPr lang="en-US" altLang="zh-CN" sz="2000" i="1">
                            <a:latin typeface="Cambria Math" panose="02040503050406030204" charset="0"/>
                            <a:cs typeface="Cambria Math" panose="02040503050406030204" charset="0"/>
                          </a:rPr>
                        </m:ctrlPr>
                      </m:sSubPr>
                      <m:e>
                        <m:r>
                          <a:rPr lang="en-US" altLang="zh-CN" sz="2000" i="1">
                            <a:latin typeface="Cambria Math" panose="02040503050406030204" charset="0"/>
                            <a:cs typeface="Cambria Math" panose="02040503050406030204" charset="0"/>
                          </a:rPr>
                          <m:t>𝑊</m:t>
                        </m:r>
                      </m:e>
                      <m:sub>
                        <m:r>
                          <a:rPr lang="en-US" altLang="zh-CN" sz="2000" i="1">
                            <a:latin typeface="Cambria Math" panose="02040503050406030204" charset="0"/>
                            <a:cs typeface="Cambria Math" panose="02040503050406030204" charset="0"/>
                          </a:rPr>
                          <m:t>2</m:t>
                        </m:r>
                      </m:sub>
                    </m:sSub>
                  </m:oMath>
                </a14:m>
                <a:r>
                  <a:rPr lang="en-US" altLang="zh-CN" sz="2000"/>
                  <a:t>⋅</a:t>
                </a:r>
                <a14:m>
                  <m:oMath xmlns:m="http://schemas.openxmlformats.org/officeDocument/2006/math">
                    <m:sSub>
                      <m:sSubPr>
                        <m:ctrlPr>
                          <a:rPr lang="en-US" altLang="zh-CN" sz="2000" i="1">
                            <a:latin typeface="Cambria Math" panose="02040503050406030204" charset="0"/>
                            <a:cs typeface="Cambria Math" panose="02040503050406030204" charset="0"/>
                          </a:rPr>
                        </m:ctrlPr>
                      </m:sSubPr>
                      <m:e>
                        <m:r>
                          <a:rPr lang="en-US" altLang="zh-CN" sz="2000" i="1">
                            <a:latin typeface="Cambria Math" panose="02040503050406030204" charset="0"/>
                            <a:cs typeface="Cambria Math" panose="02040503050406030204" charset="0"/>
                          </a:rPr>
                          <m:t>𝑎</m:t>
                        </m:r>
                      </m:e>
                      <m:sub>
                        <m:r>
                          <a:rPr lang="en-US" altLang="zh-CN" sz="2000" i="1">
                            <a:latin typeface="Cambria Math" panose="02040503050406030204" charset="0"/>
                            <a:cs typeface="Cambria Math" panose="02040503050406030204" charset="0"/>
                          </a:rPr>
                          <m:t>1</m:t>
                        </m:r>
                      </m:sub>
                    </m:sSub>
                  </m:oMath>
                </a14:m>
                <a:r>
                  <a:rPr lang="en-US" altLang="zh-CN" sz="2000"/>
                  <a:t>+</a:t>
                </a:r>
                <a14:m>
                  <m:oMath xmlns:m="http://schemas.openxmlformats.org/officeDocument/2006/math">
                    <m:sSub>
                      <m:sSubPr>
                        <m:ctrlPr>
                          <a:rPr lang="en-US" altLang="zh-CN" sz="2000" i="1">
                            <a:latin typeface="Cambria Math" panose="02040503050406030204" charset="0"/>
                            <a:cs typeface="Cambria Math" panose="02040503050406030204" charset="0"/>
                          </a:rPr>
                        </m:ctrlPr>
                      </m:sSubPr>
                      <m:e>
                        <m:r>
                          <a:rPr lang="en-US" altLang="zh-CN" sz="2000" i="1">
                            <a:latin typeface="Cambria Math" panose="02040503050406030204" charset="0"/>
                            <a:cs typeface="Cambria Math" panose="02040503050406030204" charset="0"/>
                          </a:rPr>
                          <m:t>𝑏</m:t>
                        </m:r>
                      </m:e>
                      <m:sub>
                        <m:r>
                          <a:rPr lang="en-US" altLang="zh-CN" sz="2000" i="1">
                            <a:latin typeface="Cambria Math" panose="02040503050406030204" charset="0"/>
                            <a:cs typeface="Cambria Math" panose="02040503050406030204" charset="0"/>
                          </a:rPr>
                          <m:t>2</m:t>
                        </m:r>
                      </m:sub>
                    </m:sSub>
                  </m:oMath>
                </a14:m>
                <a:r>
                  <a:rPr lang="en-US" altLang="zh-CN" sz="2000"/>
                  <a:t>)</a:t>
                </a:r>
                <a:endParaRPr lang="en-US" altLang="zh-CN" sz="2000"/>
              </a:p>
              <a:p>
                <a:r>
                  <a:rPr lang="en-US" altLang="zh-CN" sz="2000"/>
                  <a:t>    ⋮</a:t>
                </a:r>
                <a:endParaRPr lang="en-US" altLang="zh-CN" sz="2000"/>
              </a:p>
              <a:p>
                <a14:m>
                  <m:oMath xmlns:m="http://schemas.openxmlformats.org/officeDocument/2006/math">
                    <m:sSub>
                      <m:sSubPr>
                        <m:ctrlPr>
                          <a:rPr lang="en-US" altLang="zh-CN" sz="2000" i="1">
                            <a:latin typeface="Cambria Math" panose="02040503050406030204" charset="0"/>
                            <a:cs typeface="Cambria Math" panose="02040503050406030204" charset="0"/>
                          </a:rPr>
                        </m:ctrlPr>
                      </m:sSubPr>
                      <m:e>
                        <m:r>
                          <a:rPr lang="en-US" altLang="zh-CN" sz="2000" i="1">
                            <a:latin typeface="Cambria Math" panose="02040503050406030204" charset="0"/>
                            <a:cs typeface="Cambria Math" panose="02040503050406030204" charset="0"/>
                          </a:rPr>
                          <m:t>𝑎</m:t>
                        </m:r>
                      </m:e>
                      <m:sub>
                        <m:r>
                          <a:rPr lang="en-US" altLang="zh-CN" sz="2000" i="1">
                            <a:latin typeface="Cambria Math" panose="02040503050406030204" charset="0"/>
                            <a:cs typeface="Cambria Math" panose="02040503050406030204" charset="0"/>
                          </a:rPr>
                          <m:t>𝐿</m:t>
                        </m:r>
                      </m:sub>
                    </m:sSub>
                  </m:oMath>
                </a14:m>
                <a:r>
                  <a:rPr lang="en-US" altLang="zh-CN" sz="2000"/>
                  <a:t>=g(</a:t>
                </a:r>
                <a14:m>
                  <m:oMath xmlns:m="http://schemas.openxmlformats.org/officeDocument/2006/math">
                    <m:sSub>
                      <m:sSubPr>
                        <m:ctrlPr>
                          <a:rPr lang="en-US" altLang="zh-CN" sz="2000" i="1">
                            <a:latin typeface="Cambria Math" panose="02040503050406030204" charset="0"/>
                            <a:cs typeface="Cambria Math" panose="02040503050406030204" charset="0"/>
                          </a:rPr>
                        </m:ctrlPr>
                      </m:sSubPr>
                      <m:e>
                        <m:r>
                          <a:rPr lang="en-US" altLang="zh-CN" sz="2000" i="1">
                            <a:latin typeface="Cambria Math" panose="02040503050406030204" charset="0"/>
                            <a:cs typeface="Cambria Math" panose="02040503050406030204" charset="0"/>
                          </a:rPr>
                          <m:t>𝑊</m:t>
                        </m:r>
                      </m:e>
                      <m:sub>
                        <m:r>
                          <a:rPr lang="en-US" altLang="zh-CN" sz="2000" i="1">
                            <a:latin typeface="Cambria Math" panose="02040503050406030204" charset="0"/>
                            <a:cs typeface="Cambria Math" panose="02040503050406030204" charset="0"/>
                          </a:rPr>
                          <m:t>𝐿</m:t>
                        </m:r>
                      </m:sub>
                    </m:sSub>
                  </m:oMath>
                </a14:m>
                <a:r>
                  <a:rPr lang="en-US" altLang="zh-CN" sz="2000"/>
                  <a:t>⋅</a:t>
                </a:r>
                <a14:m>
                  <m:oMath xmlns:m="http://schemas.openxmlformats.org/officeDocument/2006/math">
                    <m:sSub>
                      <m:sSubPr>
                        <m:ctrlPr>
                          <a:rPr lang="en-US" altLang="zh-CN" sz="2000" i="1">
                            <a:latin typeface="Cambria Math" panose="02040503050406030204" charset="0"/>
                            <a:cs typeface="Cambria Math" panose="02040503050406030204" charset="0"/>
                          </a:rPr>
                        </m:ctrlPr>
                      </m:sSubPr>
                      <m:e>
                        <m:r>
                          <a:rPr lang="en-US" altLang="zh-CN" sz="2000" i="1">
                            <a:latin typeface="Cambria Math" panose="02040503050406030204" charset="0"/>
                            <a:cs typeface="Cambria Math" panose="02040503050406030204" charset="0"/>
                          </a:rPr>
                          <m:t>𝑎</m:t>
                        </m:r>
                      </m:e>
                      <m:sub>
                        <m:r>
                          <a:rPr lang="en-US" altLang="zh-CN" sz="2000" i="1">
                            <a:latin typeface="Cambria Math" panose="02040503050406030204" charset="0"/>
                            <a:cs typeface="Cambria Math" panose="02040503050406030204" charset="0"/>
                          </a:rPr>
                          <m:t>𝐿</m:t>
                        </m:r>
                        <m:r>
                          <a:rPr lang="en-US" altLang="zh-CN" sz="2000" i="1">
                            <a:latin typeface="Cambria Math" panose="02040503050406030204" charset="0"/>
                            <a:cs typeface="Cambria Math" panose="02040503050406030204" charset="0"/>
                          </a:rPr>
                          <m:t>−</m:t>
                        </m:r>
                        <m:r>
                          <a:rPr lang="en-US" altLang="zh-CN" sz="2000" i="1">
                            <a:latin typeface="Cambria Math" panose="02040503050406030204" charset="0"/>
                            <a:cs typeface="Cambria Math" panose="02040503050406030204" charset="0"/>
                          </a:rPr>
                          <m:t>1</m:t>
                        </m:r>
                      </m:sub>
                    </m:sSub>
                  </m:oMath>
                </a14:m>
                <a:r>
                  <a:rPr lang="en-US" altLang="zh-CN" sz="2000"/>
                  <a:t>+</a:t>
                </a:r>
                <a14:m>
                  <m:oMath xmlns:m="http://schemas.openxmlformats.org/officeDocument/2006/math">
                    <m:sSub>
                      <m:sSubPr>
                        <m:ctrlPr>
                          <a:rPr lang="en-US" altLang="zh-CN" sz="2000" i="1">
                            <a:latin typeface="Cambria Math" panose="02040503050406030204" charset="0"/>
                            <a:cs typeface="Cambria Math" panose="02040503050406030204" charset="0"/>
                          </a:rPr>
                        </m:ctrlPr>
                      </m:sSubPr>
                      <m:e>
                        <m:r>
                          <a:rPr lang="en-US" altLang="zh-CN" sz="2000" i="1">
                            <a:latin typeface="Cambria Math" panose="02040503050406030204" charset="0"/>
                            <a:cs typeface="Cambria Math" panose="02040503050406030204" charset="0"/>
                          </a:rPr>
                          <m:t>𝑏</m:t>
                        </m:r>
                      </m:e>
                      <m:sub>
                        <m:r>
                          <a:rPr lang="en-US" altLang="zh-CN" sz="2000" i="1">
                            <a:latin typeface="Cambria Math" panose="02040503050406030204" charset="0"/>
                            <a:cs typeface="Cambria Math" panose="02040503050406030204" charset="0"/>
                          </a:rPr>
                          <m:t>𝐿</m:t>
                        </m:r>
                      </m:sub>
                    </m:sSub>
                  </m:oMath>
                </a14:m>
                <a:r>
                  <a:rPr lang="en-US" altLang="zh-CN" sz="2000"/>
                  <a:t>)</a:t>
                </a:r>
                <a:endParaRPr lang="en-US" altLang="zh-CN" sz="2000"/>
              </a:p>
              <a:p>
                <a:endParaRPr lang="en-US" altLang="zh-CN" sz="2000"/>
              </a:p>
              <a:p>
                <a:r>
                  <a:rPr lang="zh-CN" altLang="en-US" sz="2000"/>
                  <a:t>最终输出</a:t>
                </a:r>
                <a14:m>
                  <m:oMath xmlns:m="http://schemas.openxmlformats.org/officeDocument/2006/math">
                    <m:sSub>
                      <m:sSubPr>
                        <m:ctrlPr>
                          <a:rPr lang="en-US" altLang="zh-CN" sz="2000" i="1">
                            <a:latin typeface="Cambria Math" panose="02040503050406030204" charset="0"/>
                            <a:cs typeface="Cambria Math" panose="02040503050406030204" charset="0"/>
                          </a:rPr>
                        </m:ctrlPr>
                      </m:sSubPr>
                      <m:e>
                        <m:r>
                          <a:rPr lang="en-US" altLang="zh-CN" sz="2000" i="1">
                            <a:latin typeface="Cambria Math" panose="02040503050406030204" charset="0"/>
                            <a:cs typeface="Cambria Math" panose="02040503050406030204" charset="0"/>
                          </a:rPr>
                          <m:t>𝑦</m:t>
                        </m:r>
                      </m:e>
                      <m:sub>
                        <m:r>
                          <a:rPr lang="en-US" altLang="zh-CN" sz="2000" i="1">
                            <a:latin typeface="Cambria Math" panose="02040503050406030204" charset="0"/>
                            <a:cs typeface="Cambria Math" panose="02040503050406030204" charset="0"/>
                          </a:rPr>
                          <m:t>ℎ𝑎𝑡</m:t>
                        </m:r>
                      </m:sub>
                    </m:sSub>
                  </m:oMath>
                </a14:m>
                <a:r>
                  <a:rPr lang="en-US" altLang="zh-CN" sz="2000"/>
                  <a:t>=</a:t>
                </a:r>
                <a14:m>
                  <m:oMath xmlns:m="http://schemas.openxmlformats.org/officeDocument/2006/math">
                    <m:sSub>
                      <m:sSubPr>
                        <m:ctrlPr>
                          <a:rPr lang="en-US" altLang="zh-CN" sz="2000" i="1">
                            <a:latin typeface="Cambria Math" panose="02040503050406030204" charset="0"/>
                            <a:cs typeface="Cambria Math" panose="02040503050406030204" charset="0"/>
                          </a:rPr>
                        </m:ctrlPr>
                      </m:sSubPr>
                      <m:e>
                        <m:r>
                          <a:rPr lang="en-US" altLang="zh-CN" sz="2000" i="1">
                            <a:latin typeface="Cambria Math" panose="02040503050406030204" charset="0"/>
                            <a:cs typeface="Cambria Math" panose="02040503050406030204" charset="0"/>
                          </a:rPr>
                          <m:t>𝑎</m:t>
                        </m:r>
                      </m:e>
                      <m:sub>
                        <m:r>
                          <a:rPr lang="en-US" altLang="zh-CN" sz="2000" i="1">
                            <a:latin typeface="Cambria Math" panose="02040503050406030204" charset="0"/>
                            <a:cs typeface="Cambria Math" panose="02040503050406030204" charset="0"/>
                          </a:rPr>
                          <m:t>𝐿</m:t>
                        </m:r>
                      </m:sub>
                    </m:sSub>
                  </m:oMath>
                </a14:m>
                <a:r>
                  <a:rPr lang="zh-CN" altLang="en-US" sz="2000"/>
                  <a:t>用于计算损失</a:t>
                </a:r>
                <a:r>
                  <a:rPr lang="en-US" altLang="en-US" sz="2000"/>
                  <a:t>ℒ(</a:t>
                </a:r>
                <a:r>
                  <a:rPr lang="en-US" sz="2000"/>
                  <a:t>y</a:t>
                </a:r>
                <a:r>
                  <a:rPr lang="en-US" altLang="zh-CN" sz="2000"/>
                  <a:t>,</a:t>
                </a:r>
                <a14:m>
                  <m:oMath xmlns:m="http://schemas.openxmlformats.org/officeDocument/2006/math">
                    <m:sSub>
                      <m:sSubPr>
                        <m:ctrlPr>
                          <a:rPr lang="en-US" altLang="zh-CN" sz="2000" i="1">
                            <a:latin typeface="Cambria Math" panose="02040503050406030204" charset="0"/>
                            <a:cs typeface="Cambria Math" panose="02040503050406030204" charset="0"/>
                          </a:rPr>
                        </m:ctrlPr>
                      </m:sSubPr>
                      <m:e>
                        <m:r>
                          <a:rPr lang="en-US" altLang="zh-CN" sz="2000" i="1">
                            <a:latin typeface="Cambria Math" panose="02040503050406030204" charset="0"/>
                            <a:cs typeface="Cambria Math" panose="02040503050406030204" charset="0"/>
                          </a:rPr>
                          <m:t>𝑦</m:t>
                        </m:r>
                      </m:e>
                      <m:sub>
                        <m:r>
                          <a:rPr lang="en-US" altLang="zh-CN" sz="2000" i="1">
                            <a:latin typeface="Cambria Math" panose="02040503050406030204" charset="0"/>
                            <a:cs typeface="Cambria Math" panose="02040503050406030204" charset="0"/>
                          </a:rPr>
                          <m:t>ℎ𝑎𝑡</m:t>
                        </m:r>
                      </m:sub>
                    </m:sSub>
                  </m:oMath>
                </a14:m>
                <a:r>
                  <a:rPr lang="en-US" altLang="zh-CN" sz="2000"/>
                  <a:t>)。</a:t>
                </a:r>
                <a:endParaRPr lang="en-US" altLang="zh-CN" sz="2000"/>
              </a:p>
            </p:txBody>
          </p:sp>
        </mc:Choice>
        <mc:Fallback>
          <p:sp>
            <p:nvSpPr>
              <p:cNvPr id="23" name="文本框 22"/>
              <p:cNvSpPr txBox="1">
                <a:spLocks noRot="1" noChangeAspect="1" noMove="1" noResize="1" noEditPoints="1" noAdjustHandles="1" noChangeArrowheads="1" noChangeShapeType="1" noTextEdit="1"/>
              </p:cNvSpPr>
              <p:nvPr/>
            </p:nvSpPr>
            <p:spPr>
              <a:xfrm>
                <a:off x="208280" y="934085"/>
                <a:ext cx="6112510" cy="3844925"/>
              </a:xfrm>
              <a:prstGeom prst="rect">
                <a:avLst/>
              </a:prstGeom>
              <a:blipFill rotWithShape="1">
                <a:blip r:embed="rId2"/>
                <a:stretch>
                  <a:fillRect/>
                </a:stretch>
              </a:blipFill>
            </p:spPr>
            <p:txBody>
              <a:bodyPr/>
              <a:lstStyle/>
              <a:p>
                <a:r>
                  <a:rPr lang="zh-CN" altLang="en-US">
                    <a:noFill/>
                  </a:rPr>
                  <a:t> </a:t>
                </a:r>
              </a:p>
            </p:txBody>
          </p:sp>
        </mc:Fallback>
      </mc:AlternateContent>
      <p:sp>
        <p:nvSpPr>
          <p:cNvPr id="24" name="文本框 23"/>
          <p:cNvSpPr txBox="1"/>
          <p:nvPr/>
        </p:nvSpPr>
        <p:spPr>
          <a:xfrm>
            <a:off x="6363335" y="470535"/>
            <a:ext cx="5744210" cy="1198880"/>
          </a:xfrm>
          <a:prstGeom prst="rect">
            <a:avLst/>
          </a:prstGeom>
          <a:noFill/>
        </p:spPr>
        <p:txBody>
          <a:bodyPr wrap="square" rtlCol="0">
            <a:spAutoFit/>
          </a:bodyPr>
          <a:p>
            <a:r>
              <a:rPr lang="zh-CN" altLang="en-US"/>
              <a:t>反向传播（</a:t>
            </a:r>
            <a:r>
              <a:rPr lang="en-US" altLang="zh-CN"/>
              <a:t>Backpropagation）</a:t>
            </a:r>
            <a:r>
              <a:rPr lang="zh-CN" altLang="en-US"/>
              <a:t>的核心是链式法则：计算损失对每个参数的梯度时，需要从输出层逐层反传回来。每个参数接收到的梯度，取决于它对最终损失的影响路径。</a:t>
            </a:r>
            <a:endParaRPr lang="zh-CN" altLang="en-US"/>
          </a:p>
        </p:txBody>
      </p:sp>
      <p:sp>
        <p:nvSpPr>
          <p:cNvPr id="25" name="文本框 24"/>
          <p:cNvSpPr txBox="1"/>
          <p:nvPr/>
        </p:nvSpPr>
        <p:spPr>
          <a:xfrm>
            <a:off x="6363335" y="1890395"/>
            <a:ext cx="4064000" cy="368300"/>
          </a:xfrm>
          <a:prstGeom prst="rect">
            <a:avLst/>
          </a:prstGeom>
          <a:noFill/>
        </p:spPr>
        <p:txBody>
          <a:bodyPr wrap="square" rtlCol="0">
            <a:spAutoFit/>
          </a:bodyPr>
          <a:p>
            <a:r>
              <a:rPr lang="zh-CN" altLang="en-US"/>
              <a:t>如果</a:t>
            </a:r>
            <a:r>
              <a:rPr lang="en-US" altLang="zh-CN"/>
              <a:t>y=f(u)，u=g(x)，</a:t>
            </a:r>
            <a:r>
              <a:rPr lang="zh-CN" altLang="en-US"/>
              <a:t>则：</a:t>
            </a:r>
            <a:endParaRPr lang="en-US" altLang="zh-CN"/>
          </a:p>
        </p:txBody>
      </p:sp>
      <p:pic>
        <p:nvPicPr>
          <p:cNvPr id="26" name="图片 25"/>
          <p:cNvPicPr>
            <a:picLocks noChangeAspect="1"/>
          </p:cNvPicPr>
          <p:nvPr/>
        </p:nvPicPr>
        <p:blipFill>
          <a:blip r:embed="rId3"/>
          <a:stretch>
            <a:fillRect/>
          </a:stretch>
        </p:blipFill>
        <p:spPr>
          <a:xfrm>
            <a:off x="9302750" y="1610995"/>
            <a:ext cx="1724025" cy="838200"/>
          </a:xfrm>
          <a:prstGeom prst="rect">
            <a:avLst/>
          </a:prstGeom>
        </p:spPr>
      </p:pic>
      <p:pic>
        <p:nvPicPr>
          <p:cNvPr id="29" name="图片 28"/>
          <p:cNvPicPr>
            <a:picLocks noChangeAspect="1"/>
          </p:cNvPicPr>
          <p:nvPr/>
        </p:nvPicPr>
        <p:blipFill>
          <a:blip r:embed="rId4"/>
          <a:stretch>
            <a:fillRect/>
          </a:stretch>
        </p:blipFill>
        <p:spPr>
          <a:xfrm>
            <a:off x="7752080" y="2479675"/>
            <a:ext cx="3810000" cy="676275"/>
          </a:xfrm>
          <a:prstGeom prst="rect">
            <a:avLst/>
          </a:prstGeom>
        </p:spPr>
      </p:pic>
      <p:sp>
        <p:nvSpPr>
          <p:cNvPr id="30" name="文本框 29"/>
          <p:cNvSpPr txBox="1"/>
          <p:nvPr/>
        </p:nvSpPr>
        <p:spPr>
          <a:xfrm>
            <a:off x="6363335" y="2540000"/>
            <a:ext cx="4064000" cy="368300"/>
          </a:xfrm>
          <a:prstGeom prst="rect">
            <a:avLst/>
          </a:prstGeom>
          <a:noFill/>
        </p:spPr>
        <p:txBody>
          <a:bodyPr wrap="square" rtlCol="0">
            <a:spAutoFit/>
          </a:bodyPr>
          <a:p>
            <a:r>
              <a:rPr lang="zh-CN" altLang="en-US"/>
              <a:t>链式</a:t>
            </a:r>
            <a:r>
              <a:rPr lang="zh-CN" altLang="en-US"/>
              <a:t>法则：</a:t>
            </a:r>
            <a:endParaRPr lang="zh-CN" altLang="en-US"/>
          </a:p>
        </p:txBody>
      </p:sp>
      <mc:AlternateContent xmlns:mc="http://schemas.openxmlformats.org/markup-compatibility/2006">
        <mc:Choice xmlns:a14="http://schemas.microsoft.com/office/drawing/2010/main" Requires="a14">
          <p:sp>
            <p:nvSpPr>
              <p:cNvPr id="31" name="文本框 30"/>
              <p:cNvSpPr txBox="1"/>
              <p:nvPr/>
            </p:nvSpPr>
            <p:spPr>
              <a:xfrm>
                <a:off x="5493385" y="3162935"/>
                <a:ext cx="5412105" cy="3702050"/>
              </a:xfrm>
              <a:prstGeom prst="rect">
                <a:avLst/>
              </a:prstGeom>
              <a:noFill/>
            </p:spPr>
            <p:txBody>
              <a:bodyPr wrap="square" rtlCol="0">
                <a:spAutoFit/>
              </a:bodyPr>
              <a:p>
                <a:r>
                  <a:rPr lang="en-US" altLang="zh-CN"/>
                  <a:t>Step 1: </a:t>
                </a:r>
                <a:r>
                  <a:rPr lang="zh-CN" altLang="en-US"/>
                  <a:t>正向传播，计算所有</a:t>
                </a:r>
                <a14:m>
                  <m:oMath xmlns:m="http://schemas.openxmlformats.org/officeDocument/2006/math">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𝑎</m:t>
                        </m:r>
                      </m:e>
                      <m:sub>
                        <m:r>
                          <a:rPr lang="en-US" altLang="zh-CN" i="1">
                            <a:latin typeface="Cambria Math" panose="02040503050406030204" charset="0"/>
                            <a:cs typeface="Cambria Math" panose="02040503050406030204" charset="0"/>
                          </a:rPr>
                          <m:t>𝑙</m:t>
                        </m:r>
                      </m:sub>
                    </m:sSub>
                  </m:oMath>
                </a14:m>
                <a:r>
                  <a:rPr lang="zh-CN" altLang="en-US"/>
                  <a:t>和</a:t>
                </a:r>
                <a14:m>
                  <m:oMath xmlns:m="http://schemas.openxmlformats.org/officeDocument/2006/math">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𝑧</m:t>
                        </m:r>
                      </m:e>
                      <m:sub>
                        <m:r>
                          <a:rPr lang="en-US" altLang="zh-CN" i="1">
                            <a:latin typeface="Cambria Math" panose="02040503050406030204" charset="0"/>
                            <a:cs typeface="Cambria Math" panose="02040503050406030204" charset="0"/>
                          </a:rPr>
                          <m:t>𝑙</m:t>
                        </m:r>
                      </m:sub>
                    </m:sSub>
                  </m:oMath>
                </a14:m>
                <a:endParaRPr lang="en-US" altLang="zh-CN"/>
              </a:p>
              <a:p>
                <a:r>
                  <a:rPr lang="en-US" altLang="zh-CN"/>
                  <a:t>    ↓</a:t>
                </a:r>
                <a:endParaRPr lang="en-US" altLang="zh-CN"/>
              </a:p>
              <a:p>
                <a:r>
                  <a:rPr lang="en-US" altLang="zh-CN"/>
                  <a:t>Step 2: </a:t>
                </a:r>
                <a:r>
                  <a:rPr lang="zh-CN" altLang="en-US"/>
                  <a:t>计算输出层误差 </a:t>
                </a:r>
                <a14:m>
                  <m:oMath xmlns:m="http://schemas.openxmlformats.org/officeDocument/2006/math">
                    <m:sSub>
                      <m:sSubPr>
                        <m:ctrlPr>
                          <a:rPr lang="en-US" altLang="zh-CN" i="1">
                            <a:latin typeface="Cambria Math" panose="02040503050406030204" charset="0"/>
                            <a:cs typeface="Cambria Math" panose="02040503050406030204" charset="0"/>
                          </a:rPr>
                        </m:ctrlPr>
                      </m:sSubPr>
                      <m:e>
                        <m:r>
                          <m:rPr>
                            <m:sty m:val="p"/>
                          </m:rPr>
                          <a:rPr lang="en-US" altLang="zh-CN">
                            <a:latin typeface="Cambria Math" panose="02040503050406030204" charset="0"/>
                            <a:cs typeface="Cambria Math" panose="02040503050406030204" charset="0"/>
                          </a:rPr>
                          <m:t>δ</m:t>
                        </m:r>
                      </m:e>
                      <m:sub>
                        <m:r>
                          <a:rPr lang="en-US" altLang="zh-CN" i="1">
                            <a:latin typeface="Cambria Math" panose="02040503050406030204" charset="0"/>
                            <a:cs typeface="Cambria Math" panose="02040503050406030204" charset="0"/>
                          </a:rPr>
                          <m:t>𝐿</m:t>
                        </m:r>
                      </m:sub>
                    </m:sSub>
                  </m:oMath>
                </a14:m>
                <a:endParaRPr lang="en-US" altLang="zh-CN"/>
              </a:p>
              <a:p>
                <a:r>
                  <a:rPr lang="en-US" altLang="zh-CN"/>
                  <a:t>    ↓</a:t>
                </a:r>
                <a:endParaRPr lang="en-US" altLang="zh-CN"/>
              </a:p>
              <a:p>
                <a:r>
                  <a:rPr lang="en-US" altLang="zh-CN"/>
                  <a:t>Step 3: </a:t>
                </a:r>
                <a:r>
                  <a:rPr lang="zh-CN" altLang="en-US"/>
                  <a:t>反向传递 </a:t>
                </a:r>
                <a:r>
                  <a:rPr lang="en-US" altLang="zh-CN"/>
                  <a:t>for i = L, L-1, ..., 1:</a:t>
                </a:r>
                <a:endParaRPr lang="en-US" altLang="zh-CN"/>
              </a:p>
              <a:p>
                <a:r>
                  <a:rPr lang="en-US" altLang="zh-CN"/>
                  <a:t>     </a:t>
                </a:r>
                <a:endParaRPr lang="en-US" altLang="zh-CN"/>
              </a:p>
              <a:p>
                <a:endParaRPr lang="en-US" altLang="zh-CN"/>
              </a:p>
              <a:p>
                <a:endParaRPr lang="en-US" altLang="zh-CN"/>
              </a:p>
              <a:p>
                <a:endParaRPr lang="en-US" altLang="zh-CN"/>
              </a:p>
              <a:p>
                <a:r>
                  <a:rPr lang="en-US" altLang="zh-CN"/>
                  <a:t>    ↓</a:t>
                </a:r>
                <a:endParaRPr lang="en-US" altLang="zh-CN"/>
              </a:p>
              <a:p>
                <a:r>
                  <a:rPr lang="en-US" altLang="zh-CN"/>
                  <a:t>Step 4: </a:t>
                </a:r>
                <a:r>
                  <a:rPr lang="zh-CN" altLang="en-US"/>
                  <a:t>使用梯度更新参数:</a:t>
                </a:r>
                <a:endParaRPr lang="zh-CN" altLang="en-US"/>
              </a:p>
              <a:p>
                <a:r>
                  <a:rPr lang="en-US" altLang="zh-CN"/>
                  <a:t>    </a:t>
                </a:r>
                <a14:m>
                  <m:oMath xmlns:m="http://schemas.openxmlformats.org/officeDocument/2006/math">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𝑊</m:t>
                        </m:r>
                      </m:e>
                      <m:sub>
                        <m:r>
                          <a:rPr lang="en-US" altLang="zh-CN" i="1">
                            <a:latin typeface="Cambria Math" panose="02040503050406030204" charset="0"/>
                            <a:cs typeface="Cambria Math" panose="02040503050406030204" charset="0"/>
                          </a:rPr>
                          <m:t>𝑙</m:t>
                        </m:r>
                      </m:sub>
                    </m:sSub>
                  </m:oMath>
                </a14:m>
                <a:r>
                  <a:rPr lang="en-US" altLang="zh-CN"/>
                  <a:t> = </a:t>
                </a:r>
                <a14:m>
                  <m:oMath xmlns:m="http://schemas.openxmlformats.org/officeDocument/2006/math">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𝑊</m:t>
                        </m:r>
                      </m:e>
                      <m:sub>
                        <m:r>
                          <a:rPr lang="en-US" altLang="zh-CN" i="1">
                            <a:latin typeface="Cambria Math" panose="02040503050406030204" charset="0"/>
                            <a:cs typeface="Cambria Math" panose="02040503050406030204" charset="0"/>
                          </a:rPr>
                          <m:t>𝑙</m:t>
                        </m:r>
                      </m:sub>
                    </m:sSub>
                  </m:oMath>
                </a14:m>
                <a:r>
                  <a:rPr lang="en-US" altLang="zh-CN"/>
                  <a:t> - η · ∂L/∂</a:t>
                </a:r>
                <a14:m>
                  <m:oMath xmlns:m="http://schemas.openxmlformats.org/officeDocument/2006/math">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𝑊</m:t>
                        </m:r>
                      </m:e>
                      <m:sub>
                        <m:r>
                          <a:rPr lang="en-US" altLang="zh-CN" i="1">
                            <a:latin typeface="Cambria Math" panose="02040503050406030204" charset="0"/>
                            <a:cs typeface="Cambria Math" panose="02040503050406030204" charset="0"/>
                          </a:rPr>
                          <m:t>𝑙</m:t>
                        </m:r>
                      </m:sub>
                    </m:sSub>
                  </m:oMath>
                </a14:m>
                <a:endParaRPr lang="en-US" altLang="zh-CN"/>
              </a:p>
              <a:p>
                <a:r>
                  <a:rPr lang="en-US" altLang="zh-CN"/>
                  <a:t>   </a:t>
                </a:r>
                <a14:m>
                  <m:oMath xmlns:m="http://schemas.openxmlformats.org/officeDocument/2006/math">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rPr>
                          <m:t>𝑏</m:t>
                        </m:r>
                      </m:e>
                      <m:sub>
                        <m:r>
                          <a:rPr lang="en-US" altLang="zh-CN" i="1">
                            <a:latin typeface="Cambria Math" panose="02040503050406030204" charset="0"/>
                            <a:cs typeface="Cambria Math" panose="02040503050406030204" charset="0"/>
                          </a:rPr>
                          <m:t>𝑙</m:t>
                        </m:r>
                      </m:sub>
                    </m:sSub>
                  </m:oMath>
                </a14:m>
                <a:r>
                  <a:rPr lang="en-US" altLang="zh-CN"/>
                  <a:t> = </a:t>
                </a:r>
                <a14:m>
                  <m:oMath xmlns:m="http://schemas.openxmlformats.org/officeDocument/2006/math">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rPr>
                          <m:t>𝑏</m:t>
                        </m:r>
                      </m:e>
                      <m:sub>
                        <m:r>
                          <a:rPr lang="en-US" altLang="zh-CN" i="1">
                            <a:latin typeface="Cambria Math" panose="02040503050406030204" charset="0"/>
                            <a:cs typeface="Cambria Math" panose="02040503050406030204" charset="0"/>
                          </a:rPr>
                          <m:t>𝑙</m:t>
                        </m:r>
                      </m:sub>
                    </m:sSub>
                  </m:oMath>
                </a14:m>
                <a:r>
                  <a:rPr lang="en-US" altLang="zh-CN"/>
                  <a:t> - η · ∂L/∂</a:t>
                </a:r>
                <a14:m>
                  <m:oMath xmlns:m="http://schemas.openxmlformats.org/officeDocument/2006/math">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rPr>
                          <m:t>𝑏</m:t>
                        </m:r>
                      </m:e>
                      <m:sub>
                        <m:r>
                          <a:rPr lang="en-US" altLang="zh-CN" i="1">
                            <a:latin typeface="Cambria Math" panose="02040503050406030204" charset="0"/>
                            <a:cs typeface="Cambria Math" panose="02040503050406030204" charset="0"/>
                          </a:rPr>
                          <m:t>𝑙</m:t>
                        </m:r>
                      </m:sub>
                    </m:sSub>
                  </m:oMath>
                </a14:m>
                <a:endParaRPr lang="en-US" altLang="zh-CN"/>
              </a:p>
            </p:txBody>
          </p:sp>
        </mc:Choice>
        <mc:Fallback>
          <p:sp>
            <p:nvSpPr>
              <p:cNvPr id="31" name="文本框 30"/>
              <p:cNvSpPr txBox="1">
                <a:spLocks noRot="1" noChangeAspect="1" noMove="1" noResize="1" noEditPoints="1" noAdjustHandles="1" noChangeArrowheads="1" noChangeShapeType="1" noTextEdit="1"/>
              </p:cNvSpPr>
              <p:nvPr/>
            </p:nvSpPr>
            <p:spPr>
              <a:xfrm>
                <a:off x="5493385" y="3162935"/>
                <a:ext cx="5412105" cy="3702050"/>
              </a:xfrm>
              <a:prstGeom prst="rect">
                <a:avLst/>
              </a:prstGeom>
              <a:blipFill rotWithShape="1">
                <a:blip r:embed="rId5"/>
                <a:stretch>
                  <a:fillRect/>
                </a:stretch>
              </a:blipFill>
            </p:spPr>
            <p:txBody>
              <a:bodyPr/>
              <a:lstStyle/>
              <a:p>
                <a:r>
                  <a:rPr lang="zh-CN" altLang="en-US">
                    <a:noFill/>
                  </a:rPr>
                  <a:t> </a:t>
                </a:r>
              </a:p>
            </p:txBody>
          </p:sp>
        </mc:Fallback>
      </mc:AlternateContent>
      <p:pic>
        <p:nvPicPr>
          <p:cNvPr id="32" name="图片 31"/>
          <p:cNvPicPr>
            <a:picLocks noChangeAspect="1"/>
          </p:cNvPicPr>
          <p:nvPr/>
        </p:nvPicPr>
        <p:blipFill>
          <a:blip r:embed="rId6"/>
          <a:stretch>
            <a:fillRect/>
          </a:stretch>
        </p:blipFill>
        <p:spPr>
          <a:xfrm>
            <a:off x="6017895" y="4617085"/>
            <a:ext cx="2905125" cy="442595"/>
          </a:xfrm>
          <a:prstGeom prst="rect">
            <a:avLst/>
          </a:prstGeom>
        </p:spPr>
      </p:pic>
      <p:pic>
        <p:nvPicPr>
          <p:cNvPr id="33" name="图片 32"/>
          <p:cNvPicPr>
            <a:picLocks noChangeAspect="1"/>
          </p:cNvPicPr>
          <p:nvPr/>
        </p:nvPicPr>
        <p:blipFill>
          <a:blip r:embed="rId7"/>
          <a:stretch>
            <a:fillRect/>
          </a:stretch>
        </p:blipFill>
        <p:spPr>
          <a:xfrm>
            <a:off x="9184005" y="4617085"/>
            <a:ext cx="1494790" cy="647700"/>
          </a:xfrm>
          <a:prstGeom prst="rect">
            <a:avLst/>
          </a:prstGeom>
        </p:spPr>
      </p:pic>
      <p:pic>
        <p:nvPicPr>
          <p:cNvPr id="34" name="图片 33"/>
          <p:cNvPicPr>
            <a:picLocks noChangeAspect="1"/>
          </p:cNvPicPr>
          <p:nvPr/>
        </p:nvPicPr>
        <p:blipFill>
          <a:blip r:embed="rId8"/>
          <a:stretch>
            <a:fillRect/>
          </a:stretch>
        </p:blipFill>
        <p:spPr>
          <a:xfrm>
            <a:off x="6017895" y="5166360"/>
            <a:ext cx="744220" cy="56134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p:sp>
        <p:nvSpPr>
          <p:cNvPr id="25" name="文本框 24"/>
          <p:cNvSpPr txBox="1"/>
          <p:nvPr/>
        </p:nvSpPr>
        <p:spPr>
          <a:xfrm>
            <a:off x="201930" y="885190"/>
            <a:ext cx="11398250" cy="922020"/>
          </a:xfrm>
          <a:prstGeom prst="rect">
            <a:avLst/>
          </a:prstGeom>
          <a:noFill/>
        </p:spPr>
        <p:txBody>
          <a:bodyPr wrap="square" rtlCol="0">
            <a:spAutoFit/>
          </a:bodyPr>
          <a:p>
            <a:r>
              <a:rPr lang="en-US" altLang="zh-CN"/>
              <a:t>       </a:t>
            </a:r>
            <a:r>
              <a:rPr lang="zh-CN" altLang="en-US"/>
              <a:t>梯度下降法的核心目标是最小化损失函数</a:t>
            </a:r>
            <a:r>
              <a:rPr lang="en-US" altLang="en-US"/>
              <a:t>ℒ</a:t>
            </a:r>
            <a:r>
              <a:rPr lang="zh-CN"/>
              <a:t>，</a:t>
            </a:r>
            <a:r>
              <a:rPr lang="zh-CN" altLang="en-US"/>
              <a:t>想象站在山坡上的一个球，要滚到山谷最低点：球会沿着坡度最陡的方向往下走，每一步的大小取决于坡度的陡峭程度。类似地，梯度下降通过沿梯度的负方向更新参数，逐步逼近损失函数的最小值。</a:t>
            </a:r>
            <a:endParaRPr lang="zh-CN" altLang="en-US"/>
          </a:p>
        </p:txBody>
      </p:sp>
      <p:pic>
        <p:nvPicPr>
          <p:cNvPr id="26" name="图片 25"/>
          <p:cNvPicPr>
            <a:picLocks noChangeAspect="1"/>
          </p:cNvPicPr>
          <p:nvPr/>
        </p:nvPicPr>
        <p:blipFill>
          <a:blip r:embed="rId2"/>
          <a:stretch>
            <a:fillRect/>
          </a:stretch>
        </p:blipFill>
        <p:spPr>
          <a:xfrm>
            <a:off x="3728720" y="1595120"/>
            <a:ext cx="1909445" cy="730250"/>
          </a:xfrm>
          <a:prstGeom prst="rect">
            <a:avLst/>
          </a:prstGeom>
        </p:spPr>
      </p:pic>
      <p:sp>
        <p:nvSpPr>
          <p:cNvPr id="27" name="文本框 26"/>
          <p:cNvSpPr txBox="1"/>
          <p:nvPr/>
        </p:nvSpPr>
        <p:spPr>
          <a:xfrm>
            <a:off x="449580" y="186055"/>
            <a:ext cx="8582660" cy="645160"/>
          </a:xfrm>
          <a:prstGeom prst="rect">
            <a:avLst/>
          </a:prstGeom>
          <a:noFill/>
        </p:spPr>
        <p:txBody>
          <a:bodyPr wrap="square" rtlCol="0">
            <a:spAutoFit/>
          </a:bodyPr>
          <a:p>
            <a:r>
              <a:rPr lang="zh-CN" altLang="en-US" sz="3600">
                <a:effectLst/>
                <a:uFill>
                  <a:solidFill>
                    <a:schemeClr val="lt1"/>
                  </a:solidFill>
                </a:uFill>
                <a:latin typeface="黑体" panose="02010609060101010101" charset="-122"/>
                <a:ea typeface="黑体" panose="02010609060101010101" charset="-122"/>
                <a:cs typeface="+mj-cs"/>
              </a:rPr>
              <a:t>梯度消失与梯度爆炸：链式法则的副作用</a:t>
            </a:r>
            <a:endParaRPr lang="zh-CN" altLang="en-US"/>
          </a:p>
        </p:txBody>
      </p:sp>
      <p:sp>
        <p:nvSpPr>
          <p:cNvPr id="29" name="文本框 28"/>
          <p:cNvSpPr txBox="1"/>
          <p:nvPr/>
        </p:nvSpPr>
        <p:spPr>
          <a:xfrm>
            <a:off x="201930" y="2406015"/>
            <a:ext cx="12073255" cy="368300"/>
          </a:xfrm>
          <a:prstGeom prst="rect">
            <a:avLst/>
          </a:prstGeom>
          <a:noFill/>
        </p:spPr>
        <p:txBody>
          <a:bodyPr wrap="square" rtlCol="0">
            <a:spAutoFit/>
          </a:bodyPr>
          <a:p>
            <a:r>
              <a:rPr lang="zh-CN" altLang="en-US"/>
              <a:t>反向传播时，梯度需要逐层反传。每一层的梯度都要乘以所有上游层的偏导数：</a:t>
            </a:r>
            <a:endParaRPr lang="zh-CN" altLang="en-US"/>
          </a:p>
        </p:txBody>
      </p:sp>
      <p:pic>
        <p:nvPicPr>
          <p:cNvPr id="30" name="图片 29"/>
          <p:cNvPicPr>
            <a:picLocks noChangeAspect="1"/>
          </p:cNvPicPr>
          <p:nvPr/>
        </p:nvPicPr>
        <p:blipFill>
          <a:blip r:embed="rId3"/>
          <a:stretch>
            <a:fillRect/>
          </a:stretch>
        </p:blipFill>
        <p:spPr>
          <a:xfrm>
            <a:off x="8294370" y="2138045"/>
            <a:ext cx="3400425" cy="904875"/>
          </a:xfrm>
          <a:prstGeom prst="rect">
            <a:avLst/>
          </a:prstGeom>
        </p:spPr>
      </p:pic>
      <p:pic>
        <p:nvPicPr>
          <p:cNvPr id="32" name="图片 31"/>
          <p:cNvPicPr>
            <a:picLocks noChangeAspect="1"/>
          </p:cNvPicPr>
          <p:nvPr/>
        </p:nvPicPr>
        <p:blipFill>
          <a:blip r:embed="rId4"/>
          <a:stretch>
            <a:fillRect/>
          </a:stretch>
        </p:blipFill>
        <p:spPr>
          <a:xfrm>
            <a:off x="300355" y="2854960"/>
            <a:ext cx="5215255" cy="550545"/>
          </a:xfrm>
          <a:prstGeom prst="rect">
            <a:avLst/>
          </a:prstGeom>
        </p:spPr>
      </p:pic>
      <p:pic>
        <p:nvPicPr>
          <p:cNvPr id="33" name="图片 32"/>
          <p:cNvPicPr>
            <a:picLocks noChangeAspect="1"/>
          </p:cNvPicPr>
          <p:nvPr/>
        </p:nvPicPr>
        <p:blipFill>
          <a:blip r:embed="rId5"/>
          <a:stretch>
            <a:fillRect/>
          </a:stretch>
        </p:blipFill>
        <p:spPr>
          <a:xfrm>
            <a:off x="201930" y="4268470"/>
            <a:ext cx="5904230" cy="1589405"/>
          </a:xfrm>
          <a:prstGeom prst="rect">
            <a:avLst/>
          </a:prstGeom>
        </p:spPr>
      </p:pic>
      <p:pic>
        <p:nvPicPr>
          <p:cNvPr id="34" name="图片 33"/>
          <p:cNvPicPr>
            <a:picLocks noChangeAspect="1"/>
          </p:cNvPicPr>
          <p:nvPr/>
        </p:nvPicPr>
        <p:blipFill>
          <a:blip r:embed="rId6"/>
          <a:stretch>
            <a:fillRect/>
          </a:stretch>
        </p:blipFill>
        <p:spPr>
          <a:xfrm>
            <a:off x="6386195" y="4268470"/>
            <a:ext cx="5648960" cy="1543050"/>
          </a:xfrm>
          <a:prstGeom prst="rect">
            <a:avLst/>
          </a:prstGeom>
        </p:spPr>
      </p:pic>
      <p:sp>
        <p:nvSpPr>
          <p:cNvPr id="35" name="文本框 34"/>
          <p:cNvSpPr txBox="1"/>
          <p:nvPr/>
        </p:nvSpPr>
        <p:spPr>
          <a:xfrm>
            <a:off x="300355" y="3617595"/>
            <a:ext cx="4064000" cy="460375"/>
          </a:xfrm>
          <a:prstGeom prst="rect">
            <a:avLst/>
          </a:prstGeom>
          <a:noFill/>
        </p:spPr>
        <p:txBody>
          <a:bodyPr wrap="square" rtlCol="0">
            <a:spAutoFit/>
          </a:bodyPr>
          <a:p>
            <a:r>
              <a:rPr lang="zh-CN" altLang="en-US" sz="2400">
                <a:sym typeface="+mn-ea"/>
              </a:rPr>
              <a:t>梯度消失</a:t>
            </a:r>
            <a:endParaRPr lang="zh-CN" altLang="en-US" sz="2400"/>
          </a:p>
        </p:txBody>
      </p:sp>
      <p:sp>
        <p:nvSpPr>
          <p:cNvPr id="36" name="文本框 35"/>
          <p:cNvSpPr txBox="1"/>
          <p:nvPr/>
        </p:nvSpPr>
        <p:spPr>
          <a:xfrm>
            <a:off x="6549390" y="3617595"/>
            <a:ext cx="4064000" cy="460375"/>
          </a:xfrm>
          <a:prstGeom prst="rect">
            <a:avLst/>
          </a:prstGeom>
          <a:noFill/>
        </p:spPr>
        <p:txBody>
          <a:bodyPr wrap="square" rtlCol="0">
            <a:spAutoFit/>
          </a:bodyPr>
          <a:p>
            <a:r>
              <a:rPr lang="zh-CN" altLang="en-US" sz="2400">
                <a:sym typeface="+mn-ea"/>
              </a:rPr>
              <a:t>梯度</a:t>
            </a:r>
            <a:r>
              <a:rPr lang="zh-CN" altLang="en-US" sz="2400">
                <a:sym typeface="+mn-ea"/>
              </a:rPr>
              <a:t>爆炸</a:t>
            </a:r>
            <a:endParaRPr lang="zh-CN" altLang="en-US" sz="2400">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500">
        <p:split orient="vert" dir="in"/>
      </p:transition>
    </mc:Choice>
    <mc:Fallback>
      <p:transition spd="slow">
        <p:split orient="vert" dir="in"/>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p:sp>
        <p:nvSpPr>
          <p:cNvPr id="56" name="标题 55"/>
          <p:cNvSpPr>
            <a:spLocks noGrp="1"/>
          </p:cNvSpPr>
          <p:nvPr>
            <p:ph type="ctrTitle" idx="16385"/>
            <p:custDataLst>
              <p:tags r:id="rId2"/>
            </p:custDataLst>
          </p:nvPr>
        </p:nvSpPr>
        <p:spPr>
          <a:xfrm>
            <a:off x="330200" y="246380"/>
            <a:ext cx="10972800" cy="609600"/>
          </a:xfrm>
        </p:spPr>
        <p:txBody>
          <a:bodyPr>
            <a:normAutofit/>
          </a:bodyPr>
          <a:p>
            <a:pPr algn="l">
              <a:lnSpc>
                <a:spcPct val="111000"/>
              </a:lnSpc>
            </a:pPr>
            <a:r>
              <a:rPr lang="en-US" altLang="zh-CN"/>
              <a:t>·</a:t>
            </a:r>
            <a:r>
              <a:rPr lang="zh-CN" altLang="en-US"/>
              <a:t>残差网络与</a:t>
            </a:r>
            <a:r>
              <a:rPr lang="zh-CN" altLang="en-US"/>
              <a:t>普通网络</a:t>
            </a:r>
            <a:endParaRPr lang="zh-CN" altLang="en-US"/>
          </a:p>
        </p:txBody>
      </p:sp>
      <mc:AlternateContent xmlns:mc="http://schemas.openxmlformats.org/markup-compatibility/2006">
        <mc:Choice xmlns:a14="http://schemas.microsoft.com/office/drawing/2010/main" Requires="a14">
          <p:sp>
            <p:nvSpPr>
              <p:cNvPr id="23" name="文本框 22"/>
              <p:cNvSpPr txBox="1"/>
              <p:nvPr/>
            </p:nvSpPr>
            <p:spPr>
              <a:xfrm>
                <a:off x="601345" y="1005840"/>
                <a:ext cx="4064000" cy="2030095"/>
              </a:xfrm>
              <a:prstGeom prst="rect">
                <a:avLst/>
              </a:prstGeom>
              <a:noFill/>
            </p:spPr>
            <p:txBody>
              <a:bodyPr wrap="square" rtlCol="0">
                <a:spAutoFit/>
              </a:bodyPr>
              <a:p>
                <a:r>
                  <a:rPr lang="zh-CN" altLang="en-US"/>
                  <a:t>普通网络第</a:t>
                </a:r>
                <a:r>
                  <a:rPr lang="en-US" altLang="zh-CN"/>
                  <a:t>l</a:t>
                </a:r>
                <a:r>
                  <a:rPr lang="zh-CN" altLang="en-US"/>
                  <a:t>层:</a:t>
                </a:r>
                <a:endParaRPr lang="zh-CN" altLang="en-US"/>
              </a:p>
              <a:p>
                <a14:m>
                  <m:oMath xmlns:m="http://schemas.openxmlformats.org/officeDocument/2006/math">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𝑎</m:t>
                        </m:r>
                      </m:e>
                      <m:sub>
                        <m:r>
                          <a:rPr lang="en-US" altLang="zh-CN" i="1">
                            <a:latin typeface="Cambria Math" panose="02040503050406030204" charset="0"/>
                            <a:cs typeface="Cambria Math" panose="02040503050406030204" charset="0"/>
                          </a:rPr>
                          <m:t>𝑙</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sub>
                    </m:sSub>
                  </m:oMath>
                </a14:m>
                <a:r>
                  <a:rPr lang="en-US" altLang="zh-CN"/>
                  <a:t>=g(</a:t>
                </a:r>
                <a14:m>
                  <m:oMath xmlns:m="http://schemas.openxmlformats.org/officeDocument/2006/math">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𝑊</m:t>
                        </m:r>
                      </m:e>
                      <m:sub>
                        <m:r>
                          <a:rPr lang="en-US" altLang="zh-CN" i="1">
                            <a:latin typeface="Cambria Math" panose="02040503050406030204" charset="0"/>
                            <a:cs typeface="Cambria Math" panose="02040503050406030204" charset="0"/>
                          </a:rPr>
                          <m:t>𝑙</m:t>
                        </m:r>
                      </m:sub>
                    </m:sSub>
                  </m:oMath>
                </a14:m>
                <a:r>
                  <a:rPr lang="en-US" altLang="zh-CN"/>
                  <a:t>⋅</a:t>
                </a:r>
                <a14:m>
                  <m:oMath xmlns:m="http://schemas.openxmlformats.org/officeDocument/2006/math">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𝑎</m:t>
                        </m:r>
                      </m:e>
                      <m:sub>
                        <m:r>
                          <a:rPr lang="en-US" altLang="zh-CN" i="1">
                            <a:latin typeface="Cambria Math" panose="02040503050406030204" charset="0"/>
                            <a:cs typeface="Cambria Math" panose="02040503050406030204" charset="0"/>
                          </a:rPr>
                          <m:t>𝑙</m:t>
                        </m:r>
                      </m:sub>
                    </m:sSub>
                  </m:oMath>
                </a14:m>
                <a:r>
                  <a:rPr lang="en-US" altLang="zh-CN"/>
                  <a:t>+</a:t>
                </a:r>
                <a14:m>
                  <m:oMath xmlns:m="http://schemas.openxmlformats.org/officeDocument/2006/math">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𝑏</m:t>
                        </m:r>
                      </m:e>
                      <m:sub>
                        <m:r>
                          <a:rPr lang="en-US" altLang="zh-CN" i="1">
                            <a:latin typeface="Cambria Math" panose="02040503050406030204" charset="0"/>
                            <a:cs typeface="Cambria Math" panose="02040503050406030204" charset="0"/>
                          </a:rPr>
                          <m:t>𝑙</m:t>
                        </m:r>
                      </m:sub>
                    </m:sSub>
                  </m:oMath>
                </a14:m>
                <a:r>
                  <a:rPr lang="en-US" altLang="zh-CN"/>
                  <a:t>)</a:t>
                </a:r>
                <a:endParaRPr lang="en-US" altLang="zh-CN"/>
              </a:p>
              <a:p>
                <a:r>
                  <a:rPr lang="en-US" altLang="zh-CN"/>
                  <a:t>∂</a:t>
                </a:r>
                <a14:m>
                  <m:oMath xmlns:m="http://schemas.openxmlformats.org/officeDocument/2006/math">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𝑎</m:t>
                        </m:r>
                      </m:e>
                      <m:sub>
                        <m:r>
                          <a:rPr lang="en-US" altLang="zh-CN" i="1">
                            <a:latin typeface="Cambria Math" panose="02040503050406030204" charset="0"/>
                            <a:cs typeface="Cambria Math" panose="02040503050406030204" charset="0"/>
                          </a:rPr>
                          <m:t>𝑙</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sub>
                    </m:sSub>
                  </m:oMath>
                </a14:m>
                <a:r>
                  <a:rPr lang="en-US" altLang="zh-CN"/>
                  <a:t>/∂</a:t>
                </a:r>
                <a14:m>
                  <m:oMath xmlns:m="http://schemas.openxmlformats.org/officeDocument/2006/math">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𝑎</m:t>
                        </m:r>
                      </m:e>
                      <m:sub>
                        <m:r>
                          <a:rPr lang="en-US" altLang="zh-CN" i="1">
                            <a:latin typeface="Cambria Math" panose="02040503050406030204" charset="0"/>
                            <a:cs typeface="Cambria Math" panose="02040503050406030204" charset="0"/>
                          </a:rPr>
                          <m:t>𝑙</m:t>
                        </m:r>
                      </m:sub>
                    </m:sSub>
                  </m:oMath>
                </a14:m>
                <a:r>
                  <a:rPr lang="en-US" altLang="zh-CN"/>
                  <a:t>=g'(</a:t>
                </a:r>
                <a14:m>
                  <m:oMath xmlns:m="http://schemas.openxmlformats.org/officeDocument/2006/math">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𝑧</m:t>
                        </m:r>
                      </m:e>
                      <m:sub>
                        <m:r>
                          <a:rPr lang="en-US" altLang="zh-CN" i="1">
                            <a:latin typeface="Cambria Math" panose="02040503050406030204" charset="0"/>
                            <a:cs typeface="Cambria Math" panose="02040503050406030204" charset="0"/>
                          </a:rPr>
                          <m:t>𝑙</m:t>
                        </m:r>
                      </m:sub>
                    </m:sSub>
                  </m:oMath>
                </a14:m>
                <a:r>
                  <a:rPr lang="en-US" altLang="zh-CN"/>
                  <a:t>)⋅</a:t>
                </a:r>
                <a14:m>
                  <m:oMath xmlns:m="http://schemas.openxmlformats.org/officeDocument/2006/math">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𝑊</m:t>
                        </m:r>
                      </m:e>
                      <m:sub>
                        <m:r>
                          <a:rPr lang="en-US" altLang="zh-CN" i="1">
                            <a:latin typeface="Cambria Math" panose="02040503050406030204" charset="0"/>
                            <a:cs typeface="Cambria Math" panose="02040503050406030204" charset="0"/>
                          </a:rPr>
                          <m:t>𝑙</m:t>
                        </m:r>
                      </m:sub>
                    </m:sSub>
                  </m:oMath>
                </a14:m>
                <a:endParaRPr lang="en-US" altLang="zh-CN"/>
              </a:p>
              <a:p>
                <a:endParaRPr lang="en-US" altLang="zh-CN"/>
              </a:p>
              <a:p>
                <a:r>
                  <a:rPr lang="zh-CN" altLang="en-US"/>
                  <a:t>残差网络第</a:t>
                </a:r>
                <a:r>
                  <a:rPr lang="en-US" altLang="zh-CN"/>
                  <a:t>l</a:t>
                </a:r>
                <a:r>
                  <a:rPr lang="zh-CN" altLang="en-US"/>
                  <a:t>层：</a:t>
                </a:r>
                <a:endParaRPr lang="zh-CN" altLang="en-US"/>
              </a:p>
              <a:p>
                <a14:m>
                  <m:oMath xmlns:m="http://schemas.openxmlformats.org/officeDocument/2006/math">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𝑎</m:t>
                        </m:r>
                      </m:e>
                      <m:sub>
                        <m:r>
                          <a:rPr lang="en-US" altLang="zh-CN" i="1">
                            <a:latin typeface="Cambria Math" panose="02040503050406030204" charset="0"/>
                            <a:cs typeface="Cambria Math" panose="02040503050406030204" charset="0"/>
                          </a:rPr>
                          <m:t>𝑙</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sub>
                    </m:sSub>
                  </m:oMath>
                </a14:m>
                <a:r>
                  <a:rPr lang="en-US" altLang="zh-CN"/>
                  <a:t>=</a:t>
                </a:r>
                <a14:m>
                  <m:oMath xmlns:m="http://schemas.openxmlformats.org/officeDocument/2006/math">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𝑎</m:t>
                        </m:r>
                      </m:e>
                      <m:sub>
                        <m:r>
                          <a:rPr lang="en-US" altLang="zh-CN" i="1">
                            <a:latin typeface="Cambria Math" panose="02040503050406030204" charset="0"/>
                            <a:cs typeface="Cambria Math" panose="02040503050406030204" charset="0"/>
                          </a:rPr>
                          <m:t>𝑙</m:t>
                        </m:r>
                      </m:sub>
                    </m:sSub>
                  </m:oMath>
                </a14:m>
                <a:r>
                  <a:rPr lang="en-US" altLang="zh-CN"/>
                  <a:t>+</a:t>
                </a:r>
                <a:r>
                  <a:rPr lang="en-US" altLang="en-US"/>
                  <a:t>ℱ(</a:t>
                </a:r>
                <a14:m>
                  <m:oMath xmlns:m="http://schemas.openxmlformats.org/officeDocument/2006/math">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𝑎</m:t>
                        </m:r>
                      </m:e>
                      <m:sub>
                        <m:r>
                          <a:rPr lang="en-US" altLang="zh-CN" i="1">
                            <a:latin typeface="Cambria Math" panose="02040503050406030204" charset="0"/>
                            <a:cs typeface="Cambria Math" panose="02040503050406030204" charset="0"/>
                          </a:rPr>
                          <m:t>𝑙</m:t>
                        </m:r>
                      </m:sub>
                    </m:sSub>
                  </m:oMath>
                </a14:m>
                <a:r>
                  <a:rPr lang="en-US" altLang="zh-CN"/>
                  <a:t>)</a:t>
                </a:r>
                <a:endParaRPr lang="en-US" altLang="zh-CN"/>
              </a:p>
              <a:p>
                <a:r>
                  <a:rPr lang="en-US" altLang="zh-CN"/>
                  <a:t>∂</a:t>
                </a:r>
                <a14:m>
                  <m:oMath xmlns:m="http://schemas.openxmlformats.org/officeDocument/2006/math">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𝑎</m:t>
                        </m:r>
                      </m:e>
                      <m:sub>
                        <m:r>
                          <a:rPr lang="en-US" altLang="zh-CN" i="1">
                            <a:latin typeface="Cambria Math" panose="02040503050406030204" charset="0"/>
                            <a:cs typeface="Cambria Math" panose="02040503050406030204" charset="0"/>
                          </a:rPr>
                          <m:t>𝑙</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sub>
                    </m:sSub>
                  </m:oMath>
                </a14:m>
                <a:r>
                  <a:rPr lang="en-US" altLang="zh-CN"/>
                  <a:t>/∂</a:t>
                </a:r>
                <a14:m>
                  <m:oMath xmlns:m="http://schemas.openxmlformats.org/officeDocument/2006/math">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𝑎</m:t>
                        </m:r>
                      </m:e>
                      <m:sub>
                        <m:r>
                          <a:rPr lang="en-US" altLang="zh-CN" i="1">
                            <a:latin typeface="Cambria Math" panose="02040503050406030204" charset="0"/>
                            <a:cs typeface="Cambria Math" panose="02040503050406030204" charset="0"/>
                          </a:rPr>
                          <m:t>𝑙</m:t>
                        </m:r>
                      </m:sub>
                    </m:sSub>
                  </m:oMath>
                </a14:m>
                <a:r>
                  <a:rPr lang="en-US" altLang="zh-CN"/>
                  <a:t>=1+∂</a:t>
                </a:r>
                <a:r>
                  <a:rPr lang="en-US" altLang="en-US"/>
                  <a:t>ℱ(</a:t>
                </a:r>
                <a14:m>
                  <m:oMath xmlns:m="http://schemas.openxmlformats.org/officeDocument/2006/math">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𝑎</m:t>
                        </m:r>
                      </m:e>
                      <m:sub>
                        <m:r>
                          <a:rPr lang="en-US" altLang="zh-CN" i="1">
                            <a:latin typeface="Cambria Math" panose="02040503050406030204" charset="0"/>
                            <a:cs typeface="Cambria Math" panose="02040503050406030204" charset="0"/>
                          </a:rPr>
                          <m:t>𝑙</m:t>
                        </m:r>
                      </m:sub>
                    </m:sSub>
                  </m:oMath>
                </a14:m>
                <a:r>
                  <a:rPr lang="en-US" altLang="zh-CN"/>
                  <a:t>)/∂</a:t>
                </a:r>
                <a14:m>
                  <m:oMath xmlns:m="http://schemas.openxmlformats.org/officeDocument/2006/math">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𝑎</m:t>
                        </m:r>
                      </m:e>
                      <m:sub>
                        <m:r>
                          <a:rPr lang="en-US" altLang="zh-CN" i="1">
                            <a:latin typeface="Cambria Math" panose="02040503050406030204" charset="0"/>
                            <a:cs typeface="Cambria Math" panose="02040503050406030204" charset="0"/>
                          </a:rPr>
                          <m:t>𝑙</m:t>
                        </m:r>
                      </m:sub>
                    </m:sSub>
                  </m:oMath>
                </a14:m>
                <a:endParaRPr lang="en-US" altLang="zh-CN"/>
              </a:p>
            </p:txBody>
          </p:sp>
        </mc:Choice>
        <mc:Fallback>
          <p:sp>
            <p:nvSpPr>
              <p:cNvPr id="23" name="文本框 22"/>
              <p:cNvSpPr txBox="1">
                <a:spLocks noRot="1" noChangeAspect="1" noMove="1" noResize="1" noEditPoints="1" noAdjustHandles="1" noChangeArrowheads="1" noChangeShapeType="1" noTextEdit="1"/>
              </p:cNvSpPr>
              <p:nvPr/>
            </p:nvSpPr>
            <p:spPr>
              <a:xfrm>
                <a:off x="601345" y="1005840"/>
                <a:ext cx="4064000" cy="2030095"/>
              </a:xfrm>
              <a:prstGeom prst="rect">
                <a:avLst/>
              </a:prstGeom>
              <a:blipFill rotWithShape="1">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graphicFrame>
            <p:nvGraphicFramePr>
              <p:cNvPr id="35" name="表格 34"/>
              <p:cNvGraphicFramePr/>
              <p:nvPr>
                <p:custDataLst>
                  <p:tags r:id="rId4"/>
                </p:custDataLst>
              </p:nvPr>
            </p:nvGraphicFramePr>
            <p:xfrm>
              <a:off x="673100" y="3521075"/>
              <a:ext cx="6256655" cy="1143000"/>
            </p:xfrm>
            <a:graphic>
              <a:graphicData uri="http://schemas.openxmlformats.org/drawingml/2006/table">
                <a:tbl>
                  <a:tblPr firstRow="1" bandRow="1">
                    <a:tableStyleId>{5C22544A-7EE6-4342-B048-85BDC9FD1C3A}</a:tableStyleId>
                  </a:tblPr>
                  <a:tblGrid>
                    <a:gridCol w="1153795"/>
                    <a:gridCol w="3011170"/>
                    <a:gridCol w="2091690"/>
                  </a:tblGrid>
                  <a:tr h="381000">
                    <a:tc>
                      <a:txBody>
                        <a:bodyPr/>
                        <a:p>
                          <a:pPr marL="0" indent="0" algn="ctr">
                            <a:spcBef>
                              <a:spcPct val="0"/>
                            </a:spcBef>
                            <a:spcAft>
                              <a:spcPct val="0"/>
                            </a:spcAft>
                          </a:pPr>
                          <a:r>
                            <a:rPr lang="zh-CN" altLang="en-US" sz="1800" b="0">
                              <a:solidFill>
                                <a:schemeClr val="tx1"/>
                              </a:solidFill>
                            </a:rPr>
                            <a:t>网络类型</a:t>
                          </a:r>
                          <a:endParaRPr lang="zh-CN" altLang="en-US" sz="1800" b="0">
                            <a:solidFill>
                              <a:schemeClr val="tx1"/>
                            </a:solidFill>
                          </a:endParaRPr>
                        </a:p>
                      </a:txBody>
                      <a:tcPr marL="68580" marR="68580" marT="0" marB="0" anchor="t" anchorCtr="0"/>
                    </a:tc>
                    <a:tc>
                      <a:txBody>
                        <a:bodyPr/>
                        <a:p>
                          <a:pPr algn="ctr">
                            <a:buNone/>
                          </a:pPr>
                          <a:r>
                            <a:rPr lang="en-US" altLang="zh-CN"/>
                            <a:t>∂</a:t>
                          </a:r>
                          <a14:m>
                            <m:oMath xmlns:m="http://schemas.openxmlformats.org/officeDocument/2006/math">
                              <m:sSub>
                                <m:sSubPr>
                                  <m:ctrlPr>
                                    <a:rPr lang="en-US" altLang="zh-CN" sz="1800" i="1">
                                      <a:latin typeface="Cambria Math" panose="02040503050406030204" charset="0"/>
                                      <a:cs typeface="Cambria Math" panose="02040503050406030204" charset="0"/>
                                    </a:rPr>
                                  </m:ctrlPr>
                                </m:sSubPr>
                                <m:e>
                                  <m:r>
                                    <a:rPr lang="en-US" altLang="zh-CN" sz="1800" i="1">
                                      <a:latin typeface="Cambria Math" panose="02040503050406030204" charset="0"/>
                                      <a:cs typeface="Cambria Math" panose="02040503050406030204" charset="0"/>
                                    </a:rPr>
                                    <m:t>𝑎</m:t>
                                  </m:r>
                                </m:e>
                                <m:sub>
                                  <m:r>
                                    <a:rPr lang="en-US" altLang="zh-CN" sz="1800" i="1">
                                      <a:latin typeface="Cambria Math" panose="02040503050406030204" charset="0"/>
                                      <a:cs typeface="Cambria Math" panose="02040503050406030204" charset="0"/>
                                    </a:rPr>
                                    <m:t>𝑙</m:t>
                                  </m:r>
                                  <m:r>
                                    <a:rPr lang="en-US" altLang="zh-CN" sz="1800" i="1">
                                      <a:latin typeface="Cambria Math" panose="02040503050406030204" charset="0"/>
                                      <a:cs typeface="Cambria Math" panose="02040503050406030204" charset="0"/>
                                    </a:rPr>
                                    <m:t>+</m:t>
                                  </m:r>
                                  <m:r>
                                    <a:rPr lang="en-US" altLang="zh-CN" sz="1800" i="1">
                                      <a:latin typeface="Cambria Math" panose="02040503050406030204" charset="0"/>
                                      <a:cs typeface="Cambria Math" panose="02040503050406030204" charset="0"/>
                                    </a:rPr>
                                    <m:t>1</m:t>
                                  </m:r>
                                </m:sub>
                              </m:sSub>
                            </m:oMath>
                          </a14:m>
                          <a:r>
                            <a:rPr lang="en-US" altLang="zh-CN"/>
                            <a:t>/∂</a:t>
                          </a:r>
                          <a14:m>
                            <m:oMath xmlns:m="http://schemas.openxmlformats.org/officeDocument/2006/math">
                              <m:sSub>
                                <m:sSubPr>
                                  <m:ctrlPr>
                                    <a:rPr lang="en-US" altLang="zh-CN" sz="1800" i="1">
                                      <a:latin typeface="Cambria Math" panose="02040503050406030204" charset="0"/>
                                      <a:cs typeface="Cambria Math" panose="02040503050406030204" charset="0"/>
                                    </a:rPr>
                                  </m:ctrlPr>
                                </m:sSubPr>
                                <m:e>
                                  <m:r>
                                    <a:rPr lang="en-US" altLang="zh-CN" sz="1800" i="1">
                                      <a:latin typeface="Cambria Math" panose="02040503050406030204" charset="0"/>
                                      <a:cs typeface="Cambria Math" panose="02040503050406030204" charset="0"/>
                                    </a:rPr>
                                    <m:t>𝑎</m:t>
                                  </m:r>
                                </m:e>
                                <m:sub>
                                  <m:r>
                                    <a:rPr lang="en-US" altLang="zh-CN" sz="1800" i="1">
                                      <a:latin typeface="Cambria Math" panose="02040503050406030204" charset="0"/>
                                      <a:cs typeface="Cambria Math" panose="02040503050406030204" charset="0"/>
                                    </a:rPr>
                                    <m:t>𝑙</m:t>
                                  </m:r>
                                </m:sub>
                              </m:sSub>
                            </m:oMath>
                          </a14:m>
                          <a:endParaRPr lang="en-US" altLang="zh-CN"/>
                        </a:p>
                      </a:txBody>
                      <a:tcPr/>
                    </a:tc>
                    <a:tc>
                      <a:txBody>
                        <a:bodyPr/>
                        <a:p>
                          <a:pPr marL="0" indent="0" algn="ctr">
                            <a:spcBef>
                              <a:spcPct val="0"/>
                            </a:spcBef>
                            <a:spcAft>
                              <a:spcPct val="0"/>
                            </a:spcAft>
                          </a:pPr>
                          <a:r>
                            <a:rPr lang="zh-CN" altLang="en-US" sz="1800" b="0">
                              <a:solidFill>
                                <a:schemeClr val="tx1"/>
                              </a:solidFill>
                            </a:rPr>
                            <a:t>当</a:t>
                          </a:r>
                          <a:r>
                            <a:rPr lang="en-US" altLang="en-US" sz="1800" b="0">
                              <a:solidFill>
                                <a:schemeClr val="tx1"/>
                              </a:solidFill>
                            </a:rPr>
                            <a:t>ℱ→0</a:t>
                          </a:r>
                          <a:r>
                            <a:rPr lang="zh-CN" altLang="en-US" sz="1800" b="0">
                              <a:solidFill>
                                <a:schemeClr val="tx1"/>
                              </a:solidFill>
                            </a:rPr>
                            <a:t>时</a:t>
                          </a:r>
                          <a:endParaRPr lang="zh-CN" altLang="en-US" sz="1800" b="0">
                            <a:solidFill>
                              <a:schemeClr val="tx1"/>
                            </a:solidFill>
                          </a:endParaRPr>
                        </a:p>
                      </a:txBody>
                      <a:tcPr marL="68580" marR="68580" marT="0" marB="0" anchor="t" anchorCtr="0"/>
                    </a:tc>
                  </a:tr>
                  <a:tr h="381000">
                    <a:tc>
                      <a:txBody>
                        <a:bodyPr/>
                        <a:p>
                          <a:pPr marL="0" indent="0" algn="ctr">
                            <a:spcBef>
                              <a:spcPct val="0"/>
                            </a:spcBef>
                            <a:spcAft>
                              <a:spcPct val="0"/>
                            </a:spcAft>
                          </a:pPr>
                          <a:r>
                            <a:rPr lang="zh-CN" altLang="en-US" sz="1800" b="0">
                              <a:solidFill>
                                <a:schemeClr val="tx1"/>
                              </a:solidFill>
                            </a:rPr>
                            <a:t>普通网络</a:t>
                          </a:r>
                          <a:endParaRPr lang="zh-CN" altLang="en-US" sz="1800" b="0">
                            <a:solidFill>
                              <a:schemeClr val="tx1"/>
                            </a:solidFill>
                          </a:endParaRPr>
                        </a:p>
                      </a:txBody>
                      <a:tcPr marL="68580" marR="68580" marT="0" marB="0" anchor="t" anchorCtr="0"/>
                    </a:tc>
                    <a:tc>
                      <a:txBody>
                        <a:bodyPr/>
                        <a:p>
                          <a:pPr algn="ctr">
                            <a:buNone/>
                          </a:pPr>
                          <a:r>
                            <a:rPr lang="en-US" altLang="zh-CN"/>
                            <a:t>g'(</a:t>
                          </a:r>
                          <a14:m>
                            <m:oMath xmlns:m="http://schemas.openxmlformats.org/officeDocument/2006/math">
                              <m:sSub>
                                <m:sSubPr>
                                  <m:ctrlPr>
                                    <a:rPr lang="en-US" altLang="zh-CN" sz="1800" i="1">
                                      <a:latin typeface="Cambria Math" panose="02040503050406030204" charset="0"/>
                                      <a:cs typeface="Cambria Math" panose="02040503050406030204" charset="0"/>
                                    </a:rPr>
                                  </m:ctrlPr>
                                </m:sSubPr>
                                <m:e>
                                  <m:r>
                                    <a:rPr lang="en-US" altLang="zh-CN" sz="1800" i="1">
                                      <a:latin typeface="Cambria Math" panose="02040503050406030204" charset="0"/>
                                      <a:cs typeface="Cambria Math" panose="02040503050406030204" charset="0"/>
                                    </a:rPr>
                                    <m:t>𝑧</m:t>
                                  </m:r>
                                </m:e>
                                <m:sub>
                                  <m:r>
                                    <a:rPr lang="en-US" altLang="zh-CN" sz="1800" i="1">
                                      <a:latin typeface="Cambria Math" panose="02040503050406030204" charset="0"/>
                                      <a:cs typeface="Cambria Math" panose="02040503050406030204" charset="0"/>
                                    </a:rPr>
                                    <m:t>𝑙</m:t>
                                  </m:r>
                                </m:sub>
                              </m:sSub>
                            </m:oMath>
                          </a14:m>
                          <a:r>
                            <a:rPr lang="en-US" altLang="zh-CN"/>
                            <a:t>)⋅</a:t>
                          </a:r>
                          <a14:m>
                            <m:oMath xmlns:m="http://schemas.openxmlformats.org/officeDocument/2006/math">
                              <m:sSub>
                                <m:sSubPr>
                                  <m:ctrlPr>
                                    <a:rPr lang="en-US" altLang="zh-CN" sz="1800" i="1">
                                      <a:latin typeface="Cambria Math" panose="02040503050406030204" charset="0"/>
                                      <a:cs typeface="Cambria Math" panose="02040503050406030204" charset="0"/>
                                    </a:rPr>
                                  </m:ctrlPr>
                                </m:sSubPr>
                                <m:e>
                                  <m:r>
                                    <a:rPr lang="en-US" altLang="zh-CN" sz="1800" i="1">
                                      <a:latin typeface="Cambria Math" panose="02040503050406030204" charset="0"/>
                                      <a:cs typeface="Cambria Math" panose="02040503050406030204" charset="0"/>
                                    </a:rPr>
                                    <m:t>𝑊</m:t>
                                  </m:r>
                                </m:e>
                                <m:sub>
                                  <m:r>
                                    <a:rPr lang="en-US" altLang="zh-CN" sz="1800" i="1">
                                      <a:latin typeface="Cambria Math" panose="02040503050406030204" charset="0"/>
                                      <a:cs typeface="Cambria Math" panose="02040503050406030204" charset="0"/>
                                    </a:rPr>
                                    <m:t>𝑙</m:t>
                                  </m:r>
                                </m:sub>
                              </m:sSub>
                            </m:oMath>
                          </a14:m>
                          <a:r>
                            <a:rPr lang="en-US" altLang="zh-CN"/>
                            <a:t>≈0</a:t>
                          </a:r>
                          <a:endParaRPr lang="en-US" altLang="zh-CN"/>
                        </a:p>
                      </a:txBody>
                      <a:tcPr/>
                    </a:tc>
                    <a:tc>
                      <a:txBody>
                        <a:bodyPr/>
                        <a:p>
                          <a:pPr marL="0" indent="0" algn="ctr">
                            <a:spcBef>
                              <a:spcPct val="0"/>
                            </a:spcBef>
                            <a:spcAft>
                              <a:spcPct val="0"/>
                            </a:spcAft>
                          </a:pPr>
                          <a:r>
                            <a:rPr lang="zh-CN" altLang="en-US" sz="1800" b="0">
                              <a:solidFill>
                                <a:schemeClr val="tx1"/>
                              </a:solidFill>
                            </a:rPr>
                            <a:t>梯度消失</a:t>
                          </a:r>
                          <a:endParaRPr lang="zh-CN" altLang="en-US" sz="1800" b="0">
                            <a:solidFill>
                              <a:schemeClr val="tx1"/>
                            </a:solidFill>
                          </a:endParaRPr>
                        </a:p>
                      </a:txBody>
                      <a:tcPr marL="68580" marR="68580" marT="0" marB="0" anchor="t" anchorCtr="0"/>
                    </a:tc>
                  </a:tr>
                  <a:tr h="381000">
                    <a:tc>
                      <a:txBody>
                        <a:bodyPr/>
                        <a:p>
                          <a:pPr marL="0" indent="0" algn="ctr">
                            <a:spcBef>
                              <a:spcPct val="0"/>
                            </a:spcBef>
                            <a:spcAft>
                              <a:spcPct val="0"/>
                            </a:spcAft>
                          </a:pPr>
                          <a:r>
                            <a:rPr lang="zh-CN" altLang="en-US" sz="1800" b="0">
                              <a:solidFill>
                                <a:schemeClr val="tx1"/>
                              </a:solidFill>
                            </a:rPr>
                            <a:t>残差网络</a:t>
                          </a:r>
                          <a:endParaRPr lang="zh-CN" altLang="en-US" sz="1800" b="0">
                            <a:solidFill>
                              <a:schemeClr val="tx1"/>
                            </a:solidFill>
                          </a:endParaRPr>
                        </a:p>
                      </a:txBody>
                      <a:tcPr marL="68580" marR="68580" marT="0" marB="0" anchor="t" anchorCtr="0"/>
                    </a:tc>
                    <a:tc>
                      <a:txBody>
                        <a:bodyPr/>
                        <a:p>
                          <a:pPr algn="ctr">
                            <a:buNone/>
                          </a:pPr>
                          <a:r>
                            <a:rPr lang="en-US" altLang="en-US"/>
                            <a:t>1+∂ℱ</a:t>
                          </a:r>
                          <a:r>
                            <a:rPr lang="en-US"/>
                            <a:t>/</a:t>
                          </a:r>
                          <a:r>
                            <a:rPr lang="en-US" altLang="en-US"/>
                            <a:t>∂</a:t>
                          </a:r>
                          <a14:m>
                            <m:oMath xmlns:m="http://schemas.openxmlformats.org/officeDocument/2006/math">
                              <m:sSub>
                                <m:sSubPr>
                                  <m:ctrlPr>
                                    <a:rPr lang="en-US" altLang="zh-CN" sz="1800" i="1">
                                      <a:latin typeface="Cambria Math" panose="02040503050406030204" charset="0"/>
                                      <a:cs typeface="Cambria Math" panose="02040503050406030204" charset="0"/>
                                    </a:rPr>
                                  </m:ctrlPr>
                                </m:sSubPr>
                                <m:e>
                                  <m:r>
                                    <a:rPr lang="en-US" altLang="zh-CN" sz="1800" i="1">
                                      <a:latin typeface="Cambria Math" panose="02040503050406030204" charset="0"/>
                                      <a:cs typeface="Cambria Math" panose="02040503050406030204" charset="0"/>
                                    </a:rPr>
                                    <m:t>𝑎</m:t>
                                  </m:r>
                                </m:e>
                                <m:sub>
                                  <m:r>
                                    <a:rPr lang="en-US" altLang="zh-CN" sz="1800" i="1">
                                      <a:latin typeface="Cambria Math" panose="02040503050406030204" charset="0"/>
                                      <a:cs typeface="Cambria Math" panose="02040503050406030204" charset="0"/>
                                    </a:rPr>
                                    <m:t>𝑙</m:t>
                                  </m:r>
                                </m:sub>
                              </m:sSub>
                            </m:oMath>
                          </a14:m>
                          <a:r>
                            <a:rPr lang="en-US" altLang="zh-CN"/>
                            <a:t>≈1</a:t>
                          </a:r>
                          <a:endParaRPr lang="en-US" altLang="zh-CN"/>
                        </a:p>
                      </a:txBody>
                      <a:tcPr/>
                    </a:tc>
                    <a:tc>
                      <a:txBody>
                        <a:bodyPr/>
                        <a:p>
                          <a:pPr marL="0" indent="0" algn="ctr">
                            <a:spcBef>
                              <a:spcPct val="0"/>
                            </a:spcBef>
                            <a:spcAft>
                              <a:spcPct val="0"/>
                            </a:spcAft>
                          </a:pPr>
                          <a:r>
                            <a:rPr lang="zh-CN" altLang="en-US" sz="1800" b="0">
                              <a:solidFill>
                                <a:schemeClr val="tx1"/>
                              </a:solidFill>
                            </a:rPr>
                            <a:t>梯度保持</a:t>
                          </a:r>
                          <a:endParaRPr lang="zh-CN" altLang="en-US" sz="1800" b="0">
                            <a:solidFill>
                              <a:schemeClr val="tx1"/>
                            </a:solidFill>
                          </a:endParaRPr>
                        </a:p>
                      </a:txBody>
                      <a:tcPr marL="68580" marR="68580" marT="0" marB="0" anchor="t" anchorCtr="0"/>
                    </a:tc>
                  </a:tr>
                </a:tbl>
              </a:graphicData>
            </a:graphic>
          </p:graphicFrame>
        </mc:Choice>
        <mc:Fallback xmlns="">
          <p:graphicFrame>
            <p:nvGraphicFramePr>
              <p:cNvPr id="35" name="表格 34"/>
              <p:cNvGraphicFramePr/>
              <p:nvPr>
                <p:custDataLst>
                  <p:tags r:id="rId5"/>
                </p:custDataLst>
              </p:nvPr>
            </p:nvGraphicFramePr>
            <p:xfrm>
              <a:off x="673100" y="3521075"/>
              <a:ext cx="6256655" cy="1143000"/>
            </p:xfrm>
            <a:graphic>
              <a:graphicData uri="http://schemas.openxmlformats.org/drawingml/2006/table">
                <a:tbl>
                  <a:tblPr firstRow="1" bandRow="1">
                    <a:tableStyleId>{5C22544A-7EE6-4342-B048-85BDC9FD1C3A}</a:tableStyleId>
                  </a:tblPr>
                  <a:tblGrid>
                    <a:gridCol w="1153795"/>
                    <a:gridCol w="3011170"/>
                    <a:gridCol w="2091690"/>
                  </a:tblGrid>
                  <a:tr h="381000">
                    <a:tc>
                      <a:txBody>
                        <a:bodyPr/>
                        <a:p>
                          <a:pPr marL="0" indent="0" algn="ctr">
                            <a:spcBef>
                              <a:spcPct val="0"/>
                            </a:spcBef>
                            <a:spcAft>
                              <a:spcPct val="0"/>
                            </a:spcAft>
                          </a:pPr>
                          <a:r>
                            <a:rPr lang="zh-CN" altLang="en-US" sz="1800" b="0">
                              <a:solidFill>
                                <a:schemeClr val="tx1"/>
                              </a:solidFill>
                            </a:rPr>
                            <a:t>网络类型</a:t>
                          </a:r>
                          <a:endParaRPr lang="zh-CN" altLang="en-US" sz="1800" b="0">
                            <a:solidFill>
                              <a:schemeClr val="tx1"/>
                            </a:solidFill>
                          </a:endParaRPr>
                        </a:p>
                      </a:txBody>
                      <a:tcPr marL="68580" marR="68580" marT="0" marB="0" anchor="t" anchorCtr="0"/>
                    </a:tc>
                    <a:tc>
                      <a:txBody>
                        <a:bodyPr/>
                        <a:lstStyle/>
                        <a:p>
                          <a:endParaRPr lang="zh-CN"/>
                        </a:p>
                      </a:txBody>
                      <a:tcPr>
                        <a:blipFill>
                          <a:blip r:embed="rId6"/>
                        </a:blipFill>
                      </a:tcPr>
                    </a:tc>
                    <a:tc>
                      <a:txBody>
                        <a:bodyPr/>
                        <a:p>
                          <a:pPr marL="0" indent="0" algn="ctr">
                            <a:spcBef>
                              <a:spcPct val="0"/>
                            </a:spcBef>
                            <a:spcAft>
                              <a:spcPct val="0"/>
                            </a:spcAft>
                          </a:pPr>
                          <a:r>
                            <a:rPr lang="zh-CN" altLang="en-US" sz="1800" b="0">
                              <a:solidFill>
                                <a:schemeClr val="tx1"/>
                              </a:solidFill>
                            </a:rPr>
                            <a:t>当</a:t>
                          </a:r>
                          <a:r>
                            <a:rPr lang="en-US" altLang="en-US" sz="1800" b="0">
                              <a:solidFill>
                                <a:schemeClr val="tx1"/>
                              </a:solidFill>
                            </a:rPr>
                            <a:t>ℱ→0</a:t>
                          </a:r>
                          <a:r>
                            <a:rPr lang="zh-CN" altLang="en-US" sz="1800" b="0">
                              <a:solidFill>
                                <a:schemeClr val="tx1"/>
                              </a:solidFill>
                            </a:rPr>
                            <a:t>时</a:t>
                          </a:r>
                          <a:endParaRPr lang="zh-CN" altLang="en-US" sz="1800" b="0">
                            <a:solidFill>
                              <a:schemeClr val="tx1"/>
                            </a:solidFill>
                          </a:endParaRPr>
                        </a:p>
                      </a:txBody>
                      <a:tcPr marL="68580" marR="68580" marT="0" marB="0" anchor="t" anchorCtr="0"/>
                    </a:tc>
                  </a:tr>
                  <a:tr h="381000">
                    <a:tc>
                      <a:txBody>
                        <a:bodyPr/>
                        <a:p>
                          <a:pPr marL="0" indent="0" algn="ctr">
                            <a:spcBef>
                              <a:spcPct val="0"/>
                            </a:spcBef>
                            <a:spcAft>
                              <a:spcPct val="0"/>
                            </a:spcAft>
                          </a:pPr>
                          <a:r>
                            <a:rPr lang="zh-CN" altLang="en-US" sz="1800" b="0">
                              <a:solidFill>
                                <a:schemeClr val="tx1"/>
                              </a:solidFill>
                            </a:rPr>
                            <a:t>普通网络</a:t>
                          </a:r>
                          <a:endParaRPr lang="zh-CN" altLang="en-US" sz="1800" b="0">
                            <a:solidFill>
                              <a:schemeClr val="tx1"/>
                            </a:solidFill>
                          </a:endParaRPr>
                        </a:p>
                      </a:txBody>
                      <a:tcPr marL="68580" marR="68580" marT="0" marB="0" anchor="t" anchorCtr="0"/>
                    </a:tc>
                    <a:tc>
                      <a:txBody>
                        <a:bodyPr/>
                        <a:lstStyle/>
                        <a:p>
                          <a:endParaRPr lang="zh-CN"/>
                        </a:p>
                      </a:txBody>
                      <a:tcPr>
                        <a:blipFill>
                          <a:blip r:embed="rId6"/>
                        </a:blipFill>
                      </a:tcPr>
                    </a:tc>
                    <a:tc>
                      <a:txBody>
                        <a:bodyPr/>
                        <a:p>
                          <a:pPr marL="0" indent="0" algn="ctr">
                            <a:spcBef>
                              <a:spcPct val="0"/>
                            </a:spcBef>
                            <a:spcAft>
                              <a:spcPct val="0"/>
                            </a:spcAft>
                          </a:pPr>
                          <a:r>
                            <a:rPr lang="zh-CN" altLang="en-US" sz="1800" b="0">
                              <a:solidFill>
                                <a:schemeClr val="tx1"/>
                              </a:solidFill>
                            </a:rPr>
                            <a:t>梯度消失</a:t>
                          </a:r>
                          <a:endParaRPr lang="zh-CN" altLang="en-US" sz="1800" b="0">
                            <a:solidFill>
                              <a:schemeClr val="tx1"/>
                            </a:solidFill>
                          </a:endParaRPr>
                        </a:p>
                      </a:txBody>
                      <a:tcPr marL="68580" marR="68580" marT="0" marB="0" anchor="t" anchorCtr="0"/>
                    </a:tc>
                  </a:tr>
                  <a:tr h="381000">
                    <a:tc>
                      <a:txBody>
                        <a:bodyPr/>
                        <a:p>
                          <a:pPr marL="0" indent="0" algn="ctr">
                            <a:spcBef>
                              <a:spcPct val="0"/>
                            </a:spcBef>
                            <a:spcAft>
                              <a:spcPct val="0"/>
                            </a:spcAft>
                          </a:pPr>
                          <a:r>
                            <a:rPr lang="zh-CN" altLang="en-US" sz="1800" b="0">
                              <a:solidFill>
                                <a:schemeClr val="tx1"/>
                              </a:solidFill>
                            </a:rPr>
                            <a:t>残差网络</a:t>
                          </a:r>
                          <a:endParaRPr lang="zh-CN" altLang="en-US" sz="1800" b="0">
                            <a:solidFill>
                              <a:schemeClr val="tx1"/>
                            </a:solidFill>
                          </a:endParaRPr>
                        </a:p>
                      </a:txBody>
                      <a:tcPr marL="68580" marR="68580" marT="0" marB="0" anchor="t" anchorCtr="0"/>
                    </a:tc>
                    <a:tc>
                      <a:txBody>
                        <a:bodyPr/>
                        <a:lstStyle/>
                        <a:p>
                          <a:endParaRPr lang="zh-CN"/>
                        </a:p>
                      </a:txBody>
                      <a:tcPr>
                        <a:blipFill>
                          <a:blip r:embed="rId6"/>
                        </a:blipFill>
                      </a:tcPr>
                    </a:tc>
                    <a:tc>
                      <a:txBody>
                        <a:bodyPr/>
                        <a:p>
                          <a:pPr marL="0" indent="0" algn="ctr">
                            <a:spcBef>
                              <a:spcPct val="0"/>
                            </a:spcBef>
                            <a:spcAft>
                              <a:spcPct val="0"/>
                            </a:spcAft>
                          </a:pPr>
                          <a:r>
                            <a:rPr lang="zh-CN" altLang="en-US" sz="1800" b="0">
                              <a:solidFill>
                                <a:schemeClr val="tx1"/>
                              </a:solidFill>
                            </a:rPr>
                            <a:t>梯度保持</a:t>
                          </a:r>
                          <a:endParaRPr lang="zh-CN" altLang="en-US" sz="1800" b="0">
                            <a:solidFill>
                              <a:schemeClr val="tx1"/>
                            </a:solidFill>
                          </a:endParaRPr>
                        </a:p>
                      </a:txBody>
                      <a:tcPr marL="68580" marR="68580" marT="0" marB="0" anchor="t" anchorCtr="0"/>
                    </a:tc>
                  </a:tr>
                </a:tbl>
              </a:graphicData>
            </a:graphic>
          </p:graphicFrame>
        </mc:Fallback>
      </mc:AlternateContent>
      <p:sp>
        <p:nvSpPr>
          <p:cNvPr id="42" name="文本框 41"/>
          <p:cNvSpPr txBox="1"/>
          <p:nvPr/>
        </p:nvSpPr>
        <p:spPr>
          <a:xfrm>
            <a:off x="7113905" y="83185"/>
            <a:ext cx="4064000" cy="829945"/>
          </a:xfrm>
          <a:prstGeom prst="rect">
            <a:avLst/>
          </a:prstGeom>
          <a:noFill/>
        </p:spPr>
        <p:txBody>
          <a:bodyPr wrap="square" rtlCol="0">
            <a:spAutoFit/>
          </a:bodyPr>
          <a:p>
            <a:r>
              <a:rPr lang="zh-CN" altLang="en-US" sz="2400"/>
              <a:t>有残差（梯度稳定）：</a:t>
            </a:r>
            <a:endParaRPr lang="zh-CN" altLang="en-US" sz="2400"/>
          </a:p>
          <a:p>
            <a:endParaRPr lang="zh-CN" altLang="en-US" sz="2400"/>
          </a:p>
        </p:txBody>
      </p:sp>
      <p:pic>
        <p:nvPicPr>
          <p:cNvPr id="43" name="图片 42"/>
          <p:cNvPicPr>
            <a:picLocks noChangeAspect="1"/>
          </p:cNvPicPr>
          <p:nvPr/>
        </p:nvPicPr>
        <p:blipFill>
          <a:blip r:embed="rId7"/>
          <a:stretch>
            <a:fillRect/>
          </a:stretch>
        </p:blipFill>
        <p:spPr>
          <a:xfrm>
            <a:off x="7171055" y="627380"/>
            <a:ext cx="4343400" cy="923925"/>
          </a:xfrm>
          <a:prstGeom prst="rect">
            <a:avLst/>
          </a:prstGeom>
        </p:spPr>
      </p:pic>
      <mc:AlternateContent xmlns:mc="http://schemas.openxmlformats.org/markup-compatibility/2006">
        <mc:Choice xmlns:a14="http://schemas.microsoft.com/office/drawing/2010/main" Requires="a14">
          <p:sp>
            <p:nvSpPr>
              <p:cNvPr id="45" name="文本框 44"/>
              <p:cNvSpPr txBox="1"/>
              <p:nvPr/>
            </p:nvSpPr>
            <p:spPr>
              <a:xfrm>
                <a:off x="7171055" y="1911985"/>
                <a:ext cx="4928870" cy="3969385"/>
              </a:xfrm>
              <a:prstGeom prst="rect">
                <a:avLst/>
              </a:prstGeom>
              <a:noFill/>
            </p:spPr>
            <p:txBody>
              <a:bodyPr wrap="square" rtlCol="0">
                <a:spAutoFit/>
              </a:bodyPr>
              <a:p>
                <a:r>
                  <a:rPr lang="zh-CN" altLang="en-US"/>
                  <a:t>正向传播：</a:t>
                </a:r>
                <a:endParaRPr lang="zh-CN" altLang="en-US"/>
              </a:p>
              <a:p>
                <a14:m>
                  <m:oMath xmlns:m="http://schemas.openxmlformats.org/officeDocument/2006/math">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𝑎</m:t>
                        </m:r>
                      </m:e>
                      <m:sub>
                        <m:r>
                          <a:rPr lang="en-US" altLang="zh-CN" i="1">
                            <a:latin typeface="Cambria Math" panose="02040503050406030204" charset="0"/>
                            <a:cs typeface="Cambria Math" panose="02040503050406030204" charset="0"/>
                          </a:rPr>
                          <m:t>𝑙</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sub>
                    </m:sSub>
                  </m:oMath>
                </a14:m>
                <a:r>
                  <a:rPr lang="en-US" altLang="zh-CN"/>
                  <a:t> = </a:t>
                </a:r>
                <a14:m>
                  <m:oMath xmlns:m="http://schemas.openxmlformats.org/officeDocument/2006/math">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𝑎</m:t>
                        </m:r>
                      </m:e>
                      <m:sub>
                        <m:r>
                          <a:rPr lang="en-US" altLang="zh-CN" i="1">
                            <a:latin typeface="Cambria Math" panose="02040503050406030204" charset="0"/>
                            <a:cs typeface="Cambria Math" panose="02040503050406030204" charset="0"/>
                          </a:rPr>
                          <m:t>𝑙</m:t>
                        </m:r>
                      </m:sub>
                    </m:sSub>
                  </m:oMath>
                </a14:m>
                <a:r>
                  <a:rPr lang="en-US" altLang="zh-CN"/>
                  <a:t> + </a:t>
                </a:r>
                <a:r>
                  <a:rPr lang="en-US" altLang="en-US"/>
                  <a:t>ℱ(</a:t>
                </a:r>
                <a14:m>
                  <m:oMath xmlns:m="http://schemas.openxmlformats.org/officeDocument/2006/math">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𝑎</m:t>
                        </m:r>
                      </m:e>
                      <m:sub>
                        <m:r>
                          <a:rPr lang="en-US" altLang="zh-CN" i="1">
                            <a:latin typeface="Cambria Math" panose="02040503050406030204" charset="0"/>
                            <a:cs typeface="Cambria Math" panose="02040503050406030204" charset="0"/>
                          </a:rPr>
                          <m:t>𝑙</m:t>
                        </m:r>
                      </m:sub>
                    </m:sSub>
                  </m:oMath>
                </a14:m>
                <a:r>
                  <a:rPr lang="en-US" altLang="zh-CN"/>
                  <a:t>)</a:t>
                </a:r>
                <a:endParaRPr lang="en-US" altLang="zh-CN"/>
              </a:p>
              <a:p>
                <a:r>
                  <a:rPr lang="en-US" altLang="zh-CN"/>
                  <a:t>    ↓</a:t>
                </a:r>
                <a:endParaRPr lang="en-US" altLang="zh-CN"/>
              </a:p>
              <a:p>
                <a:r>
                  <a:rPr lang="zh-CN" altLang="en-US"/>
                  <a:t>输入 </a:t>
                </a:r>
                <a:r>
                  <a:rPr lang="en-US" altLang="zh-CN"/>
                  <a:t>x </a:t>
                </a:r>
                <a:r>
                  <a:rPr lang="zh-CN" altLang="en-US"/>
                  <a:t>直接传递到输出 + </a:t>
                </a:r>
                <a:r>
                  <a:rPr lang="en-US" altLang="zh-CN"/>
                  <a:t>F(x) </a:t>
                </a:r>
                <a:r>
                  <a:rPr lang="zh-CN" altLang="en-US"/>
                  <a:t>的残差</a:t>
                </a:r>
                <a:endParaRPr lang="zh-CN" altLang="en-US"/>
              </a:p>
              <a:p>
                <a:endParaRPr lang="en-US" altLang="zh-CN"/>
              </a:p>
              <a:p>
                <a:r>
                  <a:rPr lang="zh-CN" altLang="en-US"/>
                  <a:t>反向传播：</a:t>
                </a:r>
                <a:endParaRPr lang="zh-CN" altLang="en-US"/>
              </a:p>
              <a:p>
                <a:r>
                  <a:rPr lang="en-US" altLang="zh-CN"/>
                  <a:t>∂L/∂a_l = ∂L/∂a_{l+1} · (1 + ∂F/∂a_l)</a:t>
                </a:r>
                <a:endParaRPr lang="en-US" altLang="zh-CN"/>
              </a:p>
              <a:p>
                <a:r>
                  <a:rPr lang="en-US" altLang="zh-CN"/>
                  <a:t>        = ∂L/∂a_{l+1} + ∂L/∂a_{l+1} · ∂F/∂a_l</a:t>
                </a:r>
                <a:endParaRPr lang="en-US" altLang="zh-CN"/>
              </a:p>
              <a:p>
                <a:r>
                  <a:rPr lang="en-US" altLang="zh-CN"/>
                  <a:t>    ↓</a:t>
                </a:r>
                <a:endParaRPr lang="en-US" altLang="zh-CN"/>
              </a:p>
              <a:p>
                <a:r>
                  <a:rPr lang="zh-CN" altLang="en-US"/>
                  <a:t>梯度分两条路径反传：</a:t>
                </a:r>
                <a:endParaRPr lang="zh-CN" altLang="en-US"/>
              </a:p>
              <a:p>
                <a:r>
                  <a:rPr lang="zh-CN" altLang="en-US"/>
                  <a:t>路径1: ∂</a:t>
                </a:r>
                <a:r>
                  <a:rPr lang="en-US" altLang="zh-CN"/>
                  <a:t>L/∂a_{l+1}（</a:t>
                </a:r>
                <a:r>
                  <a:rPr lang="zh-CN" altLang="en-US"/>
                  <a:t>沿</a:t>
                </a:r>
                <a:r>
                  <a:rPr lang="en-US" altLang="zh-CN"/>
                  <a:t>shortcut</a:t>
                </a:r>
                <a:r>
                  <a:rPr lang="zh-CN" altLang="en-US"/>
                  <a:t>直接传递）</a:t>
                </a:r>
                <a:endParaRPr lang="zh-CN" altLang="en-US"/>
              </a:p>
              <a:p>
                <a:r>
                  <a:rPr lang="zh-CN" altLang="en-US"/>
                  <a:t>路径2: ∂</a:t>
                </a:r>
                <a:r>
                  <a:rPr lang="en-US" altLang="zh-CN"/>
                  <a:t>L/∂a_{l+1} · ∂F/∂a_l（</a:t>
                </a:r>
                <a:r>
                  <a:rPr lang="zh-CN" altLang="en-US"/>
                  <a:t>经残差分支传递）</a:t>
                </a:r>
                <a:endParaRPr lang="zh-CN" altLang="en-US"/>
              </a:p>
              <a:p>
                <a:r>
                  <a:rPr lang="en-US" altLang="zh-CN"/>
                  <a:t>    ↓</a:t>
                </a:r>
                <a:endParaRPr lang="en-US" altLang="zh-CN"/>
              </a:p>
              <a:p>
                <a:r>
                  <a:rPr lang="zh-CN" altLang="en-US"/>
                  <a:t>两条路径相加，不会衰减</a:t>
                </a:r>
                <a:endParaRPr lang="zh-CN" altLang="en-US"/>
              </a:p>
            </p:txBody>
          </p:sp>
        </mc:Choice>
        <mc:Fallback>
          <p:sp>
            <p:nvSpPr>
              <p:cNvPr id="45" name="文本框 44"/>
              <p:cNvSpPr txBox="1">
                <a:spLocks noRot="1" noChangeAspect="1" noMove="1" noResize="1" noEditPoints="1" noAdjustHandles="1" noChangeArrowheads="1" noChangeShapeType="1" noTextEdit="1"/>
              </p:cNvSpPr>
              <p:nvPr/>
            </p:nvSpPr>
            <p:spPr>
              <a:xfrm>
                <a:off x="7171055" y="1911985"/>
                <a:ext cx="4928870" cy="3969385"/>
              </a:xfrm>
              <a:prstGeom prst="rect">
                <a:avLst/>
              </a:prstGeom>
              <a:blipFill rotWithShape="1">
                <a:blip r:embed="rId8"/>
                <a:stretch>
                  <a:fillRect r="-2602"/>
                </a:stretch>
              </a:blipFill>
            </p:spPr>
            <p:txBody>
              <a:bodyPr/>
              <a:lstStyle/>
              <a:p>
                <a:r>
                  <a:rPr lang="zh-CN" altLang="en-US">
                    <a:noFill/>
                  </a:rPr>
                  <a:t> </a:t>
                </a:r>
              </a:p>
            </p:txBody>
          </p:sp>
        </mc:Fallback>
      </mc:AlternateContent>
    </p:spTree>
  </p:cSld>
  <p:clrMapOvr>
    <a:masterClrMapping/>
  </p:clrMapOvr>
  <mc:AlternateContent xmlns:mc="http://schemas.openxmlformats.org/markup-compatibility/2006">
    <mc:Choice xmlns:p14="http://schemas.microsoft.com/office/powerpoint/2010/main" Requires="p14">
      <p:transition spd="slow" p14:dur="1000">
        <p:wheel spokes="8"/>
      </p:transition>
    </mc:Choice>
    <mc:Fallback>
      <p:transition spd="slow">
        <p:wheel spokes="8"/>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mc:AlternateContent xmlns:mc="http://schemas.openxmlformats.org/markup-compatibility/2006">
        <mc:Choice xmlns:a14="http://schemas.microsoft.com/office/drawing/2010/main" Requires="a14">
          <p:sp>
            <p:nvSpPr>
              <p:cNvPr id="54" name="文本框 53"/>
              <p:cNvSpPr txBox="1"/>
              <p:nvPr/>
            </p:nvSpPr>
            <p:spPr>
              <a:xfrm>
                <a:off x="559435" y="1028700"/>
                <a:ext cx="9507220" cy="4799965"/>
              </a:xfrm>
              <a:prstGeom prst="rect">
                <a:avLst/>
              </a:prstGeom>
              <a:noFill/>
            </p:spPr>
            <p:txBody>
              <a:bodyPr wrap="square" rtlCol="0">
                <a:spAutoFit/>
              </a:bodyPr>
              <a:p>
                <a:r>
                  <a:rPr lang="zh-CN" altLang="en-US"/>
                  <a:t>残差网络的核心数学表达可以写为：</a:t>
                </a:r>
                <a:endParaRPr lang="zh-CN" altLang="en-US"/>
              </a:p>
              <a:p>
                <a:endParaRPr lang="zh-CN" altLang="en-US"/>
              </a:p>
              <a:p>
                <a:r>
                  <a:rPr lang="en-US" altLang="zh-CN"/>
                  <a:t>y=</a:t>
                </a:r>
                <a:r>
                  <a:rPr lang="en-US" altLang="en-US"/>
                  <a:t>ℱ(</a:t>
                </a:r>
                <a:r>
                  <a:rPr lang="en-US" altLang="zh-CN"/>
                  <a:t>x,{</a:t>
                </a:r>
                <a14:m>
                  <m:oMath xmlns:m="http://schemas.openxmlformats.org/officeDocument/2006/math">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𝑊</m:t>
                        </m:r>
                      </m:e>
                      <m:sub>
                        <m:r>
                          <a:rPr lang="en-US" altLang="zh-CN" i="1">
                            <a:latin typeface="Cambria Math" panose="02040503050406030204" charset="0"/>
                            <a:cs typeface="Cambria Math" panose="02040503050406030204" charset="0"/>
                          </a:rPr>
                          <m:t>𝑖</m:t>
                        </m:r>
                      </m:sub>
                    </m:sSub>
                  </m:oMath>
                </a14:m>
                <a:r>
                  <a:rPr lang="en-US" altLang="zh-CN"/>
                  <a:t>})+x</a:t>
                </a:r>
                <a:endParaRPr lang="en-US" altLang="zh-CN"/>
              </a:p>
              <a:p>
                <a:endParaRPr lang="en-US" altLang="zh-CN"/>
              </a:p>
              <a:p>
                <a:r>
                  <a:rPr lang="en-US" altLang="zh-CN"/>
                  <a:t>      </a:t>
                </a:r>
                <a:r>
                  <a:rPr lang="zh-CN" altLang="en-US"/>
                  <a:t>其中</a:t>
                </a:r>
                <a:r>
                  <a:rPr lang="en-US" altLang="zh-CN"/>
                  <a:t>x</a:t>
                </a:r>
                <a:r>
                  <a:rPr lang="zh-CN" altLang="en-US"/>
                  <a:t>是残差块的输入，</a:t>
                </a:r>
                <a:r>
                  <a:rPr lang="en-US" altLang="zh-CN"/>
                  <a:t>y</a:t>
                </a:r>
                <a:r>
                  <a:rPr lang="zh-CN" altLang="en-US"/>
                  <a:t>是残差块的输出，</a:t>
                </a:r>
                <a:r>
                  <a:rPr lang="en-US" altLang="en-US"/>
                  <a:t>ℱ(⋅)</a:t>
                </a:r>
                <a:r>
                  <a:rPr lang="zh-CN" altLang="en-US"/>
                  <a:t>是残差映射函数，{</a:t>
                </a:r>
                <a14:m>
                  <m:oMath xmlns:m="http://schemas.openxmlformats.org/officeDocument/2006/math">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𝑊</m:t>
                        </m:r>
                      </m:e>
                      <m:sub>
                        <m:r>
                          <a:rPr lang="en-US" altLang="zh-CN" i="1">
                            <a:latin typeface="Cambria Math" panose="02040503050406030204" charset="0"/>
                            <a:cs typeface="Cambria Math" panose="02040503050406030204" charset="0"/>
                          </a:rPr>
                          <m:t>𝑖</m:t>
                        </m:r>
                      </m:sub>
                    </m:sSub>
                  </m:oMath>
                </a14:m>
                <a:r>
                  <a:rPr lang="en-US" altLang="zh-CN"/>
                  <a:t>} </a:t>
                </a:r>
                <a:r>
                  <a:rPr lang="zh-CN" altLang="en-US"/>
                  <a:t>是残差块中可学习的卷积核参数。残差映射</a:t>
                </a:r>
                <a:r>
                  <a:rPr lang="en-US" altLang="en-US"/>
                  <a:t>ℱ</a:t>
                </a:r>
                <a:r>
                  <a:rPr lang="zh-CN" altLang="en-US"/>
                  <a:t>的具体形式取决于网络架构的设计，在本项目中采用了两层卷积的配置，因此：</a:t>
                </a:r>
                <a:endParaRPr lang="zh-CN" altLang="en-US"/>
              </a:p>
              <a:p>
                <a:endParaRPr lang="en-US" altLang="zh-CN"/>
              </a:p>
              <a:p>
                <a:r>
                  <a:rPr lang="en-US" altLang="en-US"/>
                  <a:t>ℱ(</a:t>
                </a:r>
                <a:r>
                  <a:rPr lang="en-US" altLang="zh-CN"/>
                  <a:t>x)=W2⋅σ(W1⋅x)</a:t>
                </a:r>
                <a:endParaRPr lang="en-US" altLang="zh-CN"/>
              </a:p>
              <a:p>
                <a:endParaRPr lang="en-US" altLang="zh-CN"/>
              </a:p>
              <a:p>
                <a:r>
                  <a:rPr lang="en-US" altLang="zh-CN"/>
                  <a:t>      </a:t>
                </a:r>
                <a:r>
                  <a:rPr lang="zh-CN" altLang="en-US"/>
                  <a:t>其中</a:t>
                </a:r>
                <a:r>
                  <a:rPr lang="en-US" altLang="zh-CN"/>
                  <a:t>σ</a:t>
                </a:r>
                <a:r>
                  <a:rPr lang="zh-CN" altLang="en-US"/>
                  <a:t>表示激活函数（如</a:t>
                </a:r>
                <a:r>
                  <a:rPr lang="en-US" altLang="zh-CN"/>
                  <a:t>ReLU），W1</a:t>
                </a:r>
                <a:r>
                  <a:rPr lang="zh-CN" altLang="en-US"/>
                  <a:t>和</a:t>
                </a:r>
                <a:r>
                  <a:rPr lang="en-US" altLang="zh-CN"/>
                  <a:t>W2</a:t>
                </a:r>
                <a:r>
                  <a:rPr lang="zh-CN" altLang="en-US"/>
                  <a:t>分别表示第一层和第二层卷积的权重矩阵。</a:t>
                </a:r>
                <a:endParaRPr lang="zh-CN" altLang="en-US"/>
              </a:p>
              <a:p>
                <a:endParaRPr lang="en-US" altLang="zh-CN"/>
              </a:p>
              <a:p>
                <a:r>
                  <a:rPr lang="en-US" altLang="zh-CN"/>
                  <a:t>      </a:t>
                </a:r>
                <a:r>
                  <a:rPr lang="zh-CN" altLang="en-US"/>
                  <a:t>将残差学习与普通网络的直接学习进行对比可以更清晰地理解其优势。普通网络尝试直接学习底层映射</a:t>
                </a:r>
                <a:r>
                  <a:rPr lang="en-US" altLang="zh-CN"/>
                  <a:t>y=</a:t>
                </a:r>
                <a:r>
                  <a:rPr lang="en-US" altLang="en-US"/>
                  <a:t>ℋ(</a:t>
                </a:r>
                <a:r>
                  <a:rPr lang="en-US" altLang="zh-CN"/>
                  <a:t>x)，</a:t>
                </a:r>
                <a:r>
                  <a:rPr lang="zh-CN" altLang="en-US"/>
                  <a:t>这要求网络学习一个完整的变换。而残差学习则将目标分解为</a:t>
                </a:r>
                <a:r>
                  <a:rPr lang="en-US" altLang="en-US"/>
                  <a:t>ℋ(</a:t>
                </a:r>
                <a:r>
                  <a:rPr lang="en-US" altLang="zh-CN"/>
                  <a:t>x)=</a:t>
                </a:r>
                <a:r>
                  <a:rPr lang="en-US" altLang="en-US"/>
                  <a:t>ℱ(</a:t>
                </a:r>
                <a:r>
                  <a:rPr lang="en-US" altLang="zh-CN"/>
                  <a:t>x)+x，</a:t>
                </a:r>
                <a:r>
                  <a:rPr lang="zh-CN" altLang="en-US"/>
                  <a:t>其中</a:t>
                </a:r>
                <a:r>
                  <a:rPr lang="en-US" altLang="zh-CN"/>
                  <a:t>x</a:t>
                </a:r>
                <a:r>
                  <a:rPr lang="zh-CN" altLang="en-US"/>
                  <a:t>通过恒等映射直接传递，</a:t>
                </a:r>
                <a:r>
                  <a:rPr lang="en-US" altLang="en-US"/>
                  <a:t>ℱ(</a:t>
                </a:r>
                <a:r>
                  <a:rPr lang="en-US" altLang="zh-CN"/>
                  <a:t>x)</a:t>
                </a:r>
                <a:r>
                  <a:rPr lang="zh-CN" altLang="en-US"/>
                  <a:t>学习的是相对于输入的"增量"变化。当网络需要近似恒等映射时，残差块只需要学习</a:t>
                </a:r>
                <a:r>
                  <a:rPr lang="en-US" altLang="en-US"/>
                  <a:t>ℱ(</a:t>
                </a:r>
                <a:r>
                  <a:rPr lang="en-US" altLang="zh-CN"/>
                  <a:t>x)≈0</a:t>
                </a:r>
                <a:r>
                  <a:rPr lang="zh-CN" altLang="en-US"/>
                  <a:t>即可，这一目标可以通过将卷积层的权重学习到趋近于零来实现，相比学习完整的恒等变换要容易得多。</a:t>
                </a:r>
                <a:endParaRPr lang="zh-CN" altLang="en-US"/>
              </a:p>
            </p:txBody>
          </p:sp>
        </mc:Choice>
        <mc:Fallback>
          <p:sp>
            <p:nvSpPr>
              <p:cNvPr id="54" name="文本框 53"/>
              <p:cNvSpPr txBox="1">
                <a:spLocks noRot="1" noChangeAspect="1" noMove="1" noResize="1" noEditPoints="1" noAdjustHandles="1" noChangeArrowheads="1" noChangeShapeType="1" noTextEdit="1"/>
              </p:cNvSpPr>
              <p:nvPr/>
            </p:nvSpPr>
            <p:spPr>
              <a:xfrm>
                <a:off x="559435" y="1028700"/>
                <a:ext cx="9507220" cy="4799965"/>
              </a:xfrm>
              <a:prstGeom prst="rect">
                <a:avLst/>
              </a:prstGeom>
              <a:blipFill rotWithShape="1">
                <a:blip r:embed="rId2"/>
                <a:stretch>
                  <a:fillRect/>
                </a:stretch>
              </a:blipFill>
            </p:spPr>
            <p:txBody>
              <a:bodyPr/>
              <a:lstStyle/>
              <a:p>
                <a:r>
                  <a:rPr lang="zh-CN" altLang="en-US">
                    <a:noFill/>
                  </a:rPr>
                  <a:t> </a:t>
                </a:r>
              </a:p>
            </p:txBody>
          </p:sp>
        </mc:Fallback>
      </mc:AlternateContent>
      <p:sp>
        <p:nvSpPr>
          <p:cNvPr id="56" name="标题 55"/>
          <p:cNvSpPr>
            <a:spLocks noGrp="1"/>
          </p:cNvSpPr>
          <p:nvPr>
            <p:ph type="ctrTitle" idx="16385"/>
            <p:custDataLst>
              <p:tags r:id="rId3"/>
            </p:custDataLst>
          </p:nvPr>
        </p:nvSpPr>
        <p:spPr>
          <a:xfrm>
            <a:off x="330200" y="246380"/>
            <a:ext cx="10972800" cy="609600"/>
          </a:xfrm>
        </p:spPr>
        <p:txBody>
          <a:bodyPr>
            <a:normAutofit/>
          </a:bodyPr>
          <a:p>
            <a:pPr algn="l">
              <a:lnSpc>
                <a:spcPct val="111000"/>
              </a:lnSpc>
            </a:pPr>
            <a:r>
              <a:rPr lang="en-US" altLang="zh-CN"/>
              <a:t>·</a:t>
            </a:r>
            <a:r>
              <a:rPr lang="zh-CN" altLang="en-US"/>
              <a:t>残差网络ResNet</a:t>
            </a:r>
            <a:endParaRPr lang="zh-CN" altLang="en-US"/>
          </a:p>
        </p:txBody>
      </p:sp>
      <p:pic>
        <p:nvPicPr>
          <p:cNvPr id="57" name="图片 56"/>
          <p:cNvPicPr/>
          <p:nvPr/>
        </p:nvPicPr>
        <p:blipFill>
          <a:blip r:embed="rId4"/>
          <a:stretch>
            <a:fillRect/>
          </a:stretch>
        </p:blipFill>
        <p:spPr>
          <a:xfrm>
            <a:off x="8735695" y="155576"/>
            <a:ext cx="3086100" cy="1866899"/>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000">
        <p:wipe/>
      </p:transition>
    </mc:Choice>
    <mc:Fallback>
      <p:transition spd="slow">
        <p:wip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p:sp>
        <p:nvSpPr>
          <p:cNvPr id="2" name="标题 1"/>
          <p:cNvSpPr>
            <a:spLocks noGrp="1"/>
          </p:cNvSpPr>
          <p:nvPr>
            <p:ph type="ctrTitle" idx="16385"/>
            <p:custDataLst>
              <p:tags r:id="rId2"/>
            </p:custDataLst>
          </p:nvPr>
        </p:nvSpPr>
        <p:spPr>
          <a:xfrm>
            <a:off x="609600" y="317500"/>
            <a:ext cx="10972800" cy="609600"/>
          </a:xfrm>
        </p:spPr>
        <p:txBody>
          <a:bodyPr>
            <a:normAutofit/>
          </a:bodyPr>
          <a:p>
            <a:pPr algn="l">
              <a:lnSpc>
                <a:spcPct val="111000"/>
              </a:lnSpc>
            </a:pPr>
            <a:r>
              <a:rPr lang="zh-CN" altLang="en-US"/>
              <a:t>数据增强</a:t>
            </a:r>
            <a:endParaRPr lang="zh-CN" altLang="en-US"/>
          </a:p>
        </p:txBody>
      </p:sp>
      <mc:AlternateContent xmlns:mc="http://schemas.openxmlformats.org/markup-compatibility/2006">
        <mc:Choice xmlns:a14="http://schemas.microsoft.com/office/drawing/2010/main" Requires="a14">
          <p:sp>
            <p:nvSpPr>
              <p:cNvPr id="28" name="文本框 27"/>
              <p:cNvSpPr txBox="1"/>
              <p:nvPr/>
            </p:nvSpPr>
            <p:spPr>
              <a:xfrm>
                <a:off x="173355" y="927100"/>
                <a:ext cx="11758930" cy="5593715"/>
              </a:xfrm>
              <a:prstGeom prst="rect">
                <a:avLst/>
              </a:prstGeom>
              <a:noFill/>
            </p:spPr>
            <p:txBody>
              <a:bodyPr wrap="square" rtlCol="0">
                <a:spAutoFit/>
              </a:bodyPr>
              <a:p>
                <a:r>
                  <a:rPr lang="en-US" altLang="zh-CN"/>
                  <a:t>      </a:t>
                </a:r>
                <a:r>
                  <a:rPr lang="zh-CN" altLang="en-US"/>
                  <a:t>数据增强的核心思想是：在不实质增加标注数据的情况下，通过对原始样本进行有限、可控的变换，人工生成更多的训练样本。这种方法能够增加训练数据的多样性，提升模型的泛化能力，同时有效*防止过拟合。</a:t>
                </a:r>
                <a:endParaRPr lang="zh-CN" altLang="en-US"/>
              </a:p>
              <a:p>
                <a:endParaRPr lang="en-US" altLang="zh-CN"/>
              </a:p>
              <a:p>
                <a:r>
                  <a:rPr lang="en-US" altLang="zh-CN"/>
                  <a:t>      </a:t>
                </a:r>
                <a:r>
                  <a:rPr lang="zh-CN" altLang="en-US"/>
                  <a:t>在语音情感识别任务中，情感信息主要蕴含在语调、韵律、响度等变化模式中，而非绝对的音频强度或时间位置。因此，对语音进行适度的扰动不会改变其情感类别，却能让模型学习到更加本质的情感特征，而非对特定音频属性的"记忆"。</a:t>
                </a:r>
                <a:endParaRPr lang="zh-CN" altLang="en-US"/>
              </a:p>
              <a:p>
                <a:endParaRPr lang="zh-CN" altLang="en-US"/>
              </a:p>
              <a:p>
                <a:r>
                  <a:rPr lang="zh-CN" altLang="en-US"/>
                  <a:t>噪声注入：在原始音频上叠加高斯噪声，模拟真实环境中的背景噪声</a:t>
                </a:r>
                <a:endParaRPr lang="zh-CN" altLang="en-US"/>
              </a:p>
              <a:p>
                <a14:m>
                  <m:oMath xmlns:m="http://schemas.openxmlformats.org/officeDocument/2006/math">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𝑥</m:t>
                        </m:r>
                      </m:e>
                      <m:sub>
                        <m:r>
                          <a:rPr lang="en-US" altLang="zh-CN" i="1">
                            <a:latin typeface="Cambria Math" panose="02040503050406030204" charset="0"/>
                            <a:cs typeface="Cambria Math" panose="02040503050406030204" charset="0"/>
                          </a:rPr>
                          <m:t>𝑛𝑜𝑖𝑠𝑦</m:t>
                        </m:r>
                      </m:sub>
                    </m:sSub>
                  </m:oMath>
                </a14:m>
                <a:r>
                  <a:rPr lang="en-US" altLang="zh-CN"/>
                  <a:t>[n]=x[n]+</a:t>
                </a:r>
                <a:r>
                  <a:rPr lang="en-US" altLang="en-US"/>
                  <a:t>ϵ[</a:t>
                </a:r>
                <a:r>
                  <a:rPr lang="en-US" altLang="zh-CN"/>
                  <a:t>n], </a:t>
                </a:r>
                <a:r>
                  <a:rPr lang="en-US" altLang="en-US"/>
                  <a:t>ϵ[</a:t>
                </a:r>
                <a:r>
                  <a:rPr lang="en-US" altLang="zh-CN"/>
                  <a:t>n]∼N(0,</a:t>
                </a:r>
                <a14:m>
                  <m:oMath xmlns:m="http://schemas.openxmlformats.org/officeDocument/2006/math">
                    <m:sSup>
                      <m:sSupPr>
                        <m:ctrlPr>
                          <a:rPr lang="en-US" altLang="zh-CN" i="1">
                            <a:latin typeface="Cambria Math" panose="02040503050406030204" charset="0"/>
                            <a:cs typeface="Cambria Math" panose="02040503050406030204" charset="0"/>
                          </a:rPr>
                        </m:ctrlPr>
                      </m:sSupPr>
                      <m:e>
                        <m:r>
                          <a:rPr lang="en-US" altLang="zh-CN">
                            <a:latin typeface="Cambria Math" panose="02040503050406030204" charset="0"/>
                            <a:sym typeface="+mn-ea"/>
                          </a:rPr>
                          <m:t>𝜎</m:t>
                        </m:r>
                      </m:e>
                      <m:sup>
                        <m:r>
                          <a:rPr lang="en-US" altLang="zh-CN" i="1">
                            <a:latin typeface="Cambria Math" panose="02040503050406030204" charset="0"/>
                            <a:cs typeface="Cambria Math" panose="02040503050406030204" charset="0"/>
                          </a:rPr>
                          <m:t>2</m:t>
                        </m:r>
                      </m:sup>
                    </m:sSup>
                  </m:oMath>
                </a14:m>
                <a:r>
                  <a:rPr lang="en-US" altLang="zh-CN"/>
                  <a:t>)</a:t>
                </a:r>
                <a:endParaRPr lang="en-US" altLang="zh-CN"/>
              </a:p>
              <a:p>
                <a:r>
                  <a:rPr lang="zh-CN" altLang="en-US"/>
                  <a:t>增强模型对环境噪声的适应能力，使模型聚焦于情感相关的韵律特征而非特定音色</a:t>
                </a:r>
                <a:endParaRPr lang="zh-CN" altLang="en-US"/>
              </a:p>
              <a:p>
                <a:endParaRPr lang="en-US" altLang="zh-CN"/>
              </a:p>
              <a:p>
                <a:r>
                  <a:rPr lang="zh-CN" altLang="en-US"/>
                  <a:t>时间偏移：在时间维度上随机平移音频，模拟语音片段的起始位置变化</a:t>
                </a:r>
                <a:endParaRPr lang="zh-CN" altLang="en-US"/>
              </a:p>
              <a:p>
                <a14:m>
                  <m:oMath xmlns:m="http://schemas.openxmlformats.org/officeDocument/2006/math">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𝑥</m:t>
                        </m:r>
                      </m:e>
                      <m:sub>
                        <m:r>
                          <a:rPr lang="en-US" altLang="zh-CN" i="1">
                            <a:latin typeface="Cambria Math" panose="02040503050406030204" charset="0"/>
                            <a:cs typeface="Cambria Math" panose="02040503050406030204" charset="0"/>
                          </a:rPr>
                          <m:t>𝑠ℎ𝑖𝑓𝑡</m:t>
                        </m:r>
                      </m:sub>
                    </m:sSub>
                  </m:oMath>
                </a14:m>
                <a:r>
                  <a:rPr lang="en-US" altLang="zh-CN"/>
                  <a:t>[n]=x[(n+Δ)T]</a:t>
                </a:r>
                <a:endParaRPr lang="en-US" altLang="zh-CN"/>
              </a:p>
              <a:p>
                <a:r>
                  <a:rPr lang="zh-CN" altLang="en-US"/>
                  <a:t>其中</a:t>
                </a:r>
                <a:r>
                  <a:rPr lang="en-US" altLang="zh-CN"/>
                  <a:t>Δ∈[−δ,δ]，δ=0.1×T（</a:t>
                </a:r>
                <a:r>
                  <a:rPr lang="zh-CN" altLang="en-US"/>
                  <a:t>即±10%采样点）</a:t>
                </a:r>
                <a:endParaRPr lang="zh-CN" altLang="en-US"/>
              </a:p>
              <a:p>
                <a:r>
                  <a:rPr lang="zh-CN" altLang="en-US"/>
                  <a:t>增加训练样本在时间维度上的多样性，使模型对语音片段的截取位置不敏感</a:t>
                </a:r>
                <a:endParaRPr lang="zh-CN" altLang="en-US"/>
              </a:p>
              <a:p>
                <a:endParaRPr lang="zh-CN" altLang="en-US"/>
              </a:p>
              <a:p>
                <a:r>
                  <a:rPr lang="zh-CN" altLang="en-US"/>
                  <a:t>音量扰动：随机调整音频信号的增益因子，改变音频的响度</a:t>
                </a:r>
                <a:endParaRPr lang="zh-CN" altLang="en-US"/>
              </a:p>
              <a:p>
                <a14:m>
                  <m:oMath xmlns:m="http://schemas.openxmlformats.org/officeDocument/2006/math">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𝑥</m:t>
                        </m:r>
                      </m:e>
                      <m:sub>
                        <m:r>
                          <a:rPr lang="en-US" altLang="zh-CN" i="1">
                            <a:latin typeface="Cambria Math" panose="02040503050406030204" charset="0"/>
                            <a:cs typeface="Cambria Math" panose="02040503050406030204" charset="0"/>
                          </a:rPr>
                          <m:t>𝑔𝑎𝑖𝑛</m:t>
                        </m:r>
                      </m:sub>
                    </m:sSub>
                  </m:oMath>
                </a14:m>
                <a:r>
                  <a:rPr lang="en-US" altLang="zh-CN"/>
                  <a:t>[n]=α⋅x[n], α∼U(0.8,1.2)</a:t>
                </a:r>
                <a:endParaRPr lang="en-US" altLang="zh-CN"/>
              </a:p>
              <a:p>
                <a:r>
                  <a:rPr lang="zh-CN" altLang="en-US"/>
                  <a:t>模拟不同说话距离和音量变化，防止模型对特定音量产生依赖</a:t>
                </a:r>
                <a:endParaRPr lang="zh-CN" altLang="en-US"/>
              </a:p>
            </p:txBody>
          </p:sp>
        </mc:Choice>
        <mc:Fallback>
          <p:sp>
            <p:nvSpPr>
              <p:cNvPr id="28" name="文本框 27"/>
              <p:cNvSpPr txBox="1">
                <a:spLocks noRot="1" noChangeAspect="1" noMove="1" noResize="1" noEditPoints="1" noAdjustHandles="1" noChangeArrowheads="1" noChangeShapeType="1" noTextEdit="1"/>
              </p:cNvSpPr>
              <p:nvPr/>
            </p:nvSpPr>
            <p:spPr>
              <a:xfrm>
                <a:off x="173355" y="927100"/>
                <a:ext cx="11758930" cy="5593715"/>
              </a:xfrm>
              <a:prstGeom prst="rect">
                <a:avLst/>
              </a:prstGeom>
              <a:blipFill rotWithShape="1">
                <a:blip r:embed="rId3"/>
                <a:stretch>
                  <a:fillRect/>
                </a:stretch>
              </a:blipFill>
            </p:spPr>
            <p:txBody>
              <a:bodyPr/>
              <a:lstStyle/>
              <a:p>
                <a:r>
                  <a:rPr lang="zh-CN" altLang="en-US">
                    <a:noFill/>
                  </a:rPr>
                  <a:t> </a:t>
                </a:r>
              </a:p>
            </p:txBody>
          </p:sp>
        </mc:Fallback>
      </mc:AlternateContent>
    </p:spTree>
    <p:custDataLst>
      <p:tags r:id="rId4"/>
    </p:custDataLst>
  </p:cSld>
  <p:clrMapOvr>
    <a:masterClrMapping/>
  </p:clrMapOvr>
  <mc:AlternateContent xmlns:mc="http://schemas.openxmlformats.org/markup-compatibility/2006">
    <mc:Choice xmlns:p14="http://schemas.microsoft.com/office/powerpoint/2010/main" Requires="p14">
      <p:transition spd="slow" p14:dur="1000">
        <p:randomBar dir="vert"/>
      </p:transition>
    </mc:Choice>
    <mc:Fallback>
      <p:transition spd="slow">
        <p:randomBar dir="vert"/>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p:sp>
        <p:nvSpPr>
          <p:cNvPr id="13" name="稻壳儿_刀客儿出品_1"/>
          <p:cNvSpPr/>
          <p:nvPr/>
        </p:nvSpPr>
        <p:spPr>
          <a:xfrm>
            <a:off x="2971800" y="476250"/>
            <a:ext cx="6249035" cy="5904865"/>
          </a:xfrm>
          <a:prstGeom prst="diamond">
            <a:avLst/>
          </a:prstGeom>
          <a:noFill/>
          <a:ln w="38100">
            <a:gradFill flip="none" rotWithShape="1">
              <a:gsLst>
                <a:gs pos="0">
                  <a:srgbClr val="B36E2F"/>
                </a:gs>
                <a:gs pos="30000">
                  <a:srgbClr val="A86F3C"/>
                </a:gs>
                <a:gs pos="80000">
                  <a:srgbClr val="A5642E"/>
                </a:gs>
                <a:gs pos="55000">
                  <a:srgbClr val="F3BD84"/>
                </a:gs>
                <a:gs pos="100000">
                  <a:srgbClr val="652F07"/>
                </a:gs>
              </a:gsLst>
              <a:lin ang="27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文本框 13"/>
          <p:cNvSpPr txBox="1"/>
          <p:nvPr/>
        </p:nvSpPr>
        <p:spPr>
          <a:xfrm>
            <a:off x="4336415" y="2484755"/>
            <a:ext cx="3520440" cy="1888490"/>
          </a:xfrm>
          <a:prstGeom prst="rect">
            <a:avLst/>
          </a:prstGeom>
          <a:noFill/>
        </p:spPr>
        <p:txBody>
          <a:bodyPr wrap="square" rtlCol="0">
            <a:noAutofit/>
          </a:bodyPr>
          <a:p>
            <a:r>
              <a:rPr lang="en-US" altLang="zh-CN" sz="5400">
                <a:ln w="13462">
                  <a:solidFill>
                    <a:schemeClr val="bg1"/>
                  </a:solidFill>
                  <a:prstDash val="solid"/>
                </a:ln>
                <a:solidFill>
                  <a:schemeClr val="tx1">
                    <a:lumMod val="85000"/>
                    <a:lumOff val="15000"/>
                  </a:schemeClr>
                </a:solidFill>
                <a:effectLst>
                  <a:outerShdw dist="38100" dir="2700000" algn="bl" rotWithShape="0">
                    <a:schemeClr val="accent5"/>
                  </a:outerShdw>
                </a:effectLst>
                <a:sym typeface="+mn-ea"/>
              </a:rPr>
              <a:t>03. </a:t>
            </a:r>
            <a:r>
              <a:rPr lang="zh-CN" altLang="en-US" sz="5400">
                <a:ln w="13462">
                  <a:solidFill>
                    <a:schemeClr val="bg1"/>
                  </a:solidFill>
                  <a:prstDash val="solid"/>
                </a:ln>
                <a:solidFill>
                  <a:schemeClr val="tx1">
                    <a:lumMod val="85000"/>
                    <a:lumOff val="15000"/>
                  </a:schemeClr>
                </a:solidFill>
                <a:effectLst>
                  <a:outerShdw dist="38100" dir="2700000" algn="bl" rotWithShape="0">
                    <a:schemeClr val="accent5"/>
                  </a:outerShdw>
                </a:effectLst>
                <a:sym typeface="+mn-ea"/>
              </a:rPr>
              <a:t>数据集</a:t>
            </a:r>
            <a:r>
              <a:rPr lang="zh-CN" altLang="en-US" sz="5400">
                <a:ln w="13462">
                  <a:solidFill>
                    <a:schemeClr val="bg1"/>
                  </a:solidFill>
                  <a:prstDash val="solid"/>
                </a:ln>
                <a:solidFill>
                  <a:schemeClr val="tx1">
                    <a:lumMod val="85000"/>
                    <a:lumOff val="15000"/>
                  </a:schemeClr>
                </a:solidFill>
                <a:effectLst>
                  <a:outerShdw dist="38100" dir="2700000" algn="bl" rotWithShape="0">
                    <a:schemeClr val="accent5"/>
                  </a:outerShdw>
                </a:effectLst>
                <a:sym typeface="+mn-ea"/>
              </a:rPr>
              <a:t>相关介绍</a:t>
            </a:r>
            <a:endParaRPr lang="zh-CN" altLang="en-US" sz="5400">
              <a:ln w="13462">
                <a:solidFill>
                  <a:schemeClr val="bg1"/>
                </a:solidFill>
                <a:prstDash val="solid"/>
              </a:ln>
              <a:solidFill>
                <a:schemeClr val="tx1">
                  <a:lumMod val="85000"/>
                  <a:lumOff val="15000"/>
                </a:schemeClr>
              </a:solidFill>
              <a:effectLst>
                <a:outerShdw dist="38100" dir="2700000" algn="bl" rotWithShape="0">
                  <a:schemeClr val="accent5"/>
                </a:outerShdw>
              </a:effectLst>
              <a:sym typeface="+mn-ea"/>
            </a:endParaRPr>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p:cTn id="7" dur="500" fill="hold"/>
                                        <p:tgtEl>
                                          <p:spTgt spid="13"/>
                                        </p:tgtEl>
                                        <p:attrNameLst>
                                          <p:attrName>ppt_w</p:attrName>
                                        </p:attrNameLst>
                                      </p:cBhvr>
                                      <p:tavLst>
                                        <p:tav tm="0">
                                          <p:val>
                                            <p:fltVal val="0"/>
                                          </p:val>
                                        </p:tav>
                                        <p:tav tm="100000">
                                          <p:val>
                                            <p:strVal val="#ppt_w"/>
                                          </p:val>
                                        </p:tav>
                                      </p:tavLst>
                                    </p:anim>
                                    <p:anim calcmode="lin" valueType="num">
                                      <p:cBhvr>
                                        <p:cTn id="8" dur="500" fill="hold"/>
                                        <p:tgtEl>
                                          <p:spTgt spid="13"/>
                                        </p:tgtEl>
                                        <p:attrNameLst>
                                          <p:attrName>ppt_h</p:attrName>
                                        </p:attrNameLst>
                                      </p:cBhvr>
                                      <p:tavLst>
                                        <p:tav tm="0">
                                          <p:val>
                                            <p:fltVal val="0"/>
                                          </p:val>
                                        </p:tav>
                                        <p:tav tm="100000">
                                          <p:val>
                                            <p:strVal val="#ppt_h"/>
                                          </p:val>
                                        </p:tav>
                                      </p:tavLst>
                                    </p:anim>
                                    <p:animEffect transition="in" filter="fade">
                                      <p:cBhvr>
                                        <p:cTn id="9" dur="500"/>
                                        <p:tgtEl>
                                          <p:spTgt spid="13"/>
                                        </p:tgtEl>
                                      </p:cBhvr>
                                    </p:animEffect>
                                  </p:childTnLst>
                                </p:cTn>
                              </p:par>
                            </p:childTnLst>
                          </p:cTn>
                        </p:par>
                        <p:par>
                          <p:cTn id="10" fill="hold">
                            <p:stCondLst>
                              <p:cond delay="500"/>
                            </p:stCondLst>
                            <p:childTnLst>
                              <p:par>
                                <p:cTn id="11" presetID="12" presetClass="entr" presetSubtype="4" fill="hold" grpId="0" nodeType="afterEffect">
                                  <p:stCondLst>
                                    <p:cond delay="0"/>
                                  </p:stCondLst>
                                  <p:childTnLst>
                                    <p:set>
                                      <p:cBhvr>
                                        <p:cTn id="12" dur="1" fill="hold">
                                          <p:stCondLst>
                                            <p:cond delay="0"/>
                                          </p:stCondLst>
                                        </p:cTn>
                                        <p:tgtEl>
                                          <p:spTgt spid="14"/>
                                        </p:tgtEl>
                                        <p:attrNameLst>
                                          <p:attrName>style.visibility</p:attrName>
                                        </p:attrNameLst>
                                      </p:cBhvr>
                                      <p:to>
                                        <p:strVal val="visible"/>
                                      </p:to>
                                    </p:set>
                                    <p:anim calcmode="lin" valueType="num">
                                      <p:cBhvr additive="base">
                                        <p:cTn id="13" dur="500"/>
                                        <p:tgtEl>
                                          <p:spTgt spid="14"/>
                                        </p:tgtEl>
                                        <p:attrNameLst>
                                          <p:attrName>ppt_y</p:attrName>
                                        </p:attrNameLst>
                                      </p:cBhvr>
                                      <p:tavLst>
                                        <p:tav tm="0">
                                          <p:val>
                                            <p:strVal val="#ppt_y+#ppt_h*1.125000"/>
                                          </p:val>
                                        </p:tav>
                                        <p:tav tm="100000">
                                          <p:val>
                                            <p:strVal val="#ppt_y"/>
                                          </p:val>
                                        </p:tav>
                                      </p:tavLst>
                                    </p:anim>
                                    <p:animEffect transition="in" filter="wipe(up)">
                                      <p:cBhvr>
                                        <p:cTn id="14"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ldLvl="0" animBg="1"/>
      <p:bldP spid="14" grpId="0"/>
      <p:bldP spid="14" grpId="1"/>
    </p:bldLst>
  </p:timing>
</p:sld>
</file>

<file path=ppt/slides/slide18.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p:sp>
        <p:nvSpPr>
          <p:cNvPr id="2" name="标题 1"/>
          <p:cNvSpPr>
            <a:spLocks noGrp="1"/>
          </p:cNvSpPr>
          <p:nvPr>
            <p:ph type="ctrTitle" idx="16385"/>
            <p:custDataLst>
              <p:tags r:id="rId2"/>
            </p:custDataLst>
          </p:nvPr>
        </p:nvSpPr>
        <p:spPr/>
        <p:txBody>
          <a:bodyPr>
            <a:normAutofit/>
          </a:bodyPr>
          <a:p>
            <a:pPr algn="l">
              <a:lnSpc>
                <a:spcPct val="111000"/>
              </a:lnSpc>
            </a:pPr>
            <a:r>
              <a:rPr lang="zh-CN" altLang="en-US"/>
              <a:t>RAVDESS数据集</a:t>
            </a:r>
            <a:endParaRPr lang="zh-CN" altLang="en-US"/>
          </a:p>
        </p:txBody>
      </p:sp>
      <p:sp>
        <p:nvSpPr>
          <p:cNvPr id="3" name="装饰  7"/>
          <p:cNvSpPr>
            <a:spLocks noGrp="1"/>
          </p:cNvSpPr>
          <p:nvPr>
            <p:ph type="body" idx="16392"/>
            <p:custDataLst>
              <p:tags r:id="rId3"/>
            </p:custDataLst>
          </p:nvPr>
        </p:nvSpPr>
        <p:spPr/>
        <p:txBody>
          <a:bodyPr/>
          <a:p>
            <a:r>
              <a:rPr lang="zh-CN" altLang="en-US"/>
              <a:t> </a:t>
            </a:r>
            <a:endParaRPr lang="zh-CN" altLang="en-US"/>
          </a:p>
        </p:txBody>
      </p:sp>
      <p:pic>
        <p:nvPicPr>
          <p:cNvPr id="4" name="图片占位符 3" descr="907db9c0-2c1e-11f1-9b69-caa74461ebbd"/>
          <p:cNvPicPr>
            <a:picLocks noChangeAspect="1"/>
          </p:cNvPicPr>
          <p:nvPr>
            <p:ph type="pic" idx="16393"/>
            <p:custDataLst>
              <p:tags r:id="rId4"/>
            </p:custDataLst>
          </p:nvPr>
        </p:nvPicPr>
        <p:blipFill>
          <a:blip r:embed="rId5"/>
          <a:srcRect t="2778" b="2778"/>
          <a:stretch>
            <a:fillRect/>
          </a:stretch>
        </p:blipFill>
        <p:spPr>
          <a:xfrm>
            <a:off x="609600" y="1524000"/>
            <a:ext cx="3454400" cy="1727200"/>
          </a:xfrm>
          <a:custGeom>
            <a:avLst/>
            <a:gdLst>
              <a:gd name="connisteX0" fmla="*/ 0 w 3454400"/>
              <a:gd name="connsiteY0" fmla="*/ 203200 h 1727200"/>
              <a:gd name="connisteX1" fmla="*/ 203200 w 3454400"/>
              <a:gd name="connsiteY1" fmla="*/ 0 h 1727200"/>
              <a:gd name="connisteX2" fmla="*/ 3251200 w 3454400"/>
              <a:gd name="connsiteY2" fmla="*/ 0 h 1727200"/>
              <a:gd name="connisteX3" fmla="*/ 3454400 w 3454400"/>
              <a:gd name="connsiteY3" fmla="*/ 203200 h 1727200"/>
              <a:gd name="connisteX4" fmla="*/ 3454400 w 3454400"/>
              <a:gd name="connsiteY4" fmla="*/ 1727200 h 1727200"/>
              <a:gd name="connisteX5" fmla="*/ 0 w 3454400"/>
              <a:gd name="connsiteY5" fmla="*/ 1727200 h 1727200"/>
              <a:gd name="connisteX6" fmla="*/ 0 w 3454400"/>
              <a:gd name="connsiteY6" fmla="*/ 203200 h 1727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3454400" h="1727200">
                <a:moveTo>
                  <a:pt x="0" y="203200"/>
                </a:moveTo>
                <a:cubicBezTo>
                  <a:pt x="0" y="90976"/>
                  <a:pt x="90976" y="0"/>
                  <a:pt x="203200" y="0"/>
                </a:cubicBezTo>
                <a:lnTo>
                  <a:pt x="3251200" y="0"/>
                </a:lnTo>
                <a:cubicBezTo>
                  <a:pt x="3363424" y="0"/>
                  <a:pt x="3454400" y="90976"/>
                  <a:pt x="3454400" y="203200"/>
                </a:cubicBezTo>
                <a:lnTo>
                  <a:pt x="3454400" y="1727200"/>
                </a:lnTo>
                <a:lnTo>
                  <a:pt x="0" y="1727200"/>
                </a:lnTo>
                <a:lnTo>
                  <a:pt x="0" y="203200"/>
                </a:lnTo>
                <a:close/>
              </a:path>
            </a:pathLst>
          </a:custGeom>
        </p:spPr>
      </p:pic>
      <p:sp>
        <p:nvSpPr>
          <p:cNvPr id="5" name="文本占位符 4"/>
          <p:cNvSpPr>
            <a:spLocks noGrp="1"/>
          </p:cNvSpPr>
          <p:nvPr>
            <p:ph type="body" idx="16386"/>
            <p:custDataLst>
              <p:tags r:id="rId6"/>
            </p:custDataLst>
          </p:nvPr>
        </p:nvSpPr>
        <p:spPr/>
        <p:txBody>
          <a:bodyPr>
            <a:normAutofit/>
          </a:bodyPr>
          <a:p>
            <a:pPr algn="l">
              <a:lnSpc>
                <a:spcPct val="111000"/>
              </a:lnSpc>
            </a:pPr>
            <a:r>
              <a:rPr lang="zh-CN" altLang="en-US"/>
              <a:t>数据集基本信息</a:t>
            </a:r>
            <a:endParaRPr lang="zh-CN" altLang="en-US"/>
          </a:p>
        </p:txBody>
      </p:sp>
      <p:sp>
        <p:nvSpPr>
          <p:cNvPr id="6" name="文本占位符 5"/>
          <p:cNvSpPr>
            <a:spLocks noGrp="1"/>
          </p:cNvSpPr>
          <p:nvPr>
            <p:ph type="body" idx="16387"/>
            <p:custDataLst>
              <p:tags r:id="rId7"/>
            </p:custDataLst>
          </p:nvPr>
        </p:nvSpPr>
        <p:spPr/>
        <p:txBody>
          <a:bodyPr>
            <a:normAutofit/>
          </a:bodyPr>
          <a:p>
            <a:pPr algn="l">
              <a:lnSpc>
                <a:spcPct val="125000"/>
              </a:lnSpc>
            </a:pPr>
            <a:r>
              <a:rPr lang="zh-CN" altLang="en-US"/>
              <a:t>RAVDESS全称为Ryerson Audio-Visual Database of Emotional Speech and Song，包含24名演员（12男12女）的语音数据，涵盖正常语音和情感歌曲两种语音模式。</a:t>
            </a:r>
            <a:endParaRPr lang="zh-CN" altLang="en-US"/>
          </a:p>
        </p:txBody>
      </p:sp>
      <p:sp>
        <p:nvSpPr>
          <p:cNvPr id="7" name="装饰  1"/>
          <p:cNvSpPr>
            <a:spLocks noGrp="1"/>
          </p:cNvSpPr>
          <p:nvPr>
            <p:ph type="body" idx="16394"/>
            <p:custDataLst>
              <p:tags r:id="rId8"/>
            </p:custDataLst>
          </p:nvPr>
        </p:nvSpPr>
        <p:spPr>
          <a:xfrm>
            <a:off x="4368800" y="1822450"/>
            <a:ext cx="3454400" cy="4425315"/>
          </a:xfrm>
        </p:spPr>
        <p:txBody>
          <a:bodyPr/>
          <a:p>
            <a:r>
              <a:rPr lang="zh-CN" altLang="en-US"/>
              <a:t> </a:t>
            </a:r>
            <a:endParaRPr lang="zh-CN" altLang="en-US"/>
          </a:p>
        </p:txBody>
      </p:sp>
      <p:sp>
        <p:nvSpPr>
          <p:cNvPr id="9" name="文本占位符 8"/>
          <p:cNvSpPr>
            <a:spLocks noGrp="1"/>
          </p:cNvSpPr>
          <p:nvPr>
            <p:ph type="body" idx="16388"/>
            <p:custDataLst>
              <p:tags r:id="rId9"/>
            </p:custDataLst>
          </p:nvPr>
        </p:nvSpPr>
        <p:spPr>
          <a:xfrm>
            <a:off x="4673600" y="2127250"/>
            <a:ext cx="2844800" cy="406400"/>
          </a:xfrm>
        </p:spPr>
        <p:txBody>
          <a:bodyPr>
            <a:normAutofit/>
          </a:bodyPr>
          <a:p>
            <a:pPr algn="l">
              <a:lnSpc>
                <a:spcPct val="111000"/>
              </a:lnSpc>
            </a:pPr>
            <a:r>
              <a:rPr lang="zh-CN" altLang="en-US"/>
              <a:t>文件命名规则</a:t>
            </a:r>
            <a:endParaRPr lang="zh-CN" altLang="en-US"/>
          </a:p>
        </p:txBody>
      </p:sp>
      <p:sp>
        <p:nvSpPr>
          <p:cNvPr id="10" name="文本占位符 9"/>
          <p:cNvSpPr>
            <a:spLocks noGrp="1"/>
          </p:cNvSpPr>
          <p:nvPr>
            <p:ph type="body" idx="16389"/>
            <p:custDataLst>
              <p:tags r:id="rId10"/>
            </p:custDataLst>
          </p:nvPr>
        </p:nvSpPr>
        <p:spPr>
          <a:xfrm>
            <a:off x="4496435" y="2686050"/>
            <a:ext cx="3191510" cy="3561080"/>
          </a:xfrm>
        </p:spPr>
        <p:txBody>
          <a:bodyPr>
            <a:noAutofit/>
          </a:bodyPr>
          <a:p>
            <a:pPr algn="l">
              <a:lnSpc>
                <a:spcPct val="125000"/>
              </a:lnSpc>
            </a:pPr>
            <a:r>
              <a:rPr lang="zh-CN" altLang="en-US"/>
              <a:t>RAVDESS采用严格编码命名</a:t>
            </a:r>
            <a:br>
              <a:rPr lang="zh-CN" altLang="en-US"/>
            </a:br>
            <a:r>
              <a:rPr lang="zh-CN" altLang="en-US"/>
              <a:t>例如：03-01-05-02-02-01-12.wav</a:t>
            </a:r>
            <a:endParaRPr lang="zh-CN" altLang="en-US"/>
          </a:p>
          <a:p>
            <a:pPr algn="l">
              <a:lnSpc>
                <a:spcPct val="125000"/>
              </a:lnSpc>
            </a:pPr>
            <a:r>
              <a:rPr lang="zh-CN" altLang="en-US"/>
              <a:t>含义解析：</a:t>
            </a:r>
            <a:endParaRPr lang="zh-CN" altLang="en-US"/>
          </a:p>
          <a:p>
            <a:pPr algn="l">
              <a:lnSpc>
                <a:spcPct val="125000"/>
              </a:lnSpc>
            </a:pPr>
            <a:r>
              <a:rPr lang="zh-CN" altLang="en-US"/>
              <a:t>位数	含义</a:t>
            </a:r>
            <a:endParaRPr lang="zh-CN" altLang="en-US"/>
          </a:p>
          <a:p>
            <a:pPr algn="l">
              <a:lnSpc>
                <a:spcPct val="125000"/>
              </a:lnSpc>
            </a:pPr>
            <a:r>
              <a:rPr lang="zh-CN" altLang="en-US"/>
              <a:t>03	模态（03=音视频）</a:t>
            </a:r>
            <a:endParaRPr lang="zh-CN" altLang="en-US"/>
          </a:p>
          <a:p>
            <a:pPr algn="l">
              <a:lnSpc>
                <a:spcPct val="125000"/>
              </a:lnSpc>
            </a:pPr>
            <a:r>
              <a:rPr lang="zh-CN" altLang="en-US"/>
              <a:t>01	语音类型（01=speech）</a:t>
            </a:r>
            <a:endParaRPr lang="zh-CN" altLang="en-US"/>
          </a:p>
          <a:p>
            <a:pPr algn="l">
              <a:lnSpc>
                <a:spcPct val="125000"/>
              </a:lnSpc>
            </a:pPr>
            <a:r>
              <a:rPr lang="zh-CN" altLang="en-US"/>
              <a:t>05	情绪（05=angry）</a:t>
            </a:r>
            <a:endParaRPr lang="zh-CN" altLang="en-US"/>
          </a:p>
          <a:p>
            <a:pPr algn="l">
              <a:lnSpc>
                <a:spcPct val="125000"/>
              </a:lnSpc>
            </a:pPr>
            <a:r>
              <a:rPr lang="zh-CN" altLang="en-US"/>
              <a:t>02	强度（02=strong）</a:t>
            </a:r>
            <a:endParaRPr lang="zh-CN" altLang="en-US"/>
          </a:p>
          <a:p>
            <a:pPr algn="l">
              <a:lnSpc>
                <a:spcPct val="125000"/>
              </a:lnSpc>
            </a:pPr>
            <a:r>
              <a:rPr lang="zh-CN" altLang="en-US"/>
              <a:t>02	句子编号</a:t>
            </a:r>
            <a:endParaRPr lang="zh-CN" altLang="en-US"/>
          </a:p>
          <a:p>
            <a:pPr algn="l">
              <a:lnSpc>
                <a:spcPct val="125000"/>
              </a:lnSpc>
            </a:pPr>
            <a:r>
              <a:rPr lang="zh-CN" altLang="en-US"/>
              <a:t>01	重复次数</a:t>
            </a:r>
            <a:endParaRPr lang="zh-CN" altLang="en-US"/>
          </a:p>
          <a:p>
            <a:pPr algn="l">
              <a:lnSpc>
                <a:spcPct val="125000"/>
              </a:lnSpc>
            </a:pPr>
            <a:r>
              <a:rPr lang="zh-CN" altLang="en-US"/>
              <a:t>12	演员ID</a:t>
            </a:r>
            <a:endParaRPr lang="zh-CN" altLang="en-US"/>
          </a:p>
        </p:txBody>
      </p:sp>
      <p:sp>
        <p:nvSpPr>
          <p:cNvPr id="11" name="装饰  6"/>
          <p:cNvSpPr>
            <a:spLocks noGrp="1"/>
          </p:cNvSpPr>
          <p:nvPr>
            <p:ph type="body" idx="16396"/>
            <p:custDataLst>
              <p:tags r:id="rId11"/>
            </p:custDataLst>
          </p:nvPr>
        </p:nvSpPr>
        <p:spPr/>
        <p:txBody>
          <a:bodyPr/>
          <a:p>
            <a:r>
              <a:rPr lang="zh-CN" altLang="en-US"/>
              <a:t> </a:t>
            </a:r>
            <a:endParaRPr lang="zh-CN" altLang="en-US"/>
          </a:p>
        </p:txBody>
      </p:sp>
      <p:pic>
        <p:nvPicPr>
          <p:cNvPr id="12" name="图片占位符 11" descr="907dbd9e-2c1e-11f1-9b69-caa74461ebbd"/>
          <p:cNvPicPr>
            <a:picLocks noChangeAspect="1"/>
          </p:cNvPicPr>
          <p:nvPr>
            <p:ph type="pic" idx="16397"/>
            <p:custDataLst>
              <p:tags r:id="rId12"/>
            </p:custDataLst>
          </p:nvPr>
        </p:nvPicPr>
        <p:blipFill>
          <a:blip r:embed="rId13"/>
          <a:srcRect t="2778" b="2778"/>
          <a:stretch>
            <a:fillRect/>
          </a:stretch>
        </p:blipFill>
        <p:spPr>
          <a:xfrm>
            <a:off x="8128000" y="1524000"/>
            <a:ext cx="3454400" cy="1727200"/>
          </a:xfrm>
          <a:custGeom>
            <a:avLst/>
            <a:gdLst>
              <a:gd name="connisteX0" fmla="*/ 0 w 3454400"/>
              <a:gd name="connsiteY0" fmla="*/ 203200 h 1727200"/>
              <a:gd name="connisteX1" fmla="*/ 203200 w 3454400"/>
              <a:gd name="connsiteY1" fmla="*/ 0 h 1727200"/>
              <a:gd name="connisteX2" fmla="*/ 3251200 w 3454400"/>
              <a:gd name="connsiteY2" fmla="*/ 0 h 1727200"/>
              <a:gd name="connisteX3" fmla="*/ 3454400 w 3454400"/>
              <a:gd name="connsiteY3" fmla="*/ 203200 h 1727200"/>
              <a:gd name="connisteX4" fmla="*/ 3454400 w 3454400"/>
              <a:gd name="connsiteY4" fmla="*/ 1727200 h 1727200"/>
              <a:gd name="connisteX5" fmla="*/ 0 w 3454400"/>
              <a:gd name="connsiteY5" fmla="*/ 1727200 h 1727200"/>
              <a:gd name="connisteX6" fmla="*/ 0 w 3454400"/>
              <a:gd name="connsiteY6" fmla="*/ 203200 h 1727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3454400" h="1727200">
                <a:moveTo>
                  <a:pt x="0" y="203200"/>
                </a:moveTo>
                <a:cubicBezTo>
                  <a:pt x="0" y="90976"/>
                  <a:pt x="90976" y="0"/>
                  <a:pt x="203200" y="0"/>
                </a:cubicBezTo>
                <a:lnTo>
                  <a:pt x="3251200" y="0"/>
                </a:lnTo>
                <a:cubicBezTo>
                  <a:pt x="3363424" y="0"/>
                  <a:pt x="3454400" y="90976"/>
                  <a:pt x="3454400" y="203200"/>
                </a:cubicBezTo>
                <a:lnTo>
                  <a:pt x="3454400" y="1727200"/>
                </a:lnTo>
                <a:lnTo>
                  <a:pt x="0" y="1727200"/>
                </a:lnTo>
                <a:lnTo>
                  <a:pt x="0" y="203200"/>
                </a:lnTo>
                <a:close/>
              </a:path>
            </a:pathLst>
          </a:custGeom>
        </p:spPr>
      </p:pic>
      <p:sp>
        <p:nvSpPr>
          <p:cNvPr id="13" name="文本占位符 12"/>
          <p:cNvSpPr>
            <a:spLocks noGrp="1"/>
          </p:cNvSpPr>
          <p:nvPr>
            <p:ph type="body" idx="16390"/>
            <p:custDataLst>
              <p:tags r:id="rId14"/>
            </p:custDataLst>
          </p:nvPr>
        </p:nvSpPr>
        <p:spPr/>
        <p:txBody>
          <a:bodyPr>
            <a:normAutofit/>
          </a:bodyPr>
          <a:p>
            <a:pPr algn="l">
              <a:lnSpc>
                <a:spcPct val="111000"/>
              </a:lnSpc>
            </a:pPr>
            <a:r>
              <a:rPr lang="zh-CN" altLang="en-US"/>
              <a:t>数据样本分配</a:t>
            </a:r>
            <a:endParaRPr lang="zh-CN" altLang="en-US"/>
          </a:p>
        </p:txBody>
      </p:sp>
      <p:sp>
        <p:nvSpPr>
          <p:cNvPr id="14" name="文本占位符 13"/>
          <p:cNvSpPr>
            <a:spLocks noGrp="1"/>
          </p:cNvSpPr>
          <p:nvPr>
            <p:ph type="body" idx="16391"/>
            <p:custDataLst>
              <p:tags r:id="rId15"/>
            </p:custDataLst>
          </p:nvPr>
        </p:nvSpPr>
        <p:spPr/>
        <p:txBody>
          <a:bodyPr>
            <a:normAutofit/>
          </a:bodyPr>
          <a:p>
            <a:pPr algn="l">
              <a:lnSpc>
                <a:spcPct val="125000"/>
              </a:lnSpc>
            </a:pPr>
            <a:r>
              <a:rPr lang="zh-CN" altLang="en-US"/>
              <a:t>数据集按8:2比例划分为训练集和测试集，其中训练集含1152个样本，测试集含288个样本，确保模型训练与评估的数据独立性。</a:t>
            </a:r>
            <a:endParaRPr lang="zh-CN" altLang="en-US"/>
          </a:p>
        </p:txBody>
      </p:sp>
      <p:sp>
        <p:nvSpPr>
          <p:cNvPr id="16" name="稻壳儿_刀客儿出品_1"/>
          <p:cNvSpPr/>
          <p:nvPr/>
        </p:nvSpPr>
        <p:spPr>
          <a:xfrm>
            <a:off x="217170" y="658495"/>
            <a:ext cx="314960" cy="395605"/>
          </a:xfrm>
          <a:prstGeom prst="diamond">
            <a:avLst/>
          </a:prstGeom>
          <a:noFill/>
          <a:ln w="38100">
            <a:gradFill flip="none" rotWithShape="1">
              <a:gsLst>
                <a:gs pos="0">
                  <a:srgbClr val="B36E2F"/>
                </a:gs>
                <a:gs pos="30000">
                  <a:srgbClr val="A86F3C"/>
                </a:gs>
                <a:gs pos="80000">
                  <a:srgbClr val="A5642E"/>
                </a:gs>
                <a:gs pos="55000">
                  <a:srgbClr val="F3BD84"/>
                </a:gs>
                <a:gs pos="100000">
                  <a:srgbClr val="652F07"/>
                </a:gs>
              </a:gsLst>
              <a:lin ang="27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图片占位符 21"/>
          <p:cNvPicPr>
            <a:picLocks noChangeAspect="1"/>
          </p:cNvPicPr>
          <p:nvPr>
            <p:ph type="pic" idx="16395"/>
            <p:custDataLst>
              <p:tags r:id="rId16"/>
            </p:custDataLst>
          </p:nvPr>
        </p:nvPicPr>
        <p:blipFill>
          <a:blip r:embed="rId17"/>
          <a:stretch>
            <a:fillRect/>
          </a:stretch>
        </p:blipFill>
        <p:spPr>
          <a:xfrm>
            <a:off x="4368800" y="212725"/>
            <a:ext cx="3454400" cy="1491615"/>
          </a:xfrm>
          <a:prstGeom prst="rect">
            <a:avLst/>
          </a:prstGeom>
        </p:spPr>
      </p:pic>
    </p:spTree>
    <p:custDataLst>
      <p:tags r:id="rId18"/>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p:pic>
        <p:nvPicPr>
          <p:cNvPr id="15" name="图片 14"/>
          <p:cNvPicPr>
            <a:picLocks noChangeAspect="1"/>
          </p:cNvPicPr>
          <p:nvPr/>
        </p:nvPicPr>
        <p:blipFill>
          <a:blip r:embed="rId2"/>
          <a:stretch>
            <a:fillRect/>
          </a:stretch>
        </p:blipFill>
        <p:spPr>
          <a:xfrm>
            <a:off x="889635" y="2460625"/>
            <a:ext cx="6579235" cy="3906520"/>
          </a:xfrm>
          <a:prstGeom prst="rect">
            <a:avLst/>
          </a:prstGeom>
        </p:spPr>
      </p:pic>
      <p:sp>
        <p:nvSpPr>
          <p:cNvPr id="20" name="装饰  1"/>
          <p:cNvSpPr>
            <a:spLocks noGrp="1"/>
          </p:cNvSpPr>
          <p:nvPr>
            <p:ph type="body" idx="16394"/>
            <p:custDataLst>
              <p:tags r:id="rId3"/>
            </p:custDataLst>
          </p:nvPr>
        </p:nvSpPr>
        <p:spPr>
          <a:xfrm>
            <a:off x="8314690" y="2540000"/>
            <a:ext cx="3454400" cy="2997200"/>
          </a:xfrm>
        </p:spPr>
        <p:txBody>
          <a:bodyPr/>
          <a:p>
            <a:r>
              <a:rPr lang="zh-CN" altLang="en-US"/>
              <a:t> </a:t>
            </a:r>
            <a:endParaRPr lang="zh-CN" altLang="en-US"/>
          </a:p>
        </p:txBody>
      </p:sp>
      <p:pic>
        <p:nvPicPr>
          <p:cNvPr id="21" name="图片占位符 20" descr="907dc154-2c1e-11f1-9b69-caa74461ebbd"/>
          <p:cNvPicPr>
            <a:picLocks noChangeAspect="1"/>
          </p:cNvPicPr>
          <p:nvPr>
            <p:ph type="pic" idx="16395"/>
            <p:custDataLst>
              <p:tags r:id="rId4"/>
            </p:custDataLst>
          </p:nvPr>
        </p:nvPicPr>
        <p:blipFill>
          <a:blip r:embed="rId5"/>
          <a:srcRect t="2778" b="2778"/>
          <a:stretch>
            <a:fillRect/>
          </a:stretch>
        </p:blipFill>
        <p:spPr>
          <a:xfrm>
            <a:off x="8314690" y="812800"/>
            <a:ext cx="3454400" cy="1727200"/>
          </a:xfrm>
          <a:custGeom>
            <a:avLst/>
            <a:gdLst>
              <a:gd name="connisteX0" fmla="*/ 0 w 3454400"/>
              <a:gd name="connsiteY0" fmla="*/ 203200 h 1727200"/>
              <a:gd name="connisteX1" fmla="*/ 203200 w 3454400"/>
              <a:gd name="connsiteY1" fmla="*/ 0 h 1727200"/>
              <a:gd name="connisteX2" fmla="*/ 3251200 w 3454400"/>
              <a:gd name="connsiteY2" fmla="*/ 0 h 1727200"/>
              <a:gd name="connisteX3" fmla="*/ 3454400 w 3454400"/>
              <a:gd name="connsiteY3" fmla="*/ 203200 h 1727200"/>
              <a:gd name="connisteX4" fmla="*/ 3454400 w 3454400"/>
              <a:gd name="connsiteY4" fmla="*/ 1727200 h 1727200"/>
              <a:gd name="connisteX5" fmla="*/ 0 w 3454400"/>
              <a:gd name="connsiteY5" fmla="*/ 1727200 h 1727200"/>
              <a:gd name="connisteX6" fmla="*/ 0 w 3454400"/>
              <a:gd name="connsiteY6" fmla="*/ 203200 h 1727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3454400" h="1727200">
                <a:moveTo>
                  <a:pt x="0" y="203200"/>
                </a:moveTo>
                <a:cubicBezTo>
                  <a:pt x="0" y="90976"/>
                  <a:pt x="90976" y="0"/>
                  <a:pt x="203200" y="0"/>
                </a:cubicBezTo>
                <a:lnTo>
                  <a:pt x="3251200" y="0"/>
                </a:lnTo>
                <a:cubicBezTo>
                  <a:pt x="3363424" y="0"/>
                  <a:pt x="3454400" y="90976"/>
                  <a:pt x="3454400" y="203200"/>
                </a:cubicBezTo>
                <a:lnTo>
                  <a:pt x="3454400" y="1727200"/>
                </a:lnTo>
                <a:lnTo>
                  <a:pt x="0" y="1727200"/>
                </a:lnTo>
                <a:lnTo>
                  <a:pt x="0" y="203200"/>
                </a:lnTo>
                <a:close/>
              </a:path>
            </a:pathLst>
          </a:custGeom>
        </p:spPr>
      </p:pic>
      <p:sp>
        <p:nvSpPr>
          <p:cNvPr id="22" name="文本占位符 8"/>
          <p:cNvSpPr>
            <a:spLocks noGrp="1"/>
          </p:cNvSpPr>
          <p:nvPr>
            <p:custDataLst>
              <p:tags r:id="rId6"/>
            </p:custDataLst>
          </p:nvPr>
        </p:nvSpPr>
        <p:spPr>
          <a:xfrm>
            <a:off x="8619490" y="2844800"/>
            <a:ext cx="2844800" cy="406400"/>
          </a:xfrm>
          <a:prstGeom prst="rect">
            <a:avLst/>
          </a:prstGeom>
          <a:noFill/>
        </p:spPr>
        <p:txBody>
          <a:bodyPr vert="horz" lIns="0" tIns="0" rIns="0" bIns="0" rtlCol="0" anchor="t">
            <a:normAutofit/>
          </a:bodyPr>
          <a:lstStyle>
            <a:lvl1pPr marL="0" indent="0" algn="l" defTabSz="914400" rtl="0" eaLnBrk="1" latinLnBrk="0" hangingPunct="1">
              <a:lnSpc>
                <a:spcPct val="111000"/>
              </a:lnSpc>
              <a:spcBef>
                <a:spcPct val="0"/>
              </a:spcBef>
              <a:spcAft>
                <a:spcPct val="0"/>
              </a:spcAft>
              <a:buFont typeface="Arial" panose="020B0604020202020204" pitchFamily="34" charset="0"/>
              <a:buNone/>
              <a:defRPr sz="2400" b="0" kern="1200" spc="0">
                <a:solidFill>
                  <a:srgbClr val="FFFFFF"/>
                </a:solidFill>
                <a:latin typeface="黑体" panose="02010609060101010101" charset="-122"/>
                <a:ea typeface="黑体" panose="02010609060101010101" charset="-122"/>
                <a:cs typeface="+mn-cs"/>
              </a:defRPr>
            </a:lvl1pPr>
            <a:lvl2pPr marL="685800" indent="0" algn="l" defTabSz="914400" rtl="0" eaLnBrk="1" latinLnBrk="0" hangingPunct="1">
              <a:lnSpc>
                <a:spcPct val="130000"/>
              </a:lnSpc>
              <a:spcBef>
                <a:spcPts val="500"/>
              </a:spcBef>
              <a:buFont typeface="Arial" panose="020B0604020202020204" pitchFamily="34" charset="0"/>
              <a:buChar char="•"/>
              <a:defRPr sz="2000" b="0" kern="1200" spc="0">
                <a:solidFill>
                  <a:schemeClr val="tx2"/>
                </a:solidFill>
                <a:latin typeface="黑体" panose="02010609060101010101" charset="-122"/>
                <a:ea typeface="黑体" panose="02010609060101010101" charset="-122"/>
                <a:cs typeface="+mn-cs"/>
              </a:defRPr>
            </a:lvl2pPr>
            <a:lvl3pPr marL="1143000" indent="0" algn="l" defTabSz="914400" rtl="0" eaLnBrk="1" latinLnBrk="0" hangingPunct="1">
              <a:lnSpc>
                <a:spcPct val="130000"/>
              </a:lnSpc>
              <a:spcBef>
                <a:spcPts val="500"/>
              </a:spcBef>
              <a:buFont typeface="Arial" panose="020B0604020202020204" pitchFamily="34" charset="0"/>
              <a:buChar char="•"/>
              <a:defRPr sz="1800" b="0" kern="1200" spc="0">
                <a:solidFill>
                  <a:schemeClr val="tx2"/>
                </a:solidFill>
                <a:latin typeface="黑体" panose="02010609060101010101" charset="-122"/>
                <a:ea typeface="黑体" panose="02010609060101010101" charset="-122"/>
                <a:cs typeface="+mn-cs"/>
              </a:defRPr>
            </a:lvl3pPr>
            <a:lvl4pPr marL="1600200" indent="0" algn="l" defTabSz="914400" rtl="0" eaLnBrk="1" latinLnBrk="0" hangingPunct="1">
              <a:lnSpc>
                <a:spcPct val="130000"/>
              </a:lnSpc>
              <a:spcBef>
                <a:spcPts val="500"/>
              </a:spcBef>
              <a:buFont typeface="Arial" panose="020B0604020202020204" pitchFamily="34" charset="0"/>
              <a:buChar char="•"/>
              <a:defRPr sz="1800" b="0" kern="1200" spc="0">
                <a:solidFill>
                  <a:schemeClr val="tx2"/>
                </a:solidFill>
                <a:latin typeface="黑体" panose="02010609060101010101" charset="-122"/>
                <a:ea typeface="黑体" panose="02010609060101010101" charset="-122"/>
                <a:cs typeface="+mn-cs"/>
              </a:defRPr>
            </a:lvl4pPr>
            <a:lvl5pPr marL="2057400" indent="0" algn="l" defTabSz="914400" rtl="0" eaLnBrk="1" latinLnBrk="0" hangingPunct="1">
              <a:lnSpc>
                <a:spcPct val="130000"/>
              </a:lnSpc>
              <a:spcBef>
                <a:spcPts val="500"/>
              </a:spcBef>
              <a:buFont typeface="Arial" panose="020B0604020202020204" pitchFamily="34" charset="0"/>
              <a:buChar char="•"/>
              <a:defRPr sz="1800" b="0" kern="1200" spc="0">
                <a:solidFill>
                  <a:schemeClr val="tx2"/>
                </a:solidFill>
                <a:latin typeface="黑体" panose="02010609060101010101" charset="-122"/>
                <a:ea typeface="黑体" panose="02010609060101010101"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lnSpc>
                <a:spcPct val="111000"/>
              </a:lnSpc>
            </a:pPr>
            <a:r>
              <a:rPr lang="zh-CN" altLang="en-US"/>
              <a:t>情感类别划分</a:t>
            </a:r>
            <a:endParaRPr lang="zh-CN" altLang="en-US"/>
          </a:p>
        </p:txBody>
      </p:sp>
      <p:sp>
        <p:nvSpPr>
          <p:cNvPr id="23" name="文本占位符 9"/>
          <p:cNvSpPr>
            <a:spLocks noGrp="1"/>
          </p:cNvSpPr>
          <p:nvPr>
            <p:custDataLst>
              <p:tags r:id="rId7"/>
            </p:custDataLst>
          </p:nvPr>
        </p:nvSpPr>
        <p:spPr>
          <a:xfrm>
            <a:off x="8619490" y="3403600"/>
            <a:ext cx="2844800" cy="1828800"/>
          </a:xfrm>
          <a:prstGeom prst="rect">
            <a:avLst/>
          </a:prstGeom>
          <a:noFill/>
        </p:spPr>
        <p:txBody>
          <a:bodyPr vert="horz" lIns="0" tIns="0" rIns="0" bIns="0" rtlCol="0" anchor="t">
            <a:normAutofit/>
          </a:bodyPr>
          <a:lstStyle>
            <a:lvl1pPr marL="0" indent="0" algn="l" defTabSz="914400" rtl="0" eaLnBrk="1" latinLnBrk="0" hangingPunct="1">
              <a:lnSpc>
                <a:spcPct val="125000"/>
              </a:lnSpc>
              <a:spcBef>
                <a:spcPct val="0"/>
              </a:spcBef>
              <a:spcAft>
                <a:spcPct val="0"/>
              </a:spcAft>
              <a:buFont typeface="Arial" panose="020B0604020202020204" pitchFamily="34" charset="0"/>
              <a:buNone/>
              <a:defRPr sz="1600" b="0" kern="1200" spc="0">
                <a:solidFill>
                  <a:srgbClr val="FFFFFF"/>
                </a:solidFill>
                <a:latin typeface="黑体" panose="02010609060101010101" charset="-122"/>
                <a:ea typeface="黑体" panose="02010609060101010101" charset="-122"/>
                <a:cs typeface="+mn-cs"/>
              </a:defRPr>
            </a:lvl1pPr>
            <a:lvl2pPr marL="685800" indent="0" algn="l" defTabSz="914400" rtl="0" eaLnBrk="1" latinLnBrk="0" hangingPunct="1">
              <a:lnSpc>
                <a:spcPct val="130000"/>
              </a:lnSpc>
              <a:spcBef>
                <a:spcPts val="500"/>
              </a:spcBef>
              <a:buFont typeface="Arial" panose="020B0604020202020204" pitchFamily="34" charset="0"/>
              <a:buChar char="•"/>
              <a:defRPr sz="2000" b="0" kern="1200" spc="0">
                <a:solidFill>
                  <a:schemeClr val="tx2"/>
                </a:solidFill>
                <a:latin typeface="黑体" panose="02010609060101010101" charset="-122"/>
                <a:ea typeface="黑体" panose="02010609060101010101" charset="-122"/>
                <a:cs typeface="+mn-cs"/>
              </a:defRPr>
            </a:lvl2pPr>
            <a:lvl3pPr marL="1143000" indent="0" algn="l" defTabSz="914400" rtl="0" eaLnBrk="1" latinLnBrk="0" hangingPunct="1">
              <a:lnSpc>
                <a:spcPct val="130000"/>
              </a:lnSpc>
              <a:spcBef>
                <a:spcPts val="500"/>
              </a:spcBef>
              <a:buFont typeface="Arial" panose="020B0604020202020204" pitchFamily="34" charset="0"/>
              <a:buChar char="•"/>
              <a:defRPr sz="1800" b="0" kern="1200" spc="0">
                <a:solidFill>
                  <a:schemeClr val="tx2"/>
                </a:solidFill>
                <a:latin typeface="黑体" panose="02010609060101010101" charset="-122"/>
                <a:ea typeface="黑体" panose="02010609060101010101" charset="-122"/>
                <a:cs typeface="+mn-cs"/>
              </a:defRPr>
            </a:lvl3pPr>
            <a:lvl4pPr marL="1600200" indent="0" algn="l" defTabSz="914400" rtl="0" eaLnBrk="1" latinLnBrk="0" hangingPunct="1">
              <a:lnSpc>
                <a:spcPct val="130000"/>
              </a:lnSpc>
              <a:spcBef>
                <a:spcPts val="500"/>
              </a:spcBef>
              <a:buFont typeface="Arial" panose="020B0604020202020204" pitchFamily="34" charset="0"/>
              <a:buChar char="•"/>
              <a:defRPr sz="1800" b="0" kern="1200" spc="0">
                <a:solidFill>
                  <a:schemeClr val="tx2"/>
                </a:solidFill>
                <a:latin typeface="黑体" panose="02010609060101010101" charset="-122"/>
                <a:ea typeface="黑体" panose="02010609060101010101" charset="-122"/>
                <a:cs typeface="+mn-cs"/>
              </a:defRPr>
            </a:lvl4pPr>
            <a:lvl5pPr marL="2057400" indent="0" algn="l" defTabSz="914400" rtl="0" eaLnBrk="1" latinLnBrk="0" hangingPunct="1">
              <a:lnSpc>
                <a:spcPct val="130000"/>
              </a:lnSpc>
              <a:spcBef>
                <a:spcPts val="500"/>
              </a:spcBef>
              <a:buFont typeface="Arial" panose="020B0604020202020204" pitchFamily="34" charset="0"/>
              <a:buChar char="•"/>
              <a:defRPr sz="1800" b="0" kern="1200" spc="0">
                <a:solidFill>
                  <a:schemeClr val="tx2"/>
                </a:solidFill>
                <a:latin typeface="黑体" panose="02010609060101010101" charset="-122"/>
                <a:ea typeface="黑体" panose="02010609060101010101"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lnSpc>
                <a:spcPct val="125000"/>
              </a:lnSpc>
            </a:pPr>
            <a:r>
              <a:rPr lang="zh-CN" altLang="en-US"/>
              <a:t>共包含8类情感，分别为中性、平静、高兴、悲伤、愤怒、恐惧、厌恶、惊讶，编号1-8对应不同情感类型。</a:t>
            </a:r>
            <a:endParaRPr lang="zh-CN" altLang="en-US"/>
          </a:p>
        </p:txBody>
      </p:sp>
      <p:sp>
        <p:nvSpPr>
          <p:cNvPr id="25" name="标题 24"/>
          <p:cNvSpPr>
            <a:spLocks noGrp="1"/>
          </p:cNvSpPr>
          <p:nvPr>
            <p:ph type="ctrTitle" idx="16385"/>
            <p:custDataLst>
              <p:tags r:id="rId8"/>
            </p:custDataLst>
          </p:nvPr>
        </p:nvSpPr>
        <p:spPr/>
        <p:txBody>
          <a:bodyPr>
            <a:normAutofit/>
          </a:bodyPr>
          <a:p>
            <a:pPr algn="l">
              <a:lnSpc>
                <a:spcPct val="111000"/>
              </a:lnSpc>
            </a:pPr>
            <a:r>
              <a:rPr lang="zh-CN" altLang="en-US"/>
              <a:t>RAVDESS数据集重要情感</a:t>
            </a:r>
            <a:r>
              <a:rPr lang="zh-CN" altLang="en-US"/>
              <a:t>内容</a:t>
            </a:r>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p:pic>
        <p:nvPicPr>
          <p:cNvPr id="12" name="图片 11"/>
          <p:cNvPicPr>
            <a:picLocks noChangeAspect="1"/>
          </p:cNvPicPr>
          <p:nvPr/>
        </p:nvPicPr>
        <p:blipFill>
          <a:blip r:embed="rId2"/>
          <a:stretch>
            <a:fillRect/>
          </a:stretch>
        </p:blipFill>
        <p:spPr>
          <a:xfrm>
            <a:off x="355600" y="1123315"/>
            <a:ext cx="7721600" cy="3998595"/>
          </a:xfrm>
          <a:prstGeom prst="rect">
            <a:avLst/>
          </a:prstGeom>
        </p:spPr>
      </p:pic>
      <p:pic>
        <p:nvPicPr>
          <p:cNvPr id="13" name="图片 12"/>
          <p:cNvPicPr>
            <a:picLocks noChangeAspect="1"/>
          </p:cNvPicPr>
          <p:nvPr/>
        </p:nvPicPr>
        <p:blipFill>
          <a:blip r:embed="rId3"/>
          <a:stretch>
            <a:fillRect/>
          </a:stretch>
        </p:blipFill>
        <p:spPr>
          <a:xfrm>
            <a:off x="4699000" y="1772920"/>
            <a:ext cx="7256780" cy="4881880"/>
          </a:xfrm>
          <a:prstGeom prst="rect">
            <a:avLst/>
          </a:prstGeom>
        </p:spPr>
      </p:pic>
      <p:sp>
        <p:nvSpPr>
          <p:cNvPr id="15" name="标题 14"/>
          <p:cNvSpPr>
            <a:spLocks noGrp="1"/>
          </p:cNvSpPr>
          <p:nvPr>
            <p:ph type="ctrTitle" idx="16385"/>
            <p:custDataLst>
              <p:tags r:id="rId4"/>
            </p:custDataLst>
          </p:nvPr>
        </p:nvSpPr>
        <p:spPr>
          <a:xfrm>
            <a:off x="262255" y="338455"/>
            <a:ext cx="10972800" cy="609600"/>
          </a:xfrm>
        </p:spPr>
        <p:txBody>
          <a:bodyPr>
            <a:normAutofit/>
          </a:bodyPr>
          <a:p>
            <a:pPr algn="l">
              <a:lnSpc>
                <a:spcPct val="111000"/>
              </a:lnSpc>
            </a:pPr>
            <a:r>
              <a:rPr lang="zh-CN" altLang="en-US"/>
              <a:t>RAVDESS数据集</a:t>
            </a:r>
            <a:r>
              <a:rPr lang="zh-CN" altLang="en-US"/>
              <a:t>获取</a:t>
            </a:r>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p:sp>
        <p:nvSpPr>
          <p:cNvPr id="16" name="稻壳儿_刀客儿出品_1"/>
          <p:cNvSpPr/>
          <p:nvPr/>
        </p:nvSpPr>
        <p:spPr>
          <a:xfrm>
            <a:off x="2971800" y="476250"/>
            <a:ext cx="6249035" cy="5904865"/>
          </a:xfrm>
          <a:prstGeom prst="diamond">
            <a:avLst/>
          </a:prstGeom>
          <a:noFill/>
          <a:ln w="38100">
            <a:gradFill flip="none" rotWithShape="1">
              <a:gsLst>
                <a:gs pos="0">
                  <a:srgbClr val="B36E2F"/>
                </a:gs>
                <a:gs pos="30000">
                  <a:srgbClr val="A86F3C"/>
                </a:gs>
                <a:gs pos="80000">
                  <a:srgbClr val="A5642E"/>
                </a:gs>
                <a:gs pos="55000">
                  <a:srgbClr val="F3BD84"/>
                </a:gs>
                <a:gs pos="100000">
                  <a:srgbClr val="652F07"/>
                </a:gs>
              </a:gsLst>
              <a:lin ang="27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文本框 16"/>
          <p:cNvSpPr txBox="1"/>
          <p:nvPr/>
        </p:nvSpPr>
        <p:spPr>
          <a:xfrm>
            <a:off x="4336415" y="2484755"/>
            <a:ext cx="3520440" cy="1888490"/>
          </a:xfrm>
          <a:prstGeom prst="rect">
            <a:avLst/>
          </a:prstGeom>
          <a:noFill/>
        </p:spPr>
        <p:txBody>
          <a:bodyPr wrap="square" rtlCol="0">
            <a:noAutofit/>
          </a:bodyPr>
          <a:p>
            <a:r>
              <a:rPr lang="en-US" altLang="zh-CN" sz="5400">
                <a:ln w="13462">
                  <a:solidFill>
                    <a:schemeClr val="bg1"/>
                  </a:solidFill>
                  <a:prstDash val="solid"/>
                </a:ln>
                <a:solidFill>
                  <a:schemeClr val="tx1">
                    <a:lumMod val="85000"/>
                    <a:lumOff val="15000"/>
                  </a:schemeClr>
                </a:solidFill>
                <a:effectLst>
                  <a:outerShdw dist="38100" dir="2700000" algn="bl" rotWithShape="0">
                    <a:schemeClr val="accent5"/>
                  </a:outerShdw>
                </a:effectLst>
                <a:sym typeface="+mn-ea"/>
              </a:rPr>
              <a:t>04. </a:t>
            </a:r>
            <a:r>
              <a:rPr lang="zh-CN" altLang="en-US" sz="5400">
                <a:ln w="13462">
                  <a:solidFill>
                    <a:schemeClr val="bg1"/>
                  </a:solidFill>
                  <a:prstDash val="solid"/>
                </a:ln>
                <a:solidFill>
                  <a:schemeClr val="tx1">
                    <a:lumMod val="85000"/>
                    <a:lumOff val="15000"/>
                  </a:schemeClr>
                </a:solidFill>
                <a:effectLst>
                  <a:outerShdw dist="38100" dir="2700000" algn="bl" rotWithShape="0">
                    <a:schemeClr val="accent5"/>
                  </a:outerShdw>
                </a:effectLst>
                <a:sym typeface="+mn-ea"/>
              </a:rPr>
              <a:t>关键代码块介绍</a:t>
            </a:r>
            <a:endParaRPr lang="zh-CN" altLang="en-US" sz="5400">
              <a:ln w="13462">
                <a:solidFill>
                  <a:schemeClr val="bg1"/>
                </a:solidFill>
                <a:prstDash val="solid"/>
              </a:ln>
              <a:solidFill>
                <a:schemeClr val="tx1">
                  <a:lumMod val="85000"/>
                  <a:lumOff val="15000"/>
                </a:schemeClr>
              </a:solidFill>
              <a:effectLst>
                <a:outerShdw dist="38100" dir="2700000" algn="bl" rotWithShape="0">
                  <a:schemeClr val="accent5"/>
                </a:outerShdw>
              </a:effectLst>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600">
        <p:blinds/>
      </p:transition>
    </mc:Choice>
    <mc:Fallback>
      <p:transition spd="slow">
        <p:blind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p:cTn id="7" dur="500" fill="hold"/>
                                        <p:tgtEl>
                                          <p:spTgt spid="16"/>
                                        </p:tgtEl>
                                        <p:attrNameLst>
                                          <p:attrName>ppt_w</p:attrName>
                                        </p:attrNameLst>
                                      </p:cBhvr>
                                      <p:tavLst>
                                        <p:tav tm="0">
                                          <p:val>
                                            <p:fltVal val="0"/>
                                          </p:val>
                                        </p:tav>
                                        <p:tav tm="100000">
                                          <p:val>
                                            <p:strVal val="#ppt_w"/>
                                          </p:val>
                                        </p:tav>
                                      </p:tavLst>
                                    </p:anim>
                                    <p:anim calcmode="lin" valueType="num">
                                      <p:cBhvr>
                                        <p:cTn id="8" dur="500" fill="hold"/>
                                        <p:tgtEl>
                                          <p:spTgt spid="16"/>
                                        </p:tgtEl>
                                        <p:attrNameLst>
                                          <p:attrName>ppt_h</p:attrName>
                                        </p:attrNameLst>
                                      </p:cBhvr>
                                      <p:tavLst>
                                        <p:tav tm="0">
                                          <p:val>
                                            <p:fltVal val="0"/>
                                          </p:val>
                                        </p:tav>
                                        <p:tav tm="100000">
                                          <p:val>
                                            <p:strVal val="#ppt_h"/>
                                          </p:val>
                                        </p:tav>
                                      </p:tavLst>
                                    </p:anim>
                                    <p:animEffect transition="in" filter="fade">
                                      <p:cBhvr>
                                        <p:cTn id="9" dur="500"/>
                                        <p:tgtEl>
                                          <p:spTgt spid="16"/>
                                        </p:tgtEl>
                                      </p:cBhvr>
                                    </p:animEffect>
                                  </p:childTnLst>
                                </p:cTn>
                              </p:par>
                            </p:childTnLst>
                          </p:cTn>
                        </p:par>
                        <p:par>
                          <p:cTn id="10" fill="hold">
                            <p:stCondLst>
                              <p:cond delay="500"/>
                            </p:stCondLst>
                            <p:childTnLst>
                              <p:par>
                                <p:cTn id="11" presetID="12" presetClass="entr" presetSubtype="4" fill="hold" grpId="0" nodeType="afterEffect">
                                  <p:stCondLst>
                                    <p:cond delay="0"/>
                                  </p:stCondLst>
                                  <p:childTnLst>
                                    <p:set>
                                      <p:cBhvr>
                                        <p:cTn id="12" dur="1" fill="hold">
                                          <p:stCondLst>
                                            <p:cond delay="0"/>
                                          </p:stCondLst>
                                        </p:cTn>
                                        <p:tgtEl>
                                          <p:spTgt spid="17"/>
                                        </p:tgtEl>
                                        <p:attrNameLst>
                                          <p:attrName>style.visibility</p:attrName>
                                        </p:attrNameLst>
                                      </p:cBhvr>
                                      <p:to>
                                        <p:strVal val="visible"/>
                                      </p:to>
                                    </p:set>
                                    <p:anim calcmode="lin" valueType="num">
                                      <p:cBhvr additive="base">
                                        <p:cTn id="13" dur="500"/>
                                        <p:tgtEl>
                                          <p:spTgt spid="17"/>
                                        </p:tgtEl>
                                        <p:attrNameLst>
                                          <p:attrName>ppt_y</p:attrName>
                                        </p:attrNameLst>
                                      </p:cBhvr>
                                      <p:tavLst>
                                        <p:tav tm="0">
                                          <p:val>
                                            <p:strVal val="#ppt_y+#ppt_h*1.125000"/>
                                          </p:val>
                                        </p:tav>
                                        <p:tav tm="100000">
                                          <p:val>
                                            <p:strVal val="#ppt_y"/>
                                          </p:val>
                                        </p:tav>
                                      </p:tavLst>
                                    </p:anim>
                                    <p:animEffect transition="in" filter="wipe(up)">
                                      <p:cBhvr>
                                        <p:cTn id="14"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bldLvl="0" animBg="1"/>
      <p:bldP spid="17" grpId="0"/>
      <p:bldP spid="17" grpId="1"/>
    </p:bldLst>
  </p:timing>
</p:sld>
</file>

<file path=ppt/slides/slide22.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p:sp>
        <p:nvSpPr>
          <p:cNvPr id="16" name="标题 15"/>
          <p:cNvSpPr>
            <a:spLocks noGrp="1"/>
          </p:cNvSpPr>
          <p:nvPr>
            <p:ph type="ctrTitle" idx="16385"/>
            <p:custDataLst>
              <p:tags r:id="rId2"/>
            </p:custDataLst>
          </p:nvPr>
        </p:nvSpPr>
        <p:spPr>
          <a:xfrm>
            <a:off x="681355" y="342265"/>
            <a:ext cx="7391400" cy="609600"/>
          </a:xfrm>
        </p:spPr>
        <p:txBody>
          <a:bodyPr>
            <a:normAutofit/>
          </a:bodyPr>
          <a:p>
            <a:pPr algn="l">
              <a:lnSpc>
                <a:spcPct val="111000"/>
              </a:lnSpc>
            </a:pPr>
            <a:r>
              <a:rPr lang="zh-CN" altLang="en-US"/>
              <a:t>模型架构</a:t>
            </a:r>
            <a:r>
              <a:rPr lang="en-US" altLang="zh-CN"/>
              <a:t> - </a:t>
            </a:r>
            <a:r>
              <a:rPr lang="en-US"/>
              <a:t>Resnet</a:t>
            </a:r>
            <a:r>
              <a:rPr lang="zh-CN" altLang="en-US"/>
              <a:t>残差方程</a:t>
            </a:r>
            <a:endParaRPr lang="zh-CN" altLang="en-US"/>
          </a:p>
        </p:txBody>
      </p:sp>
      <p:sp>
        <p:nvSpPr>
          <p:cNvPr id="17" name="文本框 16"/>
          <p:cNvSpPr txBox="1"/>
          <p:nvPr/>
        </p:nvSpPr>
        <p:spPr>
          <a:xfrm>
            <a:off x="408305" y="1089660"/>
            <a:ext cx="11573510" cy="5507990"/>
          </a:xfrm>
          <a:prstGeom prst="rect">
            <a:avLst/>
          </a:prstGeom>
          <a:noFill/>
        </p:spPr>
        <p:txBody>
          <a:bodyPr wrap="square" rtlCol="0">
            <a:spAutoFit/>
          </a:bodyPr>
          <a:p>
            <a:r>
              <a:rPr lang="en-US" altLang="zh-CN" sz="1600"/>
              <a:t>class ResBlock1D(nn.Module):</a:t>
            </a:r>
            <a:endParaRPr lang="en-US" altLang="zh-CN" sz="1600"/>
          </a:p>
          <a:p>
            <a:r>
              <a:rPr lang="en-US" altLang="zh-CN" sz="1600"/>
              <a:t>    """1D</a:t>
            </a:r>
            <a:r>
              <a:rPr lang="zh-CN" altLang="en-US" sz="1600"/>
              <a:t>残差块，用于语音特征处理</a:t>
            </a:r>
            <a:r>
              <a:rPr lang="en-US" altLang="zh-CN" sz="1600"/>
              <a:t>"""</a:t>
            </a:r>
            <a:endParaRPr lang="en-US" altLang="zh-CN" sz="1600"/>
          </a:p>
          <a:p>
            <a:r>
              <a:rPr lang="en-US" altLang="zh-CN" sz="1600"/>
              <a:t>    def __init__(self, in_channels, out_channels, stride=1):</a:t>
            </a:r>
            <a:endParaRPr lang="en-US" altLang="zh-CN" sz="1600"/>
          </a:p>
          <a:p>
            <a:r>
              <a:rPr lang="en-US" altLang="zh-CN" sz="1600"/>
              <a:t>        super().__init__()</a:t>
            </a:r>
            <a:endParaRPr lang="en-US" altLang="zh-CN" sz="1600"/>
          </a:p>
          <a:p>
            <a:endParaRPr lang="en-US" altLang="zh-CN" sz="1600"/>
          </a:p>
          <a:p>
            <a:r>
              <a:rPr lang="en-US" altLang="zh-CN" sz="1600"/>
              <a:t>        self.conv1 = nn.Conv1d(in_channels, out_channels, kernel_size=3, stride=stride, padding=1, bias=False)</a:t>
            </a:r>
            <a:endParaRPr lang="en-US" altLang="zh-CN" sz="1600"/>
          </a:p>
          <a:p>
            <a:r>
              <a:rPr lang="en-US" altLang="zh-CN" sz="1600"/>
              <a:t>        self.bn1 = nn.BatchNorm1d(out_channels)  # </a:t>
            </a:r>
            <a:r>
              <a:rPr lang="zh-CN" altLang="en-US" sz="1600"/>
              <a:t>批归一化，稳定训练</a:t>
            </a:r>
            <a:endParaRPr lang="zh-CN" altLang="en-US" sz="1600"/>
          </a:p>
          <a:p>
            <a:r>
              <a:rPr lang="en-US" altLang="zh-CN" sz="1600"/>
              <a:t>        self.conv2 = nn.Conv1d(out_channels, out_channels, kernel_size=3, stride=1, padding=1, bias=False)</a:t>
            </a:r>
            <a:endParaRPr lang="en-US" altLang="zh-CN" sz="1600"/>
          </a:p>
          <a:p>
            <a:r>
              <a:rPr lang="en-US" altLang="zh-CN" sz="1600"/>
              <a:t>        self.bn2 = nn.BatchNorm1d(out_channels)</a:t>
            </a:r>
            <a:endParaRPr lang="en-US" altLang="zh-CN" sz="1600"/>
          </a:p>
          <a:p>
            <a:endParaRPr lang="en-US" altLang="zh-CN" sz="1600"/>
          </a:p>
          <a:p>
            <a:r>
              <a:rPr lang="en-US" altLang="zh-CN" sz="1600"/>
              <a:t>        self.shortcut = nn.Sequential()</a:t>
            </a:r>
            <a:endParaRPr lang="en-US" altLang="zh-CN" sz="1600"/>
          </a:p>
          <a:p>
            <a:r>
              <a:rPr lang="en-US" altLang="zh-CN" sz="1600"/>
              <a:t>        if stride != 1 or in_channels != out_channels:</a:t>
            </a:r>
            <a:endParaRPr lang="en-US" altLang="zh-CN" sz="1600"/>
          </a:p>
          <a:p>
            <a:r>
              <a:rPr lang="en-US" altLang="zh-CN" sz="1600"/>
              <a:t>            self.shortcut = nn.Sequential(</a:t>
            </a:r>
            <a:endParaRPr lang="en-US" altLang="zh-CN" sz="1600"/>
          </a:p>
          <a:p>
            <a:r>
              <a:rPr lang="en-US" altLang="zh-CN" sz="1600"/>
              <a:t>                nn.Conv1d(in_channels, out_channels, kernel_size=1, stride=stride, bias=False),  # </a:t>
            </a:r>
            <a:r>
              <a:rPr lang="zh-CN" altLang="en-US" sz="1600"/>
              <a:t>降维</a:t>
            </a:r>
            <a:r>
              <a:rPr lang="en-US" altLang="zh-CN" sz="1600"/>
              <a:t>/</a:t>
            </a:r>
            <a:r>
              <a:rPr lang="zh-CN" altLang="en-US" sz="1600"/>
              <a:t>升维</a:t>
            </a:r>
            <a:endParaRPr lang="zh-CN" altLang="en-US" sz="1600"/>
          </a:p>
          <a:p>
            <a:r>
              <a:rPr lang="en-US" altLang="zh-CN" sz="1600"/>
              <a:t>                nn.BatchNorm1d(out_channels)</a:t>
            </a:r>
            <a:endParaRPr lang="en-US" altLang="zh-CN" sz="1600"/>
          </a:p>
          <a:p>
            <a:r>
              <a:rPr lang="en-US" altLang="zh-CN" sz="1600"/>
              <a:t>            )</a:t>
            </a:r>
            <a:endParaRPr lang="en-US" altLang="zh-CN" sz="1600"/>
          </a:p>
          <a:p>
            <a:r>
              <a:rPr lang="en-US" altLang="zh-CN" sz="1600"/>
              <a:t>    def forward(self, x):</a:t>
            </a:r>
            <a:endParaRPr lang="en-US" altLang="zh-CN" sz="1600"/>
          </a:p>
          <a:p>
            <a:r>
              <a:rPr lang="en-US" altLang="zh-CN" sz="1600"/>
              <a:t>        out = torch.relu(self.bn1(self.conv1(x)))</a:t>
            </a:r>
            <a:endParaRPr lang="en-US" altLang="zh-CN" sz="1600"/>
          </a:p>
          <a:p>
            <a:r>
              <a:rPr lang="en-US" altLang="zh-CN" sz="1600"/>
              <a:t>        out = self.bn2(self.conv2(out))</a:t>
            </a:r>
            <a:endParaRPr lang="en-US" altLang="zh-CN" sz="1600"/>
          </a:p>
          <a:p>
            <a:r>
              <a:rPr lang="en-US" altLang="zh-CN" sz="1600"/>
              <a:t>        out += self.shortcut(x)</a:t>
            </a:r>
            <a:endParaRPr lang="en-US" altLang="zh-CN" sz="1600"/>
          </a:p>
          <a:p>
            <a:r>
              <a:rPr lang="en-US" altLang="zh-CN" sz="1600"/>
              <a:t>        out = torch.relu(out)</a:t>
            </a:r>
            <a:endParaRPr lang="en-US" altLang="zh-CN" sz="1600"/>
          </a:p>
          <a:p>
            <a:r>
              <a:rPr lang="en-US" altLang="zh-CN" sz="1600"/>
              <a:t>        return out</a:t>
            </a:r>
            <a:endParaRPr lang="en-US" altLang="zh-CN" sz="1600"/>
          </a:p>
        </p:txBody>
      </p:sp>
      <p:sp>
        <p:nvSpPr>
          <p:cNvPr id="19" name="稻壳儿_刀客儿出品_1"/>
          <p:cNvSpPr/>
          <p:nvPr/>
        </p:nvSpPr>
        <p:spPr>
          <a:xfrm>
            <a:off x="292100" y="449580"/>
            <a:ext cx="314960" cy="395605"/>
          </a:xfrm>
          <a:prstGeom prst="diamond">
            <a:avLst/>
          </a:prstGeom>
          <a:noFill/>
          <a:ln w="38100">
            <a:gradFill flip="none" rotWithShape="1">
              <a:gsLst>
                <a:gs pos="0">
                  <a:srgbClr val="B36E2F"/>
                </a:gs>
                <a:gs pos="30000">
                  <a:srgbClr val="A86F3C"/>
                </a:gs>
                <a:gs pos="80000">
                  <a:srgbClr val="A5642E"/>
                </a:gs>
                <a:gs pos="55000">
                  <a:srgbClr val="F3BD84"/>
                </a:gs>
                <a:gs pos="100000">
                  <a:srgbClr val="652F07"/>
                </a:gs>
              </a:gsLst>
              <a:lin ang="27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文本框 1"/>
          <p:cNvSpPr txBox="1"/>
          <p:nvPr/>
        </p:nvSpPr>
        <p:spPr>
          <a:xfrm>
            <a:off x="7354570" y="756285"/>
            <a:ext cx="4064000" cy="1198880"/>
          </a:xfrm>
          <a:prstGeom prst="rect">
            <a:avLst/>
          </a:prstGeom>
          <a:noFill/>
        </p:spPr>
        <p:txBody>
          <a:bodyPr wrap="square" rtlCol="0">
            <a:spAutoFit/>
          </a:bodyPr>
          <a:p>
            <a:r>
              <a:rPr lang="zh-CN" altLang="en-US"/>
              <a:t>1. 计算均值：</a:t>
            </a:r>
            <a:r>
              <a:rPr lang="en-US" altLang="zh-CN"/>
              <a:t>μ = (1/T) * Σx_t</a:t>
            </a:r>
            <a:endParaRPr lang="en-US" altLang="zh-CN"/>
          </a:p>
          <a:p>
            <a:r>
              <a:rPr lang="zh-CN" altLang="en-US"/>
              <a:t>2. 计算方差：</a:t>
            </a:r>
            <a:r>
              <a:rPr lang="en-US" altLang="zh-CN"/>
              <a:t>σ² = (1/T) * Σ(x_t - μ)²</a:t>
            </a:r>
            <a:endParaRPr lang="en-US" altLang="zh-CN"/>
          </a:p>
          <a:p>
            <a:r>
              <a:rPr lang="zh-CN" altLang="en-US"/>
              <a:t>3. 标准化：</a:t>
            </a:r>
            <a:r>
              <a:rPr lang="en-US" altLang="zh-CN"/>
              <a:t>x_hat = (x - μ) / √(σ² + ε)</a:t>
            </a:r>
            <a:endParaRPr lang="en-US" altLang="zh-CN"/>
          </a:p>
          <a:p>
            <a:r>
              <a:rPr lang="zh-CN" altLang="en-US"/>
              <a:t>4. 缩放偏移：</a:t>
            </a:r>
            <a:r>
              <a:rPr lang="en-US" altLang="zh-CN"/>
              <a:t>y = γ * x_hat + β</a:t>
            </a:r>
            <a:endParaRPr lang="en-US" altLang="zh-CN"/>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p:sp>
        <p:nvSpPr>
          <p:cNvPr id="2" name="标题 1"/>
          <p:cNvSpPr>
            <a:spLocks noGrp="1"/>
          </p:cNvSpPr>
          <p:nvPr>
            <p:ph type="ctrTitle" idx="16385"/>
            <p:custDataLst>
              <p:tags r:id="rId2"/>
            </p:custDataLst>
          </p:nvPr>
        </p:nvSpPr>
        <p:spPr>
          <a:xfrm>
            <a:off x="609600" y="253365"/>
            <a:ext cx="10972800" cy="609600"/>
          </a:xfrm>
        </p:spPr>
        <p:txBody>
          <a:bodyPr/>
          <a:p>
            <a:r>
              <a:rPr lang="en-US" altLang="zh-CN"/>
              <a:t>Wav2Vec2</a:t>
            </a:r>
            <a:r>
              <a:rPr lang="zh-CN" altLang="en-US"/>
              <a:t>微调策略</a:t>
            </a:r>
            <a:endParaRPr lang="zh-CN" altLang="en-US"/>
          </a:p>
        </p:txBody>
      </p:sp>
      <p:sp>
        <p:nvSpPr>
          <p:cNvPr id="12" name="文本框 11"/>
          <p:cNvSpPr txBox="1"/>
          <p:nvPr/>
        </p:nvSpPr>
        <p:spPr>
          <a:xfrm>
            <a:off x="250825" y="862965"/>
            <a:ext cx="11690350" cy="5994400"/>
          </a:xfrm>
          <a:prstGeom prst="rect">
            <a:avLst/>
          </a:prstGeom>
          <a:noFill/>
        </p:spPr>
        <p:txBody>
          <a:bodyPr wrap="square" rtlCol="0">
            <a:noAutofit/>
          </a:bodyPr>
          <a:p>
            <a:r>
              <a:rPr lang="en-US" altLang="zh-CN"/>
              <a:t>class Wav2Vec2ResNetSERv2(nn.Module):</a:t>
            </a:r>
            <a:endParaRPr lang="en-US" altLang="zh-CN"/>
          </a:p>
          <a:p>
            <a:r>
              <a:rPr lang="en-US" altLang="zh-CN"/>
              <a:t>    """Wav2Vec2 + ResNet </a:t>
            </a:r>
            <a:r>
              <a:rPr lang="zh-CN" altLang="en-US"/>
              <a:t>语音情感识别模型</a:t>
            </a:r>
            <a:r>
              <a:rPr lang="en-US" altLang="zh-CN"/>
              <a:t>"""</a:t>
            </a:r>
            <a:endParaRPr lang="en-US" altLang="zh-CN"/>
          </a:p>
          <a:p>
            <a:r>
              <a:rPr lang="en-US" altLang="zh-CN"/>
              <a:t>    def __init__(self, num_class=8, hidden_size=512, num_res_blocks=4, dropout=0.25):</a:t>
            </a:r>
            <a:endParaRPr lang="en-US" altLang="zh-CN"/>
          </a:p>
          <a:p>
            <a:r>
              <a:rPr lang="en-US" altLang="zh-CN"/>
              <a:t>        super().__init__()</a:t>
            </a:r>
            <a:endParaRPr lang="en-US" altLang="zh-CN"/>
          </a:p>
          <a:p>
            <a:endParaRPr lang="en-US" altLang="zh-CN"/>
          </a:p>
          <a:p>
            <a:r>
              <a:rPr lang="en-US" altLang="zh-CN"/>
              <a:t>        # </a:t>
            </a:r>
            <a:r>
              <a:rPr lang="zh-CN" altLang="en-US"/>
              <a:t>加载预训练</a:t>
            </a:r>
            <a:r>
              <a:rPr lang="en-US" altLang="zh-CN"/>
              <a:t>Wav2Vec2</a:t>
            </a:r>
            <a:r>
              <a:rPr lang="zh-CN" altLang="en-US"/>
              <a:t>模型</a:t>
            </a:r>
            <a:endParaRPr lang="zh-CN" altLang="en-US"/>
          </a:p>
          <a:p>
            <a:r>
              <a:rPr lang="en-US" altLang="zh-CN"/>
              <a:t>        self.wav2vec2 = Wav2Vec2Model.from_pretrained('facebook/wav2vec2-base')</a:t>
            </a:r>
            <a:endParaRPr lang="en-US" altLang="zh-CN"/>
          </a:p>
          <a:p>
            <a:endParaRPr lang="en-US" altLang="zh-CN"/>
          </a:p>
          <a:p>
            <a:r>
              <a:rPr lang="en-US" altLang="zh-CN"/>
              <a:t>        # ========== </a:t>
            </a:r>
            <a:r>
              <a:rPr lang="zh-CN" altLang="en-US"/>
              <a:t>微调策略：解冻最后</a:t>
            </a:r>
            <a:r>
              <a:rPr lang="en-US" altLang="zh-CN"/>
              <a:t>4</a:t>
            </a:r>
            <a:r>
              <a:rPr lang="zh-CN" altLang="en-US"/>
              <a:t>层</a:t>
            </a:r>
            <a:r>
              <a:rPr lang="en-US" altLang="zh-CN"/>
              <a:t> ==========</a:t>
            </a:r>
            <a:endParaRPr lang="en-US" altLang="zh-CN"/>
          </a:p>
          <a:p>
            <a:r>
              <a:rPr lang="en-US" altLang="zh-CN"/>
              <a:t>        for name, param in self.wav2vec2.named_parameters():  # </a:t>
            </a:r>
            <a:r>
              <a:rPr lang="zh-CN" altLang="en-US"/>
              <a:t>遍历所有参数</a:t>
            </a:r>
            <a:endParaRPr lang="zh-CN" altLang="en-US"/>
          </a:p>
          <a:p>
            <a:r>
              <a:rPr lang="en-US" altLang="zh-CN"/>
              <a:t>            layer_num = None                                   # </a:t>
            </a:r>
            <a:r>
              <a:rPr lang="zh-CN" altLang="en-US"/>
              <a:t>初始化层号</a:t>
            </a:r>
            <a:endParaRPr lang="zh-CN" altLang="en-US"/>
          </a:p>
          <a:p>
            <a:r>
              <a:rPr lang="en-US" altLang="zh-CN"/>
              <a:t>            if 'encoder.layers.' in name:                     # </a:t>
            </a:r>
            <a:r>
              <a:rPr lang="zh-CN" altLang="en-US"/>
              <a:t>筛选编码器层参数</a:t>
            </a:r>
            <a:endParaRPr lang="zh-CN" altLang="en-US"/>
          </a:p>
          <a:p>
            <a:r>
              <a:rPr lang="en-US" altLang="zh-CN"/>
              <a:t>                try:</a:t>
            </a:r>
            <a:endParaRPr lang="en-US" altLang="zh-CN"/>
          </a:p>
          <a:p>
            <a:r>
              <a:rPr lang="en-US" altLang="zh-CN"/>
              <a:t>                    layer_num = int(name.split('encoder.layers.')[1].split('.')[0])  # </a:t>
            </a:r>
            <a:r>
              <a:rPr lang="zh-CN" altLang="en-US"/>
              <a:t>提取层号</a:t>
            </a:r>
            <a:r>
              <a:rPr lang="en-US" altLang="zh-CN"/>
              <a:t> 0-11</a:t>
            </a:r>
            <a:endParaRPr lang="en-US" altLang="zh-CN"/>
          </a:p>
          <a:p>
            <a:r>
              <a:rPr lang="en-US" altLang="zh-CN"/>
              <a:t>                except:</a:t>
            </a:r>
            <a:endParaRPr lang="en-US" altLang="zh-CN"/>
          </a:p>
          <a:p>
            <a:r>
              <a:rPr lang="en-US" altLang="zh-CN"/>
              <a:t>                    pass</a:t>
            </a:r>
            <a:endParaRPr lang="en-US" altLang="zh-CN"/>
          </a:p>
          <a:p>
            <a:r>
              <a:rPr lang="en-US" altLang="zh-CN"/>
              <a:t>            if layer_num is not None and layer_num &gt;= 8:       # </a:t>
            </a:r>
            <a:r>
              <a:rPr lang="zh-CN" altLang="en-US"/>
              <a:t>层号</a:t>
            </a:r>
            <a:r>
              <a:rPr lang="en-US" altLang="zh-CN"/>
              <a:t> &gt;= 8 (</a:t>
            </a:r>
            <a:r>
              <a:rPr lang="zh-CN" altLang="en-US"/>
              <a:t>即最后</a:t>
            </a:r>
            <a:r>
              <a:rPr lang="en-US" altLang="zh-CN"/>
              <a:t>4</a:t>
            </a:r>
            <a:r>
              <a:rPr lang="zh-CN" altLang="en-US"/>
              <a:t>层</a:t>
            </a:r>
            <a:r>
              <a:rPr lang="en-US" altLang="zh-CN"/>
              <a:t>: 8,9,10,11)</a:t>
            </a:r>
            <a:endParaRPr lang="en-US" altLang="zh-CN"/>
          </a:p>
          <a:p>
            <a:r>
              <a:rPr lang="en-US" altLang="zh-CN"/>
              <a:t>                param.requires_grad = True                     # </a:t>
            </a:r>
            <a:r>
              <a:rPr lang="zh-CN" altLang="en-US"/>
              <a:t>解冻：允许更新</a:t>
            </a:r>
            <a:endParaRPr lang="zh-CN" altLang="en-US"/>
          </a:p>
          <a:p>
            <a:r>
              <a:rPr lang="en-US" altLang="zh-CN"/>
              <a:t>            else:</a:t>
            </a:r>
            <a:endParaRPr lang="en-US" altLang="zh-CN"/>
          </a:p>
          <a:p>
            <a:r>
              <a:rPr lang="en-US" altLang="zh-CN"/>
              <a:t>                param.requires_grad = False                    # </a:t>
            </a:r>
            <a:r>
              <a:rPr lang="zh-CN" altLang="en-US"/>
              <a:t>冻结：保留预训练权重</a:t>
            </a:r>
            <a:endParaRPr lang="en-US" altLang="zh-CN"/>
          </a:p>
          <a:p>
            <a:r>
              <a:rPr lang="en-US" altLang="zh-CN"/>
              <a:t>        feature_dim = 768  # Wav2Vec2</a:t>
            </a:r>
            <a:r>
              <a:rPr lang="zh-CN" altLang="en-US"/>
              <a:t>输出维度</a:t>
            </a:r>
            <a:endParaRPr lang="en-US" altLang="zh-CN"/>
          </a:p>
        </p:txBody>
      </p:sp>
    </p:spTree>
  </p:cSld>
  <p:clrMapOvr>
    <a:masterClrMapping/>
  </p:clrMapOvr>
  <mc:AlternateContent xmlns:mc="http://schemas.openxmlformats.org/markup-compatibility/2006">
    <mc:Choice xmlns:p14="http://schemas.microsoft.com/office/powerpoint/2010/main" Requires="p14">
      <p:transition spd="slow" p14:dur="1000">
        <p:comb/>
      </p:transition>
    </mc:Choice>
    <mc:Fallback>
      <p:transition spd="slow">
        <p:comb/>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p:sp>
        <p:nvSpPr>
          <p:cNvPr id="2" name="标题 1"/>
          <p:cNvSpPr>
            <a:spLocks noGrp="1"/>
          </p:cNvSpPr>
          <p:nvPr>
            <p:ph type="ctrTitle" idx="16385"/>
            <p:custDataLst>
              <p:tags r:id="rId2"/>
            </p:custDataLst>
          </p:nvPr>
        </p:nvSpPr>
        <p:spPr>
          <a:xfrm>
            <a:off x="609600" y="65405"/>
            <a:ext cx="10972800" cy="609600"/>
          </a:xfrm>
        </p:spPr>
        <p:txBody>
          <a:bodyPr/>
          <a:p>
            <a:r>
              <a:rPr lang="zh-CN" altLang="en-US"/>
              <a:t>正则化策略</a:t>
            </a:r>
            <a:endParaRPr lang="zh-CN" altLang="en-US"/>
          </a:p>
        </p:txBody>
      </p:sp>
      <p:sp>
        <p:nvSpPr>
          <p:cNvPr id="12" name="文本框 11"/>
          <p:cNvSpPr txBox="1"/>
          <p:nvPr/>
        </p:nvSpPr>
        <p:spPr>
          <a:xfrm>
            <a:off x="116205" y="675005"/>
            <a:ext cx="11941175" cy="5908040"/>
          </a:xfrm>
          <a:prstGeom prst="rect">
            <a:avLst/>
          </a:prstGeom>
          <a:noFill/>
        </p:spPr>
        <p:txBody>
          <a:bodyPr wrap="square" rtlCol="0">
            <a:spAutoFit/>
          </a:bodyPr>
          <a:p>
            <a:r>
              <a:rPr lang="en-US" altLang="zh-CN"/>
              <a:t># ========== </a:t>
            </a:r>
            <a:r>
              <a:rPr lang="zh-CN" altLang="en-US"/>
              <a:t>标签平滑</a:t>
            </a:r>
            <a:r>
              <a:rPr lang="en-US" altLang="zh-CN"/>
              <a:t> (0.1) ==========</a:t>
            </a:r>
            <a:endParaRPr lang="en-US" altLang="zh-CN"/>
          </a:p>
          <a:p>
            <a:r>
              <a:rPr lang="en-US" altLang="zh-CN"/>
              <a:t>criterion = nn.CrossEntropyLoss(label_smoothing=0.1)  # </a:t>
            </a:r>
            <a:r>
              <a:rPr lang="zh-CN" altLang="en-US"/>
              <a:t>软化标签，降低过度自信</a:t>
            </a:r>
            <a:endParaRPr lang="zh-CN" altLang="en-US"/>
          </a:p>
          <a:p>
            <a:endParaRPr lang="en-US" altLang="zh-CN"/>
          </a:p>
          <a:p>
            <a:r>
              <a:rPr lang="en-US" altLang="zh-CN"/>
              <a:t>self.resnet = nn.Sequential(</a:t>
            </a:r>
            <a:endParaRPr lang="en-US" altLang="zh-CN"/>
          </a:p>
          <a:p>
            <a:r>
              <a:rPr lang="en-US" altLang="zh-CN"/>
              <a:t>     ResBlock1D(feature_dim, hidden_size, stride=1),</a:t>
            </a:r>
            <a:endParaRPr lang="en-US" altLang="zh-CN"/>
          </a:p>
          <a:p>
            <a:r>
              <a:rPr lang="en-US" altLang="zh-CN"/>
              <a:t>     nn.Dropout(dropout),</a:t>
            </a:r>
            <a:endParaRPr lang="en-US" altLang="zh-CN"/>
          </a:p>
          <a:p>
            <a:r>
              <a:rPr lang="en-US" altLang="zh-CN"/>
              <a:t>     ResBlock1D(hidden_size, hidden_size, stride=1),</a:t>
            </a:r>
            <a:endParaRPr lang="en-US" altLang="zh-CN"/>
          </a:p>
          <a:p>
            <a:r>
              <a:rPr lang="en-US" altLang="zh-CN"/>
              <a:t>     nn.Dropout(dropout),</a:t>
            </a:r>
            <a:endParaRPr lang="en-US" altLang="zh-CN"/>
          </a:p>
          <a:p>
            <a:r>
              <a:rPr lang="en-US" altLang="zh-CN"/>
              <a:t>     ResBlock1D(hidden_size, hidden_size * 2, stride=2),  # </a:t>
            </a:r>
            <a:r>
              <a:rPr lang="zh-CN" altLang="en-US"/>
              <a:t>下采样</a:t>
            </a:r>
            <a:endParaRPr lang="zh-CN" altLang="en-US"/>
          </a:p>
          <a:p>
            <a:r>
              <a:rPr lang="en-US" altLang="zh-CN"/>
              <a:t>     nn.Dropout(dropout),</a:t>
            </a:r>
            <a:endParaRPr lang="en-US" altLang="zh-CN"/>
          </a:p>
          <a:p>
            <a:r>
              <a:rPr lang="en-US" altLang="zh-CN"/>
              <a:t>     ResBlock1D(hidden_size * 2, hidden_size * 2, stride=1),)</a:t>
            </a:r>
            <a:endParaRPr lang="en-US" altLang="zh-CN"/>
          </a:p>
          <a:p>
            <a:endParaRPr lang="en-US" altLang="zh-CN"/>
          </a:p>
          <a:p>
            <a:r>
              <a:rPr lang="en-US" altLang="zh-CN"/>
              <a:t>self.classifier = nn.Sequential(</a:t>
            </a:r>
            <a:endParaRPr lang="en-US" altLang="zh-CN"/>
          </a:p>
          <a:p>
            <a:r>
              <a:rPr lang="en-US" altLang="zh-CN"/>
              <a:t>    nn.Linear(hidden_size * 2, hidden_size),</a:t>
            </a:r>
            <a:endParaRPr lang="en-US" altLang="zh-CN"/>
          </a:p>
          <a:p>
            <a:r>
              <a:rPr lang="en-US" altLang="zh-CN"/>
              <a:t>    nn.LayerNorm(hidden_size),</a:t>
            </a:r>
            <a:endParaRPr lang="en-US" altLang="zh-CN"/>
          </a:p>
          <a:p>
            <a:r>
              <a:rPr lang="en-US" altLang="zh-CN"/>
              <a:t>    nn.ReLU(),</a:t>
            </a:r>
            <a:endParaRPr lang="en-US" altLang="zh-CN"/>
          </a:p>
          <a:p>
            <a:r>
              <a:rPr lang="en-US" altLang="zh-CN"/>
              <a:t>    nn.Dropout(0.25),  # </a:t>
            </a:r>
            <a:r>
              <a:rPr lang="zh-CN" altLang="en-US"/>
              <a:t>训练时随机丢弃</a:t>
            </a:r>
            <a:r>
              <a:rPr lang="en-US" altLang="zh-CN"/>
              <a:t>25%</a:t>
            </a:r>
            <a:r>
              <a:rPr lang="zh-CN" altLang="en-US"/>
              <a:t>神经元</a:t>
            </a:r>
            <a:endParaRPr lang="zh-CN" altLang="en-US"/>
          </a:p>
          <a:p>
            <a:r>
              <a:rPr lang="en-US" altLang="zh-CN"/>
              <a:t>    nn.Linear(hidden_size, num_class))</a:t>
            </a:r>
            <a:endParaRPr lang="en-US" altLang="zh-CN"/>
          </a:p>
          <a:p>
            <a:endParaRPr lang="en-US" altLang="zh-CN"/>
          </a:p>
          <a:p>
            <a:r>
              <a:rPr lang="en-US" altLang="zh-CN"/>
              <a:t># ========== </a:t>
            </a:r>
            <a:r>
              <a:rPr lang="zh-CN" altLang="en-US"/>
              <a:t>梯度裁剪</a:t>
            </a:r>
            <a:r>
              <a:rPr lang="en-US" altLang="zh-CN"/>
              <a:t> (1.0) ==========</a:t>
            </a:r>
            <a:endParaRPr lang="en-US" altLang="zh-CN"/>
          </a:p>
          <a:p>
            <a:r>
              <a:rPr lang="en-US" altLang="zh-CN"/>
              <a:t>torch.nn.utils.clip_grad_norm_(model.parameters(), 1.0)  # </a:t>
            </a:r>
            <a:r>
              <a:rPr lang="zh-CN" altLang="en-US"/>
              <a:t>限制梯度范数不超过</a:t>
            </a:r>
            <a:r>
              <a:rPr lang="en-US" altLang="zh-CN"/>
              <a:t>1.0</a:t>
            </a:r>
            <a:endParaRPr lang="en-US" altLang="zh-CN"/>
          </a:p>
        </p:txBody>
      </p:sp>
      <p:sp>
        <p:nvSpPr>
          <p:cNvPr id="3" name="文本框 2"/>
          <p:cNvSpPr txBox="1"/>
          <p:nvPr/>
        </p:nvSpPr>
        <p:spPr>
          <a:xfrm>
            <a:off x="7775575" y="1400175"/>
            <a:ext cx="4605655" cy="2584450"/>
          </a:xfrm>
          <a:prstGeom prst="rect">
            <a:avLst/>
          </a:prstGeom>
          <a:noFill/>
        </p:spPr>
        <p:txBody>
          <a:bodyPr wrap="square" rtlCol="0">
            <a:spAutoFit/>
          </a:bodyPr>
          <a:p>
            <a:r>
              <a:rPr lang="en-US" altLang="zh-CN"/>
              <a:t>y_hard = [0, 0, 1, 0, 0, 0, 0, 0] </a:t>
            </a:r>
            <a:endParaRPr lang="en-US" altLang="zh-CN"/>
          </a:p>
          <a:p>
            <a:endParaRPr lang="en-US" altLang="zh-CN"/>
          </a:p>
          <a:p>
            <a:r>
              <a:rPr lang="en-US" altLang="zh-CN"/>
              <a:t>Label Smoothing（</a:t>
            </a:r>
            <a:r>
              <a:rPr lang="zh-CN" altLang="en-US"/>
              <a:t>平滑后）：</a:t>
            </a:r>
            <a:endParaRPr lang="zh-CN" altLang="en-US"/>
          </a:p>
          <a:p>
            <a:r>
              <a:rPr lang="en-US" altLang="zh-CN"/>
              <a:t>y_smooth = (1-ε)·y_hard + ε/K</a:t>
            </a:r>
            <a:endParaRPr lang="en-US" altLang="zh-CN"/>
          </a:p>
          <a:p>
            <a:r>
              <a:rPr lang="en-US" altLang="zh-CN"/>
              <a:t>= (1-0.1)×y_hard + 0.1/8</a:t>
            </a:r>
            <a:endParaRPr lang="en-US" altLang="zh-CN"/>
          </a:p>
          <a:p>
            <a:r>
              <a:rPr lang="en-US" altLang="zh-CN"/>
              <a:t>= 0.9×y_hard + 0.0125</a:t>
            </a:r>
            <a:endParaRPr lang="en-US" altLang="zh-CN"/>
          </a:p>
          <a:p>
            <a:endParaRPr lang="en-US" altLang="zh-CN"/>
          </a:p>
          <a:p>
            <a:r>
              <a:rPr lang="zh-CN" altLang="en-US"/>
              <a:t>结果：[0.0125, 0.0125, 0.9, 0.0125, 0.0125, 0.0125, 0.0125, 0.0125]</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000">
        <p:comb/>
      </p:transition>
    </mc:Choice>
    <mc:Fallback>
      <p:transition spd="slow">
        <p:comb/>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p:sp>
        <p:nvSpPr>
          <p:cNvPr id="14" name="稻壳儿_刀客儿出品_1"/>
          <p:cNvSpPr/>
          <p:nvPr/>
        </p:nvSpPr>
        <p:spPr>
          <a:xfrm>
            <a:off x="2971800" y="476250"/>
            <a:ext cx="6249035" cy="5904865"/>
          </a:xfrm>
          <a:prstGeom prst="diamond">
            <a:avLst/>
          </a:prstGeom>
          <a:noFill/>
          <a:ln w="38100">
            <a:gradFill flip="none" rotWithShape="1">
              <a:gsLst>
                <a:gs pos="0">
                  <a:srgbClr val="B36E2F"/>
                </a:gs>
                <a:gs pos="30000">
                  <a:srgbClr val="A86F3C"/>
                </a:gs>
                <a:gs pos="80000">
                  <a:srgbClr val="A5642E"/>
                </a:gs>
                <a:gs pos="55000">
                  <a:srgbClr val="F3BD84"/>
                </a:gs>
                <a:gs pos="100000">
                  <a:srgbClr val="652F07"/>
                </a:gs>
              </a:gsLst>
              <a:lin ang="27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文本框 14"/>
          <p:cNvSpPr txBox="1"/>
          <p:nvPr/>
        </p:nvSpPr>
        <p:spPr>
          <a:xfrm>
            <a:off x="4336415" y="2484755"/>
            <a:ext cx="3520440" cy="1888490"/>
          </a:xfrm>
          <a:prstGeom prst="rect">
            <a:avLst/>
          </a:prstGeom>
          <a:noFill/>
        </p:spPr>
        <p:txBody>
          <a:bodyPr wrap="square" rtlCol="0">
            <a:noAutofit/>
          </a:bodyPr>
          <a:p>
            <a:r>
              <a:rPr lang="en-US" altLang="zh-CN" sz="5400">
                <a:ln w="13462">
                  <a:solidFill>
                    <a:schemeClr val="bg1"/>
                  </a:solidFill>
                  <a:prstDash val="solid"/>
                </a:ln>
                <a:solidFill>
                  <a:schemeClr val="tx1">
                    <a:lumMod val="85000"/>
                    <a:lumOff val="15000"/>
                  </a:schemeClr>
                </a:solidFill>
                <a:effectLst>
                  <a:outerShdw dist="38100" dir="2700000" algn="bl" rotWithShape="0">
                    <a:schemeClr val="accent5"/>
                  </a:outerShdw>
                </a:effectLst>
                <a:sym typeface="+mn-ea"/>
              </a:rPr>
              <a:t>05. </a:t>
            </a:r>
            <a:r>
              <a:rPr lang="zh-CN" altLang="en-US" sz="5400">
                <a:ln w="13462">
                  <a:solidFill>
                    <a:schemeClr val="bg1"/>
                  </a:solidFill>
                  <a:prstDash val="solid"/>
                </a:ln>
                <a:solidFill>
                  <a:schemeClr val="tx1">
                    <a:lumMod val="85000"/>
                    <a:lumOff val="15000"/>
                  </a:schemeClr>
                </a:solidFill>
                <a:effectLst>
                  <a:outerShdw dist="38100" dir="2700000" algn="bl" rotWithShape="0">
                    <a:schemeClr val="accent5"/>
                  </a:outerShdw>
                </a:effectLst>
                <a:sym typeface="+mn-ea"/>
              </a:rPr>
              <a:t>实验</a:t>
            </a:r>
            <a:r>
              <a:rPr lang="zh-CN" altLang="en-US" sz="5400">
                <a:ln w="13462">
                  <a:solidFill>
                    <a:schemeClr val="bg1"/>
                  </a:solidFill>
                  <a:prstDash val="solid"/>
                </a:ln>
                <a:solidFill>
                  <a:schemeClr val="tx1">
                    <a:lumMod val="85000"/>
                    <a:lumOff val="15000"/>
                  </a:schemeClr>
                </a:solidFill>
                <a:effectLst>
                  <a:outerShdw dist="38100" dir="2700000" algn="bl" rotWithShape="0">
                    <a:schemeClr val="accent5"/>
                  </a:outerShdw>
                </a:effectLst>
                <a:sym typeface="+mn-ea"/>
              </a:rPr>
              <a:t>结果分析</a:t>
            </a:r>
            <a:endParaRPr lang="zh-CN" altLang="en-US" sz="5400">
              <a:ln w="13462">
                <a:solidFill>
                  <a:schemeClr val="bg1"/>
                </a:solidFill>
                <a:prstDash val="solid"/>
              </a:ln>
              <a:solidFill>
                <a:schemeClr val="tx1">
                  <a:lumMod val="85000"/>
                  <a:lumOff val="15000"/>
                </a:schemeClr>
              </a:solidFill>
              <a:effectLst>
                <a:outerShdw dist="38100" dir="2700000" algn="bl" rotWithShape="0">
                  <a:schemeClr val="accent5"/>
                </a:outerShdw>
              </a:effectLst>
              <a:sym typeface="+mn-ea"/>
            </a:endParaRPr>
          </a:p>
        </p:txBody>
      </p:sp>
    </p:spTree>
  </p:cSld>
  <p:clrMapOvr>
    <a:masterClrMapping/>
  </p:clrMapOvr>
  <mc:AlternateContent xmlns:mc="http://schemas.openxmlformats.org/markup-compatibility/2006">
    <mc:Choice xmlns:p14="http://schemas.microsoft.com/office/powerpoint/2010/main" Requires="p14">
      <p:transition spd="med" p14:dur="750">
        <p:pull/>
      </p:transition>
    </mc:Choice>
    <mc:Fallback>
      <p:transition spd="med">
        <p:pull/>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p:cTn id="7" dur="500" fill="hold"/>
                                        <p:tgtEl>
                                          <p:spTgt spid="14"/>
                                        </p:tgtEl>
                                        <p:attrNameLst>
                                          <p:attrName>ppt_w</p:attrName>
                                        </p:attrNameLst>
                                      </p:cBhvr>
                                      <p:tavLst>
                                        <p:tav tm="0">
                                          <p:val>
                                            <p:fltVal val="0"/>
                                          </p:val>
                                        </p:tav>
                                        <p:tav tm="100000">
                                          <p:val>
                                            <p:strVal val="#ppt_w"/>
                                          </p:val>
                                        </p:tav>
                                      </p:tavLst>
                                    </p:anim>
                                    <p:anim calcmode="lin" valueType="num">
                                      <p:cBhvr>
                                        <p:cTn id="8" dur="500" fill="hold"/>
                                        <p:tgtEl>
                                          <p:spTgt spid="14"/>
                                        </p:tgtEl>
                                        <p:attrNameLst>
                                          <p:attrName>ppt_h</p:attrName>
                                        </p:attrNameLst>
                                      </p:cBhvr>
                                      <p:tavLst>
                                        <p:tav tm="0">
                                          <p:val>
                                            <p:fltVal val="0"/>
                                          </p:val>
                                        </p:tav>
                                        <p:tav tm="100000">
                                          <p:val>
                                            <p:strVal val="#ppt_h"/>
                                          </p:val>
                                        </p:tav>
                                      </p:tavLst>
                                    </p:anim>
                                    <p:animEffect transition="in" filter="fade">
                                      <p:cBhvr>
                                        <p:cTn id="9" dur="500"/>
                                        <p:tgtEl>
                                          <p:spTgt spid="14"/>
                                        </p:tgtEl>
                                      </p:cBhvr>
                                    </p:animEffect>
                                  </p:childTnLst>
                                </p:cTn>
                              </p:par>
                            </p:childTnLst>
                          </p:cTn>
                        </p:par>
                        <p:par>
                          <p:cTn id="10" fill="hold">
                            <p:stCondLst>
                              <p:cond delay="500"/>
                            </p:stCondLst>
                            <p:childTnLst>
                              <p:par>
                                <p:cTn id="11" presetID="12" presetClass="entr" presetSubtype="4" fill="hold" grpId="0" nodeType="afterEffect">
                                  <p:stCondLst>
                                    <p:cond delay="0"/>
                                  </p:stCondLst>
                                  <p:childTnLst>
                                    <p:set>
                                      <p:cBhvr>
                                        <p:cTn id="12" dur="1" fill="hold">
                                          <p:stCondLst>
                                            <p:cond delay="0"/>
                                          </p:stCondLst>
                                        </p:cTn>
                                        <p:tgtEl>
                                          <p:spTgt spid="15"/>
                                        </p:tgtEl>
                                        <p:attrNameLst>
                                          <p:attrName>style.visibility</p:attrName>
                                        </p:attrNameLst>
                                      </p:cBhvr>
                                      <p:to>
                                        <p:strVal val="visible"/>
                                      </p:to>
                                    </p:set>
                                    <p:anim calcmode="lin" valueType="num">
                                      <p:cBhvr additive="base">
                                        <p:cTn id="13" dur="500"/>
                                        <p:tgtEl>
                                          <p:spTgt spid="15"/>
                                        </p:tgtEl>
                                        <p:attrNameLst>
                                          <p:attrName>ppt_y</p:attrName>
                                        </p:attrNameLst>
                                      </p:cBhvr>
                                      <p:tavLst>
                                        <p:tav tm="0">
                                          <p:val>
                                            <p:strVal val="#ppt_y+#ppt_h*1.125000"/>
                                          </p:val>
                                        </p:tav>
                                        <p:tav tm="100000">
                                          <p:val>
                                            <p:strVal val="#ppt_y"/>
                                          </p:val>
                                        </p:tav>
                                      </p:tavLst>
                                    </p:anim>
                                    <p:animEffect transition="in" filter="wipe(up)">
                                      <p:cBhvr>
                                        <p:cTn id="14"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ldLvl="0" animBg="1"/>
      <p:bldP spid="15" grpId="0"/>
      <p:bldP spid="15" grpId="1"/>
    </p:bldLst>
  </p:timing>
</p:sld>
</file>

<file path=ppt/slides/slide26.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p:sp>
        <p:nvSpPr>
          <p:cNvPr id="2" name="标题 1"/>
          <p:cNvSpPr>
            <a:spLocks noGrp="1"/>
          </p:cNvSpPr>
          <p:nvPr>
            <p:ph type="ctrTitle" idx="16385"/>
            <p:custDataLst>
              <p:tags r:id="rId2"/>
            </p:custDataLst>
          </p:nvPr>
        </p:nvSpPr>
        <p:spPr/>
        <p:txBody>
          <a:bodyPr>
            <a:normAutofit/>
          </a:bodyPr>
          <a:p>
            <a:pPr algn="l">
              <a:lnSpc>
                <a:spcPct val="111000"/>
              </a:lnSpc>
            </a:pPr>
            <a:r>
              <a:rPr lang="zh-CN" altLang="en-US"/>
              <a:t>总体评估</a:t>
            </a:r>
            <a:endParaRPr lang="zh-CN" altLang="en-US"/>
          </a:p>
        </p:txBody>
      </p:sp>
      <p:sp>
        <p:nvSpPr>
          <p:cNvPr id="3" name="文本占位符 2"/>
          <p:cNvSpPr>
            <a:spLocks noGrp="1"/>
          </p:cNvSpPr>
          <p:nvPr>
            <p:ph type="body" idx="16388"/>
            <p:custDataLst>
              <p:tags r:id="rId3"/>
            </p:custDataLst>
          </p:nvPr>
        </p:nvSpPr>
        <p:spPr/>
        <p:txBody>
          <a:bodyPr>
            <a:scene3d>
              <a:camera prst="orthographicFront"/>
              <a:lightRig rig="harsh" dir="t"/>
            </a:scene3d>
            <a:sp3d extrusionH="57150" prstMaterial="matte">
              <a:bevelT w="63500" h="12700" prst="angle"/>
              <a:contourClr>
                <a:schemeClr val="bg1">
                  <a:lumMod val="65000"/>
                </a:schemeClr>
              </a:contourClr>
            </a:sp3d>
          </a:bodyPr>
          <a:p>
            <a:pPr algn="ctr">
              <a:lnSpc>
                <a:spcPct val="109000"/>
              </a:lnSpc>
            </a:pPr>
            <a:r>
              <a:rPr lang="zh-CN" altLang="en-US">
                <a:solidFill>
                  <a:schemeClr val="accent3"/>
                </a:solidFill>
                <a:effectLst/>
              </a:rPr>
              <a:t>01</a:t>
            </a:r>
            <a:endParaRPr lang="zh-CN" altLang="en-US">
              <a:solidFill>
                <a:schemeClr val="accent3"/>
              </a:solidFill>
              <a:effectLst/>
            </a:endParaRPr>
          </a:p>
        </p:txBody>
      </p:sp>
      <p:sp>
        <p:nvSpPr>
          <p:cNvPr id="4" name="文本占位符 3"/>
          <p:cNvSpPr>
            <a:spLocks noGrp="1"/>
          </p:cNvSpPr>
          <p:nvPr>
            <p:ph type="body" idx="16386"/>
            <p:custDataLst>
              <p:tags r:id="rId4"/>
            </p:custDataLst>
          </p:nvPr>
        </p:nvSpPr>
        <p:spPr/>
        <p:txBody>
          <a:bodyPr>
            <a:normAutofit/>
          </a:bodyPr>
          <a:p>
            <a:pPr algn="l">
              <a:lnSpc>
                <a:spcPct val="111000"/>
              </a:lnSpc>
            </a:pPr>
            <a:r>
              <a:rPr lang="zh-CN" altLang="en-US"/>
              <a:t>核心指标表现</a:t>
            </a:r>
            <a:endParaRPr lang="zh-CN" altLang="en-US"/>
          </a:p>
        </p:txBody>
      </p:sp>
      <p:sp>
        <p:nvSpPr>
          <p:cNvPr id="5" name="文本占位符 4"/>
          <p:cNvSpPr>
            <a:spLocks noGrp="1"/>
          </p:cNvSpPr>
          <p:nvPr>
            <p:ph type="body" idx="16387"/>
            <p:custDataLst>
              <p:tags r:id="rId5"/>
            </p:custDataLst>
          </p:nvPr>
        </p:nvSpPr>
        <p:spPr/>
        <p:txBody>
          <a:bodyPr>
            <a:normAutofit/>
          </a:bodyPr>
          <a:p>
            <a:pPr algn="l">
              <a:lnSpc>
                <a:spcPct val="125000"/>
              </a:lnSpc>
            </a:pPr>
            <a:r>
              <a:rPr lang="zh-CN" altLang="en-US"/>
              <a:t>准确率（Accuracy）达到89.24%，F1 Score为0.8926，精确率（Precision）0.8974，召回率（Recall）0.8924，整体性能优异。</a:t>
            </a:r>
            <a:endParaRPr lang="zh-CN" altLang="en-US"/>
          </a:p>
        </p:txBody>
      </p:sp>
      <p:sp>
        <p:nvSpPr>
          <p:cNvPr id="6" name="文本占位符 5"/>
          <p:cNvSpPr>
            <a:spLocks noGrp="1"/>
          </p:cNvSpPr>
          <p:nvPr>
            <p:ph type="body" idx="16391"/>
            <p:custDataLst>
              <p:tags r:id="rId6"/>
            </p:custDataLst>
          </p:nvPr>
        </p:nvSpPr>
        <p:spPr/>
        <p:txBody>
          <a:bodyPr>
            <a:scene3d>
              <a:camera prst="orthographicFront"/>
              <a:lightRig rig="harsh" dir="t"/>
            </a:scene3d>
            <a:sp3d extrusionH="57150" prstMaterial="matte">
              <a:bevelT w="63500" h="12700" prst="angle"/>
              <a:contourClr>
                <a:schemeClr val="bg1">
                  <a:lumMod val="65000"/>
                </a:schemeClr>
              </a:contourClr>
            </a:sp3d>
          </a:bodyPr>
          <a:p>
            <a:pPr algn="ctr">
              <a:lnSpc>
                <a:spcPct val="109000"/>
              </a:lnSpc>
            </a:pPr>
            <a:r>
              <a:rPr lang="zh-CN" altLang="en-US">
                <a:solidFill>
                  <a:schemeClr val="accent3"/>
                </a:solidFill>
                <a:effectLst/>
              </a:rPr>
              <a:t>02</a:t>
            </a:r>
            <a:endParaRPr lang="zh-CN" altLang="en-US">
              <a:solidFill>
                <a:schemeClr val="accent3"/>
              </a:solidFill>
              <a:effectLst/>
            </a:endParaRPr>
          </a:p>
        </p:txBody>
      </p:sp>
      <p:sp>
        <p:nvSpPr>
          <p:cNvPr id="7" name="文本占位符 6"/>
          <p:cNvSpPr>
            <a:spLocks noGrp="1"/>
          </p:cNvSpPr>
          <p:nvPr>
            <p:ph type="body" idx="16389"/>
            <p:custDataLst>
              <p:tags r:id="rId7"/>
            </p:custDataLst>
          </p:nvPr>
        </p:nvSpPr>
        <p:spPr/>
        <p:txBody>
          <a:bodyPr>
            <a:normAutofit/>
          </a:bodyPr>
          <a:p>
            <a:pPr algn="l">
              <a:lnSpc>
                <a:spcPct val="111000"/>
              </a:lnSpc>
            </a:pPr>
            <a:r>
              <a:rPr lang="zh-CN" altLang="en-US"/>
              <a:t>目标达成情况</a:t>
            </a:r>
            <a:endParaRPr lang="zh-CN" altLang="en-US"/>
          </a:p>
        </p:txBody>
      </p:sp>
      <p:sp>
        <p:nvSpPr>
          <p:cNvPr id="8" name="文本占位符 7"/>
          <p:cNvSpPr>
            <a:spLocks noGrp="1"/>
          </p:cNvSpPr>
          <p:nvPr>
            <p:ph type="body" idx="16390"/>
            <p:custDataLst>
              <p:tags r:id="rId8"/>
            </p:custDataLst>
          </p:nvPr>
        </p:nvSpPr>
        <p:spPr/>
        <p:txBody>
          <a:bodyPr>
            <a:normAutofit/>
          </a:bodyPr>
          <a:p>
            <a:pPr algn="l">
              <a:lnSpc>
                <a:spcPct val="125000"/>
              </a:lnSpc>
            </a:pPr>
            <a:r>
              <a:rPr lang="zh-CN" altLang="en-US"/>
              <a:t>模型准确率远超预设的80%目标，最佳模型出现在训练的第28个Epoch，总训练时间约41分钟。</a:t>
            </a:r>
            <a:endParaRPr lang="zh-CN" altLang="en-US"/>
          </a:p>
        </p:txBody>
      </p:sp>
      <p:sp>
        <p:nvSpPr>
          <p:cNvPr id="9" name="文本占位符 8"/>
          <p:cNvSpPr>
            <a:spLocks noGrp="1"/>
          </p:cNvSpPr>
          <p:nvPr>
            <p:ph type="body" idx="16394"/>
            <p:custDataLst>
              <p:tags r:id="rId9"/>
            </p:custDataLst>
          </p:nvPr>
        </p:nvSpPr>
        <p:spPr/>
        <p:txBody>
          <a:bodyPr>
            <a:scene3d>
              <a:camera prst="orthographicFront"/>
              <a:lightRig rig="harsh" dir="t"/>
            </a:scene3d>
            <a:sp3d extrusionH="57150" prstMaterial="matte">
              <a:bevelT w="63500" h="12700" prst="angle"/>
              <a:contourClr>
                <a:schemeClr val="bg1">
                  <a:lumMod val="65000"/>
                </a:schemeClr>
              </a:contourClr>
            </a:sp3d>
          </a:bodyPr>
          <a:p>
            <a:pPr algn="ctr">
              <a:lnSpc>
                <a:spcPct val="109000"/>
              </a:lnSpc>
            </a:pPr>
            <a:r>
              <a:rPr lang="zh-CN" altLang="en-US">
                <a:solidFill>
                  <a:schemeClr val="accent3"/>
                </a:solidFill>
                <a:effectLst/>
              </a:rPr>
              <a:t>03</a:t>
            </a:r>
            <a:endParaRPr lang="zh-CN" altLang="en-US">
              <a:solidFill>
                <a:schemeClr val="accent3"/>
              </a:solidFill>
              <a:effectLst/>
            </a:endParaRPr>
          </a:p>
        </p:txBody>
      </p:sp>
      <p:sp>
        <p:nvSpPr>
          <p:cNvPr id="10" name="文本占位符 9"/>
          <p:cNvSpPr>
            <a:spLocks noGrp="1"/>
          </p:cNvSpPr>
          <p:nvPr>
            <p:ph type="body" idx="16392"/>
            <p:custDataLst>
              <p:tags r:id="rId10"/>
            </p:custDataLst>
          </p:nvPr>
        </p:nvSpPr>
        <p:spPr/>
        <p:txBody>
          <a:bodyPr>
            <a:normAutofit/>
          </a:bodyPr>
          <a:p>
            <a:pPr algn="l">
              <a:lnSpc>
                <a:spcPct val="111000"/>
              </a:lnSpc>
            </a:pPr>
            <a:r>
              <a:rPr lang="zh-CN" altLang="en-US"/>
              <a:t>混淆矩阵与类别准确率</a:t>
            </a:r>
            <a:endParaRPr lang="zh-CN" altLang="en-US"/>
          </a:p>
        </p:txBody>
      </p:sp>
      <p:sp>
        <p:nvSpPr>
          <p:cNvPr id="11" name="文本占位符 10"/>
          <p:cNvSpPr>
            <a:spLocks noGrp="1"/>
          </p:cNvSpPr>
          <p:nvPr>
            <p:ph type="body" idx="16393"/>
            <p:custDataLst>
              <p:tags r:id="rId11"/>
            </p:custDataLst>
          </p:nvPr>
        </p:nvSpPr>
        <p:spPr/>
        <p:txBody>
          <a:bodyPr>
            <a:normAutofit/>
          </a:bodyPr>
          <a:p>
            <a:pPr algn="l">
              <a:lnSpc>
                <a:spcPct val="125000"/>
              </a:lnSpc>
            </a:pPr>
            <a:r>
              <a:rPr lang="zh-CN" altLang="en-US"/>
              <a:t>各类别准确率中，平静（calm）达97.4%、厌恶（disgust）达97.1%，中性（neutral）81.0%、惊讶（surprised）82.4%相对较低，整体识别效果均衡。</a:t>
            </a:r>
            <a:endParaRPr lang="zh-CN" altLang="en-US"/>
          </a:p>
        </p:txBody>
      </p:sp>
      <p:sp>
        <p:nvSpPr>
          <p:cNvPr id="14" name="稻壳儿_刀客儿出品_1"/>
          <p:cNvSpPr/>
          <p:nvPr/>
        </p:nvSpPr>
        <p:spPr>
          <a:xfrm>
            <a:off x="217170" y="658495"/>
            <a:ext cx="314960" cy="395605"/>
          </a:xfrm>
          <a:prstGeom prst="diamond">
            <a:avLst/>
          </a:prstGeom>
          <a:noFill/>
          <a:ln w="38100">
            <a:gradFill flip="none" rotWithShape="1">
              <a:gsLst>
                <a:gs pos="0">
                  <a:srgbClr val="B36E2F"/>
                </a:gs>
                <a:gs pos="30000">
                  <a:srgbClr val="A86F3C"/>
                </a:gs>
                <a:gs pos="80000">
                  <a:srgbClr val="A5642E"/>
                </a:gs>
                <a:gs pos="55000">
                  <a:srgbClr val="F3BD84"/>
                </a:gs>
                <a:gs pos="100000">
                  <a:srgbClr val="652F07"/>
                </a:gs>
              </a:gsLst>
              <a:lin ang="27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装饰  8"/>
          <p:cNvSpPr>
            <a:spLocks noGrp="1"/>
          </p:cNvSpPr>
          <p:nvPr>
            <p:custDataLst>
              <p:tags r:id="rId12"/>
            </p:custDataLst>
          </p:nvPr>
        </p:nvSpPr>
        <p:spPr>
          <a:xfrm>
            <a:off x="481330" y="2160905"/>
            <a:ext cx="76200" cy="1192530"/>
          </a:xfrm>
          <a:custGeom>
            <a:avLst/>
            <a:gdLst>
              <a:gd name="connisteX0" fmla="*/ 0 w 50800"/>
              <a:gd name="connsiteY0" fmla="*/ 25400 h 2032000"/>
              <a:gd name="connisteX1" fmla="*/ 25400 w 50800"/>
              <a:gd name="connsiteY1" fmla="*/ 0 h 2032000"/>
              <a:gd name="connisteX2" fmla="*/ 25400 w 50800"/>
              <a:gd name="connsiteY2" fmla="*/ 0 h 2032000"/>
              <a:gd name="connisteX3" fmla="*/ 50800 w 50800"/>
              <a:gd name="connsiteY3" fmla="*/ 25400 h 2032000"/>
              <a:gd name="connisteX4" fmla="*/ 50800 w 50800"/>
              <a:gd name="connsiteY4" fmla="*/ 2006600 h 2032000"/>
              <a:gd name="connisteX5" fmla="*/ 25400 w 50800"/>
              <a:gd name="connsiteY5" fmla="*/ 2032000 h 2032000"/>
              <a:gd name="connisteX6" fmla="*/ 25400 w 50800"/>
              <a:gd name="connsiteY6" fmla="*/ 2032000 h 2032000"/>
              <a:gd name="connisteX7" fmla="*/ 0 w 50800"/>
              <a:gd name="connsiteY7" fmla="*/ 2006600 h 2032000"/>
              <a:gd name="connisteX8" fmla="*/ 0 w 50800"/>
              <a:gd name="connsiteY8" fmla="*/ 25400 h 203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0800" h="2032000">
                <a:moveTo>
                  <a:pt x="0" y="25400"/>
                </a:moveTo>
                <a:cubicBezTo>
                  <a:pt x="0" y="11372"/>
                  <a:pt x="11372" y="0"/>
                  <a:pt x="25400" y="0"/>
                </a:cubicBezTo>
                <a:lnTo>
                  <a:pt x="25400" y="0"/>
                </a:lnTo>
                <a:cubicBezTo>
                  <a:pt x="39428" y="0"/>
                  <a:pt x="50800" y="11372"/>
                  <a:pt x="50800" y="25400"/>
                </a:cubicBezTo>
                <a:lnTo>
                  <a:pt x="50800" y="2006600"/>
                </a:lnTo>
                <a:cubicBezTo>
                  <a:pt x="50800" y="2020628"/>
                  <a:pt x="39428" y="2032000"/>
                  <a:pt x="25400" y="2032000"/>
                </a:cubicBezTo>
                <a:lnTo>
                  <a:pt x="25400" y="2032000"/>
                </a:lnTo>
                <a:cubicBezTo>
                  <a:pt x="11372" y="2032000"/>
                  <a:pt x="0" y="2020628"/>
                  <a:pt x="0" y="2006600"/>
                </a:cubicBezTo>
                <a:lnTo>
                  <a:pt x="0" y="25400"/>
                </a:lnTo>
                <a:close/>
              </a:path>
            </a:pathLst>
          </a:custGeom>
          <a:solidFill>
            <a:schemeClr val="accent1"/>
          </a:solidFill>
          <a:ln>
            <a:solidFill>
              <a:prstClr val="black">
                <a:alpha val="0"/>
              </a:prstClr>
            </a:solidFill>
            <a:prstDash val="solid"/>
          </a:ln>
        </p:spPr>
        <p:txBody>
          <a:bodyPr vert="horz" lIns="91440" tIns="45720" rIns="91440" bIns="45720" rtlCol="0">
            <a:noAutofit/>
          </a:bodyPr>
          <a:lstStyle>
            <a:lvl1pPr marL="0" indent="0" algn="l" defTabSz="914400" rtl="0" eaLnBrk="1" latinLnBrk="0" hangingPunct="1">
              <a:lnSpc>
                <a:spcPct val="130000"/>
              </a:lnSpc>
              <a:spcBef>
                <a:spcPts val="1000"/>
              </a:spcBef>
              <a:buFont typeface="Arial" panose="020B0604020202020204" pitchFamily="34" charset="0"/>
              <a:buNone/>
              <a:defRPr sz="2400" b="0" kern="1200" spc="0">
                <a:solidFill>
                  <a:schemeClr val="tx2"/>
                </a:solidFill>
                <a:latin typeface="黑体" panose="02010609060101010101" charset="-122"/>
                <a:ea typeface="黑体" panose="02010609060101010101" charset="-122"/>
                <a:cs typeface="+mn-cs"/>
              </a:defRPr>
            </a:lvl1pPr>
            <a:lvl2pPr marL="685800" indent="0" algn="l" defTabSz="914400" rtl="0" eaLnBrk="1" latinLnBrk="0" hangingPunct="1">
              <a:lnSpc>
                <a:spcPct val="130000"/>
              </a:lnSpc>
              <a:spcBef>
                <a:spcPts val="500"/>
              </a:spcBef>
              <a:buFont typeface="Arial" panose="020B0604020202020204" pitchFamily="34" charset="0"/>
              <a:buNone/>
              <a:defRPr sz="2000" b="0" kern="1200" spc="0">
                <a:solidFill>
                  <a:schemeClr val="tx2"/>
                </a:solidFill>
                <a:latin typeface="黑体" panose="02010609060101010101" charset="-122"/>
                <a:ea typeface="黑体" panose="02010609060101010101" charset="-122"/>
                <a:cs typeface="+mn-cs"/>
              </a:defRPr>
            </a:lvl2pPr>
            <a:lvl3pPr marL="1143000" indent="0" algn="l" defTabSz="914400" rtl="0" eaLnBrk="1" latinLnBrk="0" hangingPunct="1">
              <a:lnSpc>
                <a:spcPct val="130000"/>
              </a:lnSpc>
              <a:spcBef>
                <a:spcPts val="500"/>
              </a:spcBef>
              <a:buFont typeface="Arial" panose="020B0604020202020204" pitchFamily="34" charset="0"/>
              <a:buNone/>
              <a:defRPr sz="1800" b="0" kern="1200" spc="0">
                <a:solidFill>
                  <a:schemeClr val="tx2"/>
                </a:solidFill>
                <a:latin typeface="黑体" panose="02010609060101010101" charset="-122"/>
                <a:ea typeface="黑体" panose="02010609060101010101" charset="-122"/>
                <a:cs typeface="+mn-cs"/>
              </a:defRPr>
            </a:lvl3pPr>
            <a:lvl4pPr marL="1600200" indent="0" algn="l" defTabSz="914400" rtl="0" eaLnBrk="1" latinLnBrk="0" hangingPunct="1">
              <a:lnSpc>
                <a:spcPct val="130000"/>
              </a:lnSpc>
              <a:spcBef>
                <a:spcPts val="500"/>
              </a:spcBef>
              <a:buFont typeface="Arial" panose="020B0604020202020204" pitchFamily="34" charset="0"/>
              <a:buNone/>
              <a:defRPr sz="1800" b="0" kern="1200" spc="0">
                <a:solidFill>
                  <a:schemeClr val="tx2"/>
                </a:solidFill>
                <a:latin typeface="黑体" panose="02010609060101010101" charset="-122"/>
                <a:ea typeface="黑体" panose="02010609060101010101" charset="-122"/>
                <a:cs typeface="+mn-cs"/>
              </a:defRPr>
            </a:lvl4pPr>
            <a:lvl5pPr marL="2057400" indent="0" algn="l" defTabSz="914400" rtl="0" eaLnBrk="1" latinLnBrk="0" hangingPunct="1">
              <a:lnSpc>
                <a:spcPct val="130000"/>
              </a:lnSpc>
              <a:spcBef>
                <a:spcPts val="500"/>
              </a:spcBef>
              <a:buFont typeface="Arial" panose="020B0604020202020204" pitchFamily="34" charset="0"/>
              <a:buNone/>
              <a:defRPr sz="1800" b="0" kern="1200" spc="0">
                <a:solidFill>
                  <a:schemeClr val="tx2"/>
                </a:solidFill>
                <a:latin typeface="黑体" panose="02010609060101010101" charset="-122"/>
                <a:ea typeface="黑体" panose="02010609060101010101"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a:t> </a:t>
            </a:r>
            <a:endParaRPr lang="zh-CN" altLang="en-US"/>
          </a:p>
        </p:txBody>
      </p:sp>
      <p:sp>
        <p:nvSpPr>
          <p:cNvPr id="16" name="装饰  8"/>
          <p:cNvSpPr>
            <a:spLocks noGrp="1"/>
          </p:cNvSpPr>
          <p:nvPr>
            <p:custDataLst>
              <p:tags r:id="rId13"/>
            </p:custDataLst>
          </p:nvPr>
        </p:nvSpPr>
        <p:spPr>
          <a:xfrm>
            <a:off x="4394200" y="2160270"/>
            <a:ext cx="76200" cy="1192530"/>
          </a:xfrm>
          <a:custGeom>
            <a:avLst/>
            <a:gdLst>
              <a:gd name="connisteX0" fmla="*/ 0 w 50800"/>
              <a:gd name="connsiteY0" fmla="*/ 25400 h 2032000"/>
              <a:gd name="connisteX1" fmla="*/ 25400 w 50800"/>
              <a:gd name="connsiteY1" fmla="*/ 0 h 2032000"/>
              <a:gd name="connisteX2" fmla="*/ 25400 w 50800"/>
              <a:gd name="connsiteY2" fmla="*/ 0 h 2032000"/>
              <a:gd name="connisteX3" fmla="*/ 50800 w 50800"/>
              <a:gd name="connsiteY3" fmla="*/ 25400 h 2032000"/>
              <a:gd name="connisteX4" fmla="*/ 50800 w 50800"/>
              <a:gd name="connsiteY4" fmla="*/ 2006600 h 2032000"/>
              <a:gd name="connisteX5" fmla="*/ 25400 w 50800"/>
              <a:gd name="connsiteY5" fmla="*/ 2032000 h 2032000"/>
              <a:gd name="connisteX6" fmla="*/ 25400 w 50800"/>
              <a:gd name="connsiteY6" fmla="*/ 2032000 h 2032000"/>
              <a:gd name="connisteX7" fmla="*/ 0 w 50800"/>
              <a:gd name="connsiteY7" fmla="*/ 2006600 h 2032000"/>
              <a:gd name="connisteX8" fmla="*/ 0 w 50800"/>
              <a:gd name="connsiteY8" fmla="*/ 25400 h 203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0800" h="2032000">
                <a:moveTo>
                  <a:pt x="0" y="25400"/>
                </a:moveTo>
                <a:cubicBezTo>
                  <a:pt x="0" y="11372"/>
                  <a:pt x="11372" y="0"/>
                  <a:pt x="25400" y="0"/>
                </a:cubicBezTo>
                <a:lnTo>
                  <a:pt x="25400" y="0"/>
                </a:lnTo>
                <a:cubicBezTo>
                  <a:pt x="39428" y="0"/>
                  <a:pt x="50800" y="11372"/>
                  <a:pt x="50800" y="25400"/>
                </a:cubicBezTo>
                <a:lnTo>
                  <a:pt x="50800" y="2006600"/>
                </a:lnTo>
                <a:cubicBezTo>
                  <a:pt x="50800" y="2020628"/>
                  <a:pt x="39428" y="2032000"/>
                  <a:pt x="25400" y="2032000"/>
                </a:cubicBezTo>
                <a:lnTo>
                  <a:pt x="25400" y="2032000"/>
                </a:lnTo>
                <a:cubicBezTo>
                  <a:pt x="11372" y="2032000"/>
                  <a:pt x="0" y="2020628"/>
                  <a:pt x="0" y="2006600"/>
                </a:cubicBezTo>
                <a:lnTo>
                  <a:pt x="0" y="25400"/>
                </a:lnTo>
                <a:close/>
              </a:path>
            </a:pathLst>
          </a:custGeom>
          <a:solidFill>
            <a:schemeClr val="accent1"/>
          </a:solidFill>
          <a:ln>
            <a:solidFill>
              <a:prstClr val="black">
                <a:alpha val="0"/>
              </a:prstClr>
            </a:solidFill>
            <a:prstDash val="solid"/>
          </a:ln>
        </p:spPr>
        <p:txBody>
          <a:bodyPr vert="horz" lIns="91440" tIns="45720" rIns="91440" bIns="45720" rtlCol="0">
            <a:noAutofit/>
          </a:bodyPr>
          <a:lstStyle>
            <a:lvl1pPr marL="0" indent="0" algn="l" defTabSz="914400" rtl="0" eaLnBrk="1" latinLnBrk="0" hangingPunct="1">
              <a:lnSpc>
                <a:spcPct val="130000"/>
              </a:lnSpc>
              <a:spcBef>
                <a:spcPts val="1000"/>
              </a:spcBef>
              <a:buFont typeface="Arial" panose="020B0604020202020204" pitchFamily="34" charset="0"/>
              <a:buNone/>
              <a:defRPr sz="2400" b="0" kern="1200" spc="0">
                <a:solidFill>
                  <a:schemeClr val="tx2"/>
                </a:solidFill>
                <a:latin typeface="黑体" panose="02010609060101010101" charset="-122"/>
                <a:ea typeface="黑体" panose="02010609060101010101" charset="-122"/>
                <a:cs typeface="+mn-cs"/>
              </a:defRPr>
            </a:lvl1pPr>
            <a:lvl2pPr marL="685800" indent="0" algn="l" defTabSz="914400" rtl="0" eaLnBrk="1" latinLnBrk="0" hangingPunct="1">
              <a:lnSpc>
                <a:spcPct val="130000"/>
              </a:lnSpc>
              <a:spcBef>
                <a:spcPts val="500"/>
              </a:spcBef>
              <a:buFont typeface="Arial" panose="020B0604020202020204" pitchFamily="34" charset="0"/>
              <a:buNone/>
              <a:defRPr sz="2000" b="0" kern="1200" spc="0">
                <a:solidFill>
                  <a:schemeClr val="tx2"/>
                </a:solidFill>
                <a:latin typeface="黑体" panose="02010609060101010101" charset="-122"/>
                <a:ea typeface="黑体" panose="02010609060101010101" charset="-122"/>
                <a:cs typeface="+mn-cs"/>
              </a:defRPr>
            </a:lvl2pPr>
            <a:lvl3pPr marL="1143000" indent="0" algn="l" defTabSz="914400" rtl="0" eaLnBrk="1" latinLnBrk="0" hangingPunct="1">
              <a:lnSpc>
                <a:spcPct val="130000"/>
              </a:lnSpc>
              <a:spcBef>
                <a:spcPts val="500"/>
              </a:spcBef>
              <a:buFont typeface="Arial" panose="020B0604020202020204" pitchFamily="34" charset="0"/>
              <a:buNone/>
              <a:defRPr sz="1800" b="0" kern="1200" spc="0">
                <a:solidFill>
                  <a:schemeClr val="tx2"/>
                </a:solidFill>
                <a:latin typeface="黑体" panose="02010609060101010101" charset="-122"/>
                <a:ea typeface="黑体" panose="02010609060101010101" charset="-122"/>
                <a:cs typeface="+mn-cs"/>
              </a:defRPr>
            </a:lvl3pPr>
            <a:lvl4pPr marL="1600200" indent="0" algn="l" defTabSz="914400" rtl="0" eaLnBrk="1" latinLnBrk="0" hangingPunct="1">
              <a:lnSpc>
                <a:spcPct val="130000"/>
              </a:lnSpc>
              <a:spcBef>
                <a:spcPts val="500"/>
              </a:spcBef>
              <a:buFont typeface="Arial" panose="020B0604020202020204" pitchFamily="34" charset="0"/>
              <a:buNone/>
              <a:defRPr sz="1800" b="0" kern="1200" spc="0">
                <a:solidFill>
                  <a:schemeClr val="tx2"/>
                </a:solidFill>
                <a:latin typeface="黑体" panose="02010609060101010101" charset="-122"/>
                <a:ea typeface="黑体" panose="02010609060101010101" charset="-122"/>
                <a:cs typeface="+mn-cs"/>
              </a:defRPr>
            </a:lvl4pPr>
            <a:lvl5pPr marL="2057400" indent="0" algn="l" defTabSz="914400" rtl="0" eaLnBrk="1" latinLnBrk="0" hangingPunct="1">
              <a:lnSpc>
                <a:spcPct val="130000"/>
              </a:lnSpc>
              <a:spcBef>
                <a:spcPts val="500"/>
              </a:spcBef>
              <a:buFont typeface="Arial" panose="020B0604020202020204" pitchFamily="34" charset="0"/>
              <a:buNone/>
              <a:defRPr sz="1800" b="0" kern="1200" spc="0">
                <a:solidFill>
                  <a:schemeClr val="tx2"/>
                </a:solidFill>
                <a:latin typeface="黑体" panose="02010609060101010101" charset="-122"/>
                <a:ea typeface="黑体" panose="02010609060101010101"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a:t> </a:t>
            </a:r>
            <a:endParaRPr lang="zh-CN" altLang="en-US"/>
          </a:p>
        </p:txBody>
      </p:sp>
      <p:sp>
        <p:nvSpPr>
          <p:cNvPr id="17" name="装饰  8"/>
          <p:cNvSpPr>
            <a:spLocks noGrp="1"/>
          </p:cNvSpPr>
          <p:nvPr>
            <p:custDataLst>
              <p:tags r:id="rId14"/>
            </p:custDataLst>
          </p:nvPr>
        </p:nvSpPr>
        <p:spPr>
          <a:xfrm>
            <a:off x="8307070" y="2287905"/>
            <a:ext cx="76200" cy="1192530"/>
          </a:xfrm>
          <a:custGeom>
            <a:avLst/>
            <a:gdLst>
              <a:gd name="connisteX0" fmla="*/ 0 w 50800"/>
              <a:gd name="connsiteY0" fmla="*/ 25400 h 2032000"/>
              <a:gd name="connisteX1" fmla="*/ 25400 w 50800"/>
              <a:gd name="connsiteY1" fmla="*/ 0 h 2032000"/>
              <a:gd name="connisteX2" fmla="*/ 25400 w 50800"/>
              <a:gd name="connsiteY2" fmla="*/ 0 h 2032000"/>
              <a:gd name="connisteX3" fmla="*/ 50800 w 50800"/>
              <a:gd name="connsiteY3" fmla="*/ 25400 h 2032000"/>
              <a:gd name="connisteX4" fmla="*/ 50800 w 50800"/>
              <a:gd name="connsiteY4" fmla="*/ 2006600 h 2032000"/>
              <a:gd name="connisteX5" fmla="*/ 25400 w 50800"/>
              <a:gd name="connsiteY5" fmla="*/ 2032000 h 2032000"/>
              <a:gd name="connisteX6" fmla="*/ 25400 w 50800"/>
              <a:gd name="connsiteY6" fmla="*/ 2032000 h 2032000"/>
              <a:gd name="connisteX7" fmla="*/ 0 w 50800"/>
              <a:gd name="connsiteY7" fmla="*/ 2006600 h 2032000"/>
              <a:gd name="connisteX8" fmla="*/ 0 w 50800"/>
              <a:gd name="connsiteY8" fmla="*/ 25400 h 203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0800" h="2032000">
                <a:moveTo>
                  <a:pt x="0" y="25400"/>
                </a:moveTo>
                <a:cubicBezTo>
                  <a:pt x="0" y="11372"/>
                  <a:pt x="11372" y="0"/>
                  <a:pt x="25400" y="0"/>
                </a:cubicBezTo>
                <a:lnTo>
                  <a:pt x="25400" y="0"/>
                </a:lnTo>
                <a:cubicBezTo>
                  <a:pt x="39428" y="0"/>
                  <a:pt x="50800" y="11372"/>
                  <a:pt x="50800" y="25400"/>
                </a:cubicBezTo>
                <a:lnTo>
                  <a:pt x="50800" y="2006600"/>
                </a:lnTo>
                <a:cubicBezTo>
                  <a:pt x="50800" y="2020628"/>
                  <a:pt x="39428" y="2032000"/>
                  <a:pt x="25400" y="2032000"/>
                </a:cubicBezTo>
                <a:lnTo>
                  <a:pt x="25400" y="2032000"/>
                </a:lnTo>
                <a:cubicBezTo>
                  <a:pt x="11372" y="2032000"/>
                  <a:pt x="0" y="2020628"/>
                  <a:pt x="0" y="2006600"/>
                </a:cubicBezTo>
                <a:lnTo>
                  <a:pt x="0" y="25400"/>
                </a:lnTo>
                <a:close/>
              </a:path>
            </a:pathLst>
          </a:custGeom>
          <a:solidFill>
            <a:schemeClr val="accent1"/>
          </a:solidFill>
          <a:ln>
            <a:solidFill>
              <a:prstClr val="black">
                <a:alpha val="0"/>
              </a:prstClr>
            </a:solidFill>
            <a:prstDash val="solid"/>
          </a:ln>
        </p:spPr>
        <p:txBody>
          <a:bodyPr vert="horz" lIns="91440" tIns="45720" rIns="91440" bIns="45720" rtlCol="0">
            <a:noAutofit/>
          </a:bodyPr>
          <a:lstStyle>
            <a:lvl1pPr marL="0" indent="0" algn="l" defTabSz="914400" rtl="0" eaLnBrk="1" latinLnBrk="0" hangingPunct="1">
              <a:lnSpc>
                <a:spcPct val="130000"/>
              </a:lnSpc>
              <a:spcBef>
                <a:spcPts val="1000"/>
              </a:spcBef>
              <a:buFont typeface="Arial" panose="020B0604020202020204" pitchFamily="34" charset="0"/>
              <a:buNone/>
              <a:defRPr sz="2400" b="0" kern="1200" spc="0">
                <a:solidFill>
                  <a:schemeClr val="tx2"/>
                </a:solidFill>
                <a:latin typeface="黑体" panose="02010609060101010101" charset="-122"/>
                <a:ea typeface="黑体" panose="02010609060101010101" charset="-122"/>
                <a:cs typeface="+mn-cs"/>
              </a:defRPr>
            </a:lvl1pPr>
            <a:lvl2pPr marL="685800" indent="0" algn="l" defTabSz="914400" rtl="0" eaLnBrk="1" latinLnBrk="0" hangingPunct="1">
              <a:lnSpc>
                <a:spcPct val="130000"/>
              </a:lnSpc>
              <a:spcBef>
                <a:spcPts val="500"/>
              </a:spcBef>
              <a:buFont typeface="Arial" panose="020B0604020202020204" pitchFamily="34" charset="0"/>
              <a:buNone/>
              <a:defRPr sz="2000" b="0" kern="1200" spc="0">
                <a:solidFill>
                  <a:schemeClr val="tx2"/>
                </a:solidFill>
                <a:latin typeface="黑体" panose="02010609060101010101" charset="-122"/>
                <a:ea typeface="黑体" panose="02010609060101010101" charset="-122"/>
                <a:cs typeface="+mn-cs"/>
              </a:defRPr>
            </a:lvl2pPr>
            <a:lvl3pPr marL="1143000" indent="0" algn="l" defTabSz="914400" rtl="0" eaLnBrk="1" latinLnBrk="0" hangingPunct="1">
              <a:lnSpc>
                <a:spcPct val="130000"/>
              </a:lnSpc>
              <a:spcBef>
                <a:spcPts val="500"/>
              </a:spcBef>
              <a:buFont typeface="Arial" panose="020B0604020202020204" pitchFamily="34" charset="0"/>
              <a:buNone/>
              <a:defRPr sz="1800" b="0" kern="1200" spc="0">
                <a:solidFill>
                  <a:schemeClr val="tx2"/>
                </a:solidFill>
                <a:latin typeface="黑体" panose="02010609060101010101" charset="-122"/>
                <a:ea typeface="黑体" panose="02010609060101010101" charset="-122"/>
                <a:cs typeface="+mn-cs"/>
              </a:defRPr>
            </a:lvl3pPr>
            <a:lvl4pPr marL="1600200" indent="0" algn="l" defTabSz="914400" rtl="0" eaLnBrk="1" latinLnBrk="0" hangingPunct="1">
              <a:lnSpc>
                <a:spcPct val="130000"/>
              </a:lnSpc>
              <a:spcBef>
                <a:spcPts val="500"/>
              </a:spcBef>
              <a:buFont typeface="Arial" panose="020B0604020202020204" pitchFamily="34" charset="0"/>
              <a:buNone/>
              <a:defRPr sz="1800" b="0" kern="1200" spc="0">
                <a:solidFill>
                  <a:schemeClr val="tx2"/>
                </a:solidFill>
                <a:latin typeface="黑体" panose="02010609060101010101" charset="-122"/>
                <a:ea typeface="黑体" panose="02010609060101010101" charset="-122"/>
                <a:cs typeface="+mn-cs"/>
              </a:defRPr>
            </a:lvl4pPr>
            <a:lvl5pPr marL="2057400" indent="0" algn="l" defTabSz="914400" rtl="0" eaLnBrk="1" latinLnBrk="0" hangingPunct="1">
              <a:lnSpc>
                <a:spcPct val="130000"/>
              </a:lnSpc>
              <a:spcBef>
                <a:spcPts val="500"/>
              </a:spcBef>
              <a:buFont typeface="Arial" panose="020B0604020202020204" pitchFamily="34" charset="0"/>
              <a:buNone/>
              <a:defRPr sz="1800" b="0" kern="1200" spc="0">
                <a:solidFill>
                  <a:schemeClr val="tx2"/>
                </a:solidFill>
                <a:latin typeface="黑体" panose="02010609060101010101" charset="-122"/>
                <a:ea typeface="黑体" panose="02010609060101010101"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a:t> </a:t>
            </a:r>
            <a:endParaRPr lang="zh-CN" altLang="en-US"/>
          </a:p>
        </p:txBody>
      </p:sp>
    </p:spTree>
    <p:custDataLst>
      <p:tags r:id="rId15"/>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p:sp>
        <p:nvSpPr>
          <p:cNvPr id="4" name="装饰  8"/>
          <p:cNvSpPr>
            <a:spLocks noGrp="1"/>
          </p:cNvSpPr>
          <p:nvPr>
            <p:ph type="body" idx="16393"/>
            <p:custDataLst>
              <p:tags r:id="rId2"/>
            </p:custDataLst>
          </p:nvPr>
        </p:nvSpPr>
        <p:spPr>
          <a:xfrm>
            <a:off x="8096885" y="128905"/>
            <a:ext cx="50800" cy="2032000"/>
          </a:xfrm>
        </p:spPr>
        <p:txBody>
          <a:bodyPr/>
          <a:p>
            <a:r>
              <a:rPr lang="zh-CN" altLang="en-US"/>
              <a:t> </a:t>
            </a:r>
            <a:endParaRPr lang="zh-CN" altLang="en-US"/>
          </a:p>
        </p:txBody>
      </p:sp>
      <p:sp>
        <p:nvSpPr>
          <p:cNvPr id="5" name="文本占位符 4"/>
          <p:cNvSpPr>
            <a:spLocks noGrp="1"/>
          </p:cNvSpPr>
          <p:nvPr>
            <p:ph type="body" idx="16386"/>
            <p:custDataLst>
              <p:tags r:id="rId3"/>
            </p:custDataLst>
          </p:nvPr>
        </p:nvSpPr>
        <p:spPr>
          <a:xfrm>
            <a:off x="8249285" y="128905"/>
            <a:ext cx="3098800" cy="406400"/>
          </a:xfrm>
        </p:spPr>
        <p:txBody>
          <a:bodyPr>
            <a:normAutofit/>
          </a:bodyPr>
          <a:p>
            <a:pPr algn="l">
              <a:lnSpc>
                <a:spcPct val="111000"/>
              </a:lnSpc>
            </a:pPr>
            <a:r>
              <a:rPr lang="zh-CN" altLang="en-US"/>
              <a:t>各类别详细指标</a:t>
            </a:r>
            <a:endParaRPr lang="zh-CN" altLang="en-US"/>
          </a:p>
        </p:txBody>
      </p:sp>
      <p:sp>
        <p:nvSpPr>
          <p:cNvPr id="6" name="文本占位符 5"/>
          <p:cNvSpPr>
            <a:spLocks noGrp="1"/>
          </p:cNvSpPr>
          <p:nvPr>
            <p:ph type="body" idx="16387"/>
            <p:custDataLst>
              <p:tags r:id="rId4"/>
            </p:custDataLst>
          </p:nvPr>
        </p:nvSpPr>
        <p:spPr>
          <a:xfrm>
            <a:off x="8249285" y="636905"/>
            <a:ext cx="3098800" cy="1524000"/>
          </a:xfrm>
        </p:spPr>
        <p:txBody>
          <a:bodyPr>
            <a:normAutofit fontScale="90000" lnSpcReduction="10000"/>
          </a:bodyPr>
          <a:p>
            <a:pPr algn="l">
              <a:lnSpc>
                <a:spcPct val="125000"/>
              </a:lnSpc>
            </a:pPr>
            <a:r>
              <a:rPr lang="zh-CN" altLang="en-US"/>
              <a:t>厌恶（disgust）Precision=1.00、Recall=0.97、F1-Score=0.98；平静（calm）Precision=0.95、Recall=0.97、F1-Score=0.96；惊讶（surprised）Precision=0.80、Recall=0.82、F1-Score=0.81。</a:t>
            </a:r>
            <a:endParaRPr lang="zh-CN" altLang="en-US"/>
          </a:p>
        </p:txBody>
      </p:sp>
      <p:sp>
        <p:nvSpPr>
          <p:cNvPr id="7" name="装饰  1"/>
          <p:cNvSpPr>
            <a:spLocks noGrp="1"/>
          </p:cNvSpPr>
          <p:nvPr>
            <p:ph type="body" idx="16394"/>
            <p:custDataLst>
              <p:tags r:id="rId5"/>
            </p:custDataLst>
          </p:nvPr>
        </p:nvSpPr>
        <p:spPr>
          <a:xfrm>
            <a:off x="8096885" y="2436495"/>
            <a:ext cx="50800" cy="2032000"/>
          </a:xfrm>
        </p:spPr>
        <p:txBody>
          <a:bodyPr/>
          <a:p>
            <a:r>
              <a:rPr lang="zh-CN" altLang="en-US"/>
              <a:t> </a:t>
            </a:r>
            <a:endParaRPr lang="zh-CN" altLang="en-US"/>
          </a:p>
        </p:txBody>
      </p:sp>
      <p:sp>
        <p:nvSpPr>
          <p:cNvPr id="8" name="文本占位符 7"/>
          <p:cNvSpPr>
            <a:spLocks noGrp="1"/>
          </p:cNvSpPr>
          <p:nvPr>
            <p:ph type="body" idx="16388"/>
            <p:custDataLst>
              <p:tags r:id="rId6"/>
            </p:custDataLst>
          </p:nvPr>
        </p:nvSpPr>
        <p:spPr>
          <a:xfrm>
            <a:off x="8249285" y="2436495"/>
            <a:ext cx="3098800" cy="406400"/>
          </a:xfrm>
        </p:spPr>
        <p:txBody>
          <a:bodyPr>
            <a:normAutofit/>
          </a:bodyPr>
          <a:p>
            <a:pPr algn="l">
              <a:lnSpc>
                <a:spcPct val="111000"/>
              </a:lnSpc>
            </a:pPr>
            <a:r>
              <a:rPr lang="zh-CN" altLang="en-US"/>
              <a:t>最佳与较弱类别分析</a:t>
            </a:r>
            <a:endParaRPr lang="zh-CN" altLang="en-US"/>
          </a:p>
        </p:txBody>
      </p:sp>
      <p:sp>
        <p:nvSpPr>
          <p:cNvPr id="9" name="文本占位符 8"/>
          <p:cNvSpPr>
            <a:spLocks noGrp="1"/>
          </p:cNvSpPr>
          <p:nvPr>
            <p:ph type="body" idx="16389"/>
            <p:custDataLst>
              <p:tags r:id="rId7"/>
            </p:custDataLst>
          </p:nvPr>
        </p:nvSpPr>
        <p:spPr>
          <a:xfrm>
            <a:off x="8249285" y="2944495"/>
            <a:ext cx="3098800" cy="1524000"/>
          </a:xfrm>
        </p:spPr>
        <p:txBody>
          <a:bodyPr>
            <a:normAutofit/>
          </a:bodyPr>
          <a:p>
            <a:pPr algn="l">
              <a:lnSpc>
                <a:spcPct val="125000"/>
              </a:lnSpc>
            </a:pPr>
            <a:r>
              <a:rPr lang="zh-CN" altLang="en-US" sz="1400"/>
              <a:t>最佳类别为厌恶（F1=0.98）和平静（F1=0.96），情感特征鲜明；较弱类别为惊讶（F1=0.81）和中性（F1=0.85），情感表达较平缓。</a:t>
            </a:r>
            <a:endParaRPr lang="zh-CN" altLang="en-US" sz="1400"/>
          </a:p>
        </p:txBody>
      </p:sp>
      <p:sp>
        <p:nvSpPr>
          <p:cNvPr id="10" name="装饰  5"/>
          <p:cNvSpPr>
            <a:spLocks noGrp="1"/>
          </p:cNvSpPr>
          <p:nvPr>
            <p:ph type="body" idx="16395"/>
            <p:custDataLst>
              <p:tags r:id="rId8"/>
            </p:custDataLst>
          </p:nvPr>
        </p:nvSpPr>
        <p:spPr>
          <a:xfrm>
            <a:off x="8096885" y="4667885"/>
            <a:ext cx="50800" cy="2032000"/>
          </a:xfrm>
        </p:spPr>
        <p:txBody>
          <a:bodyPr/>
          <a:p>
            <a:r>
              <a:rPr lang="zh-CN" altLang="en-US"/>
              <a:t> </a:t>
            </a:r>
            <a:endParaRPr lang="zh-CN" altLang="en-US"/>
          </a:p>
        </p:txBody>
      </p:sp>
      <p:sp>
        <p:nvSpPr>
          <p:cNvPr id="11" name="文本占位符 10"/>
          <p:cNvSpPr>
            <a:spLocks noGrp="1"/>
          </p:cNvSpPr>
          <p:nvPr>
            <p:ph type="body" idx="16390"/>
            <p:custDataLst>
              <p:tags r:id="rId9"/>
            </p:custDataLst>
          </p:nvPr>
        </p:nvSpPr>
        <p:spPr>
          <a:xfrm>
            <a:off x="8249285" y="4667885"/>
            <a:ext cx="3098800" cy="406400"/>
          </a:xfrm>
        </p:spPr>
        <p:txBody>
          <a:bodyPr>
            <a:normAutofit/>
          </a:bodyPr>
          <a:p>
            <a:pPr algn="l">
              <a:lnSpc>
                <a:spcPct val="111000"/>
              </a:lnSpc>
            </a:pPr>
            <a:r>
              <a:rPr lang="zh-CN" altLang="en-US"/>
              <a:t>主要混淆情况</a:t>
            </a:r>
            <a:endParaRPr lang="zh-CN" altLang="en-US"/>
          </a:p>
        </p:txBody>
      </p:sp>
      <p:sp>
        <p:nvSpPr>
          <p:cNvPr id="12" name="文本占位符 11"/>
          <p:cNvSpPr>
            <a:spLocks noGrp="1"/>
          </p:cNvSpPr>
          <p:nvPr>
            <p:ph type="body" idx="16391"/>
            <p:custDataLst>
              <p:tags r:id="rId10"/>
            </p:custDataLst>
          </p:nvPr>
        </p:nvSpPr>
        <p:spPr>
          <a:xfrm>
            <a:off x="8249285" y="5175885"/>
            <a:ext cx="3098800" cy="1524000"/>
          </a:xfrm>
        </p:spPr>
        <p:txBody>
          <a:bodyPr>
            <a:normAutofit lnSpcReduction="10000"/>
          </a:bodyPr>
          <a:p>
            <a:pPr algn="l">
              <a:lnSpc>
                <a:spcPct val="125000"/>
              </a:lnSpc>
            </a:pPr>
            <a:r>
              <a:rPr lang="zh-CN" altLang="en-US" sz="1400"/>
              <a:t>惊讶（surprised）与高兴（happy）易混淆，因两者均含较高情感强度；中性（neutral）与平静（calm）存在一定误判，源于情感表达的低强度特性。</a:t>
            </a:r>
            <a:endParaRPr lang="zh-CN" altLang="en-US" sz="1400"/>
          </a:p>
        </p:txBody>
      </p:sp>
      <p:pic>
        <p:nvPicPr>
          <p:cNvPr id="15" name="图片 14"/>
          <p:cNvPicPr>
            <a:picLocks noChangeAspect="1"/>
          </p:cNvPicPr>
          <p:nvPr/>
        </p:nvPicPr>
        <p:blipFill>
          <a:blip r:embed="rId11"/>
          <a:stretch>
            <a:fillRect/>
          </a:stretch>
        </p:blipFill>
        <p:spPr>
          <a:xfrm>
            <a:off x="965835" y="924560"/>
            <a:ext cx="6160135" cy="5563235"/>
          </a:xfrm>
          <a:prstGeom prst="rect">
            <a:avLst/>
          </a:prstGeom>
        </p:spPr>
      </p:pic>
      <p:sp>
        <p:nvSpPr>
          <p:cNvPr id="16" name="标题 1"/>
          <p:cNvSpPr>
            <a:spLocks noGrp="1"/>
          </p:cNvSpPr>
          <p:nvPr>
            <p:custDataLst>
              <p:tags r:id="rId12"/>
            </p:custDataLst>
          </p:nvPr>
        </p:nvSpPr>
        <p:spPr>
          <a:xfrm>
            <a:off x="499745" y="190500"/>
            <a:ext cx="10972800" cy="609600"/>
          </a:xfrm>
          <a:prstGeom prst="rect">
            <a:avLst/>
          </a:prstGeom>
          <a:noFill/>
        </p:spPr>
        <p:txBody>
          <a:bodyPr vert="horz" lIns="0" tIns="0" rIns="0" bIns="0" rtlCol="0" anchor="t" anchorCtr="0">
            <a:normAutofit/>
          </a:bodyPr>
          <a:lstStyle>
            <a:lvl1pPr marL="0" indent="0" algn="l" defTabSz="914400" rtl="0" eaLnBrk="1" latinLnBrk="0" hangingPunct="1">
              <a:lnSpc>
                <a:spcPct val="111000"/>
              </a:lnSpc>
              <a:spcBef>
                <a:spcPct val="0"/>
              </a:spcBef>
              <a:spcAft>
                <a:spcPct val="0"/>
              </a:spcAft>
              <a:buNone/>
              <a:defRPr sz="3600" b="0" i="0" u="none" kern="1200" spc="0">
                <a:solidFill>
                  <a:schemeClr val="tx1"/>
                </a:solidFill>
                <a:effectLst/>
                <a:uFill>
                  <a:solidFill>
                    <a:schemeClr val="lt1"/>
                  </a:solidFill>
                </a:uFill>
                <a:latin typeface="黑体" panose="02010609060101010101" charset="-122"/>
                <a:ea typeface="黑体" panose="02010609060101010101" charset="-122"/>
                <a:cs typeface="+mj-cs"/>
              </a:defRPr>
            </a:lvl1pPr>
          </a:lstStyle>
          <a:p>
            <a:pPr algn="l">
              <a:lnSpc>
                <a:spcPct val="111000"/>
              </a:lnSpc>
            </a:pPr>
            <a:r>
              <a:rPr lang="zh-CN" altLang="en-US"/>
              <a:t>分类结果</a:t>
            </a:r>
            <a:r>
              <a:rPr lang="zh-CN" altLang="en-US"/>
              <a:t>详情</a:t>
            </a:r>
            <a:endParaRPr lang="zh-CN" altLang="en-US"/>
          </a:p>
        </p:txBody>
      </p:sp>
    </p:spTree>
    <p:custDataLst>
      <p:tags r:id="rId13"/>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p:sp>
        <p:nvSpPr>
          <p:cNvPr id="2" name="标题 1"/>
          <p:cNvSpPr>
            <a:spLocks noGrp="1"/>
          </p:cNvSpPr>
          <p:nvPr>
            <p:ph type="ctrTitle" idx="16385"/>
            <p:custDataLst>
              <p:tags r:id="rId2"/>
            </p:custDataLst>
          </p:nvPr>
        </p:nvSpPr>
        <p:spPr/>
        <p:txBody>
          <a:bodyPr>
            <a:normAutofit/>
          </a:bodyPr>
          <a:p>
            <a:pPr algn="l">
              <a:lnSpc>
                <a:spcPct val="111000"/>
              </a:lnSpc>
            </a:pPr>
            <a:r>
              <a:rPr lang="zh-CN" altLang="en-US"/>
              <a:t>评估指标计算公式</a:t>
            </a:r>
            <a:endParaRPr lang="zh-CN" altLang="en-US"/>
          </a:p>
        </p:txBody>
      </p:sp>
      <p:sp>
        <p:nvSpPr>
          <p:cNvPr id="28" name="装饰  8"/>
          <p:cNvSpPr>
            <a:spLocks noGrp="1"/>
          </p:cNvSpPr>
          <p:nvPr>
            <p:custDataLst>
              <p:tags r:id="rId3"/>
            </p:custDataLst>
          </p:nvPr>
        </p:nvSpPr>
        <p:spPr>
          <a:xfrm>
            <a:off x="8096885" y="128905"/>
            <a:ext cx="50800" cy="2032000"/>
          </a:xfrm>
          <a:custGeom>
            <a:avLst/>
            <a:gdLst>
              <a:gd name="connisteX0" fmla="*/ 0 w 50800"/>
              <a:gd name="connsiteY0" fmla="*/ 25400 h 2032000"/>
              <a:gd name="connisteX1" fmla="*/ 25400 w 50800"/>
              <a:gd name="connsiteY1" fmla="*/ 0 h 2032000"/>
              <a:gd name="connisteX2" fmla="*/ 25400 w 50800"/>
              <a:gd name="connsiteY2" fmla="*/ 0 h 2032000"/>
              <a:gd name="connisteX3" fmla="*/ 50800 w 50800"/>
              <a:gd name="connsiteY3" fmla="*/ 25400 h 2032000"/>
              <a:gd name="connisteX4" fmla="*/ 50800 w 50800"/>
              <a:gd name="connsiteY4" fmla="*/ 2006600 h 2032000"/>
              <a:gd name="connisteX5" fmla="*/ 25400 w 50800"/>
              <a:gd name="connsiteY5" fmla="*/ 2032000 h 2032000"/>
              <a:gd name="connisteX6" fmla="*/ 25400 w 50800"/>
              <a:gd name="connsiteY6" fmla="*/ 2032000 h 2032000"/>
              <a:gd name="connisteX7" fmla="*/ 0 w 50800"/>
              <a:gd name="connsiteY7" fmla="*/ 2006600 h 2032000"/>
              <a:gd name="connisteX8" fmla="*/ 0 w 50800"/>
              <a:gd name="connsiteY8" fmla="*/ 25400 h 203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0800" h="2032000">
                <a:moveTo>
                  <a:pt x="0" y="25400"/>
                </a:moveTo>
                <a:cubicBezTo>
                  <a:pt x="0" y="11372"/>
                  <a:pt x="11372" y="0"/>
                  <a:pt x="25400" y="0"/>
                </a:cubicBezTo>
                <a:lnTo>
                  <a:pt x="25400" y="0"/>
                </a:lnTo>
                <a:cubicBezTo>
                  <a:pt x="39428" y="0"/>
                  <a:pt x="50800" y="11372"/>
                  <a:pt x="50800" y="25400"/>
                </a:cubicBezTo>
                <a:lnTo>
                  <a:pt x="50800" y="2006600"/>
                </a:lnTo>
                <a:cubicBezTo>
                  <a:pt x="50800" y="2020628"/>
                  <a:pt x="39428" y="2032000"/>
                  <a:pt x="25400" y="2032000"/>
                </a:cubicBezTo>
                <a:lnTo>
                  <a:pt x="25400" y="2032000"/>
                </a:lnTo>
                <a:cubicBezTo>
                  <a:pt x="11372" y="2032000"/>
                  <a:pt x="0" y="2020628"/>
                  <a:pt x="0" y="2006600"/>
                </a:cubicBezTo>
                <a:lnTo>
                  <a:pt x="0" y="25400"/>
                </a:lnTo>
                <a:close/>
              </a:path>
            </a:pathLst>
          </a:custGeom>
          <a:solidFill>
            <a:schemeClr val="accent1"/>
          </a:solidFill>
          <a:ln>
            <a:solidFill>
              <a:prstClr val="black">
                <a:alpha val="0"/>
              </a:prstClr>
            </a:solidFill>
            <a:prstDash val="solid"/>
          </a:ln>
        </p:spPr>
        <p:txBody>
          <a:bodyPr vert="horz" lIns="91440" tIns="45720" rIns="91440" bIns="45720" rtlCol="0">
            <a:noAutofit/>
          </a:bodyPr>
          <a:lstStyle>
            <a:lvl1pPr marL="0" indent="0" algn="l" defTabSz="914400" rtl="0" eaLnBrk="1" latinLnBrk="0" hangingPunct="1">
              <a:lnSpc>
                <a:spcPct val="130000"/>
              </a:lnSpc>
              <a:spcBef>
                <a:spcPts val="1000"/>
              </a:spcBef>
              <a:buFont typeface="Arial" panose="020B0604020202020204" pitchFamily="34" charset="0"/>
              <a:buNone/>
              <a:defRPr sz="2400" b="0" kern="1200" spc="0">
                <a:solidFill>
                  <a:schemeClr val="tx2"/>
                </a:solidFill>
                <a:latin typeface="黑体" panose="02010609060101010101" charset="-122"/>
                <a:ea typeface="黑体" panose="02010609060101010101" charset="-122"/>
                <a:cs typeface="+mn-cs"/>
              </a:defRPr>
            </a:lvl1pPr>
            <a:lvl2pPr marL="685800" indent="0" algn="l" defTabSz="914400" rtl="0" eaLnBrk="1" latinLnBrk="0" hangingPunct="1">
              <a:lnSpc>
                <a:spcPct val="130000"/>
              </a:lnSpc>
              <a:spcBef>
                <a:spcPts val="500"/>
              </a:spcBef>
              <a:buFont typeface="Arial" panose="020B0604020202020204" pitchFamily="34" charset="0"/>
              <a:buNone/>
              <a:defRPr sz="2000" b="0" kern="1200" spc="0">
                <a:solidFill>
                  <a:schemeClr val="tx2"/>
                </a:solidFill>
                <a:latin typeface="黑体" panose="02010609060101010101" charset="-122"/>
                <a:ea typeface="黑体" panose="02010609060101010101" charset="-122"/>
                <a:cs typeface="+mn-cs"/>
              </a:defRPr>
            </a:lvl2pPr>
            <a:lvl3pPr marL="1143000" indent="0" algn="l" defTabSz="914400" rtl="0" eaLnBrk="1" latinLnBrk="0" hangingPunct="1">
              <a:lnSpc>
                <a:spcPct val="130000"/>
              </a:lnSpc>
              <a:spcBef>
                <a:spcPts val="500"/>
              </a:spcBef>
              <a:buFont typeface="Arial" panose="020B0604020202020204" pitchFamily="34" charset="0"/>
              <a:buNone/>
              <a:defRPr sz="1800" b="0" kern="1200" spc="0">
                <a:solidFill>
                  <a:schemeClr val="tx2"/>
                </a:solidFill>
                <a:latin typeface="黑体" panose="02010609060101010101" charset="-122"/>
                <a:ea typeface="黑体" panose="02010609060101010101" charset="-122"/>
                <a:cs typeface="+mn-cs"/>
              </a:defRPr>
            </a:lvl3pPr>
            <a:lvl4pPr marL="1600200" indent="0" algn="l" defTabSz="914400" rtl="0" eaLnBrk="1" latinLnBrk="0" hangingPunct="1">
              <a:lnSpc>
                <a:spcPct val="130000"/>
              </a:lnSpc>
              <a:spcBef>
                <a:spcPts val="500"/>
              </a:spcBef>
              <a:buFont typeface="Arial" panose="020B0604020202020204" pitchFamily="34" charset="0"/>
              <a:buNone/>
              <a:defRPr sz="1800" b="0" kern="1200" spc="0">
                <a:solidFill>
                  <a:schemeClr val="tx2"/>
                </a:solidFill>
                <a:latin typeface="黑体" panose="02010609060101010101" charset="-122"/>
                <a:ea typeface="黑体" panose="02010609060101010101" charset="-122"/>
                <a:cs typeface="+mn-cs"/>
              </a:defRPr>
            </a:lvl4pPr>
            <a:lvl5pPr marL="2057400" indent="0" algn="l" defTabSz="914400" rtl="0" eaLnBrk="1" latinLnBrk="0" hangingPunct="1">
              <a:lnSpc>
                <a:spcPct val="130000"/>
              </a:lnSpc>
              <a:spcBef>
                <a:spcPts val="500"/>
              </a:spcBef>
              <a:buFont typeface="Arial" panose="020B0604020202020204" pitchFamily="34" charset="0"/>
              <a:buNone/>
              <a:defRPr sz="1800" b="0" kern="1200" spc="0">
                <a:solidFill>
                  <a:schemeClr val="tx2"/>
                </a:solidFill>
                <a:latin typeface="黑体" panose="02010609060101010101" charset="-122"/>
                <a:ea typeface="黑体" panose="02010609060101010101"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a:t> </a:t>
            </a:r>
            <a:endParaRPr lang="zh-CN" altLang="en-US"/>
          </a:p>
        </p:txBody>
      </p:sp>
      <p:sp>
        <p:nvSpPr>
          <p:cNvPr id="29" name="文本占位符 4"/>
          <p:cNvSpPr>
            <a:spLocks noGrp="1"/>
          </p:cNvSpPr>
          <p:nvPr>
            <p:custDataLst>
              <p:tags r:id="rId4"/>
            </p:custDataLst>
          </p:nvPr>
        </p:nvSpPr>
        <p:spPr>
          <a:xfrm>
            <a:off x="8249285" y="128905"/>
            <a:ext cx="3098800" cy="406400"/>
          </a:xfrm>
          <a:prstGeom prst="rect">
            <a:avLst/>
          </a:prstGeom>
          <a:noFill/>
        </p:spPr>
        <p:txBody>
          <a:bodyPr vert="horz" lIns="0" tIns="0" rIns="0" bIns="0" rtlCol="0" anchor="t">
            <a:normAutofit/>
          </a:bodyPr>
          <a:lstStyle>
            <a:lvl1pPr marL="0" indent="0" algn="l" defTabSz="914400" rtl="0" eaLnBrk="1" latinLnBrk="0" hangingPunct="1">
              <a:lnSpc>
                <a:spcPct val="111000"/>
              </a:lnSpc>
              <a:spcBef>
                <a:spcPct val="0"/>
              </a:spcBef>
              <a:spcAft>
                <a:spcPct val="0"/>
              </a:spcAft>
              <a:buFont typeface="Arial" panose="020B0604020202020204" pitchFamily="34" charset="0"/>
              <a:buNone/>
              <a:defRPr sz="2400" b="0" kern="1200" spc="0">
                <a:solidFill>
                  <a:schemeClr val="tx1"/>
                </a:solidFill>
                <a:latin typeface="黑体" panose="02010609060101010101" charset="-122"/>
                <a:ea typeface="黑体" panose="02010609060101010101" charset="-122"/>
                <a:cs typeface="+mn-cs"/>
              </a:defRPr>
            </a:lvl1pPr>
            <a:lvl2pPr marL="685800" indent="0" algn="l" defTabSz="914400" rtl="0" eaLnBrk="1" latinLnBrk="0" hangingPunct="1">
              <a:lnSpc>
                <a:spcPct val="130000"/>
              </a:lnSpc>
              <a:spcBef>
                <a:spcPts val="500"/>
              </a:spcBef>
              <a:buFont typeface="Arial" panose="020B0604020202020204" pitchFamily="34" charset="0"/>
              <a:buChar char="•"/>
              <a:defRPr sz="2000" b="0" kern="1200" spc="0">
                <a:solidFill>
                  <a:schemeClr val="tx2"/>
                </a:solidFill>
                <a:latin typeface="黑体" panose="02010609060101010101" charset="-122"/>
                <a:ea typeface="黑体" panose="02010609060101010101" charset="-122"/>
                <a:cs typeface="+mn-cs"/>
              </a:defRPr>
            </a:lvl2pPr>
            <a:lvl3pPr marL="1143000" indent="0" algn="l" defTabSz="914400" rtl="0" eaLnBrk="1" latinLnBrk="0" hangingPunct="1">
              <a:lnSpc>
                <a:spcPct val="130000"/>
              </a:lnSpc>
              <a:spcBef>
                <a:spcPts val="500"/>
              </a:spcBef>
              <a:buFont typeface="Arial" panose="020B0604020202020204" pitchFamily="34" charset="0"/>
              <a:buChar char="•"/>
              <a:defRPr sz="1800" b="0" kern="1200" spc="0">
                <a:solidFill>
                  <a:schemeClr val="tx2"/>
                </a:solidFill>
                <a:latin typeface="黑体" panose="02010609060101010101" charset="-122"/>
                <a:ea typeface="黑体" panose="02010609060101010101" charset="-122"/>
                <a:cs typeface="+mn-cs"/>
              </a:defRPr>
            </a:lvl3pPr>
            <a:lvl4pPr marL="1600200" indent="0" algn="l" defTabSz="914400" rtl="0" eaLnBrk="1" latinLnBrk="0" hangingPunct="1">
              <a:lnSpc>
                <a:spcPct val="130000"/>
              </a:lnSpc>
              <a:spcBef>
                <a:spcPts val="500"/>
              </a:spcBef>
              <a:buFont typeface="Arial" panose="020B0604020202020204" pitchFamily="34" charset="0"/>
              <a:buChar char="•"/>
              <a:defRPr sz="1800" b="0" kern="1200" spc="0">
                <a:solidFill>
                  <a:schemeClr val="tx2"/>
                </a:solidFill>
                <a:latin typeface="黑体" panose="02010609060101010101" charset="-122"/>
                <a:ea typeface="黑体" panose="02010609060101010101" charset="-122"/>
                <a:cs typeface="+mn-cs"/>
              </a:defRPr>
            </a:lvl4pPr>
            <a:lvl5pPr marL="2057400" indent="0" algn="l" defTabSz="914400" rtl="0" eaLnBrk="1" latinLnBrk="0" hangingPunct="1">
              <a:lnSpc>
                <a:spcPct val="130000"/>
              </a:lnSpc>
              <a:spcBef>
                <a:spcPts val="500"/>
              </a:spcBef>
              <a:buFont typeface="Arial" panose="020B0604020202020204" pitchFamily="34" charset="0"/>
              <a:buChar char="•"/>
              <a:defRPr sz="1800" b="0" kern="1200" spc="0">
                <a:solidFill>
                  <a:schemeClr val="tx2"/>
                </a:solidFill>
                <a:latin typeface="黑体" panose="02010609060101010101" charset="-122"/>
                <a:ea typeface="黑体" panose="02010609060101010101"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lnSpc>
                <a:spcPct val="111000"/>
              </a:lnSpc>
            </a:pPr>
            <a:r>
              <a:rPr lang="zh-CN" altLang="en-US">
                <a:sym typeface="+mn-ea"/>
              </a:rPr>
              <a:t>准确率(Accuracy)</a:t>
            </a:r>
            <a:endParaRPr lang="zh-CN" altLang="en-US"/>
          </a:p>
        </p:txBody>
      </p:sp>
      <p:sp>
        <p:nvSpPr>
          <p:cNvPr id="30" name="文本占位符 5"/>
          <p:cNvSpPr>
            <a:spLocks noGrp="1"/>
          </p:cNvSpPr>
          <p:nvPr>
            <p:custDataLst>
              <p:tags r:id="rId5"/>
            </p:custDataLst>
          </p:nvPr>
        </p:nvSpPr>
        <p:spPr>
          <a:xfrm>
            <a:off x="8249285" y="636905"/>
            <a:ext cx="3098800" cy="1524000"/>
          </a:xfrm>
          <a:prstGeom prst="rect">
            <a:avLst/>
          </a:prstGeom>
          <a:noFill/>
        </p:spPr>
        <p:txBody>
          <a:bodyPr vert="horz" lIns="0" tIns="0" rIns="0" bIns="0" rtlCol="0" anchor="t">
            <a:normAutofit/>
          </a:bodyPr>
          <a:lstStyle>
            <a:lvl1pPr marL="0" indent="0" algn="l" defTabSz="914400" rtl="0" eaLnBrk="1" latinLnBrk="0" hangingPunct="1">
              <a:lnSpc>
                <a:spcPct val="125000"/>
              </a:lnSpc>
              <a:spcBef>
                <a:spcPct val="0"/>
              </a:spcBef>
              <a:spcAft>
                <a:spcPct val="0"/>
              </a:spcAft>
              <a:buFont typeface="Arial" panose="020B0604020202020204" pitchFamily="34" charset="0"/>
              <a:buNone/>
              <a:defRPr sz="1600" b="0" kern="1200" spc="0">
                <a:solidFill>
                  <a:schemeClr val="tx1"/>
                </a:solidFill>
                <a:latin typeface="黑体" panose="02010609060101010101" charset="-122"/>
                <a:ea typeface="黑体" panose="02010609060101010101" charset="-122"/>
                <a:cs typeface="+mn-cs"/>
              </a:defRPr>
            </a:lvl1pPr>
            <a:lvl2pPr marL="685800" indent="0" algn="l" defTabSz="914400" rtl="0" eaLnBrk="1" latinLnBrk="0" hangingPunct="1">
              <a:lnSpc>
                <a:spcPct val="130000"/>
              </a:lnSpc>
              <a:spcBef>
                <a:spcPts val="500"/>
              </a:spcBef>
              <a:buFont typeface="Arial" panose="020B0604020202020204" pitchFamily="34" charset="0"/>
              <a:buChar char="•"/>
              <a:defRPr sz="2000" b="0" kern="1200" spc="0">
                <a:solidFill>
                  <a:schemeClr val="tx2"/>
                </a:solidFill>
                <a:latin typeface="黑体" panose="02010609060101010101" charset="-122"/>
                <a:ea typeface="黑体" panose="02010609060101010101" charset="-122"/>
                <a:cs typeface="+mn-cs"/>
              </a:defRPr>
            </a:lvl2pPr>
            <a:lvl3pPr marL="1143000" indent="0" algn="l" defTabSz="914400" rtl="0" eaLnBrk="1" latinLnBrk="0" hangingPunct="1">
              <a:lnSpc>
                <a:spcPct val="130000"/>
              </a:lnSpc>
              <a:spcBef>
                <a:spcPts val="500"/>
              </a:spcBef>
              <a:buFont typeface="Arial" panose="020B0604020202020204" pitchFamily="34" charset="0"/>
              <a:buChar char="•"/>
              <a:defRPr sz="1800" b="0" kern="1200" spc="0">
                <a:solidFill>
                  <a:schemeClr val="tx2"/>
                </a:solidFill>
                <a:latin typeface="黑体" panose="02010609060101010101" charset="-122"/>
                <a:ea typeface="黑体" panose="02010609060101010101" charset="-122"/>
                <a:cs typeface="+mn-cs"/>
              </a:defRPr>
            </a:lvl3pPr>
            <a:lvl4pPr marL="1600200" indent="0" algn="l" defTabSz="914400" rtl="0" eaLnBrk="1" latinLnBrk="0" hangingPunct="1">
              <a:lnSpc>
                <a:spcPct val="130000"/>
              </a:lnSpc>
              <a:spcBef>
                <a:spcPts val="500"/>
              </a:spcBef>
              <a:buFont typeface="Arial" panose="020B0604020202020204" pitchFamily="34" charset="0"/>
              <a:buChar char="•"/>
              <a:defRPr sz="1800" b="0" kern="1200" spc="0">
                <a:solidFill>
                  <a:schemeClr val="tx2"/>
                </a:solidFill>
                <a:latin typeface="黑体" panose="02010609060101010101" charset="-122"/>
                <a:ea typeface="黑体" panose="02010609060101010101" charset="-122"/>
                <a:cs typeface="+mn-cs"/>
              </a:defRPr>
            </a:lvl4pPr>
            <a:lvl5pPr marL="2057400" indent="0" algn="l" defTabSz="914400" rtl="0" eaLnBrk="1" latinLnBrk="0" hangingPunct="1">
              <a:lnSpc>
                <a:spcPct val="130000"/>
              </a:lnSpc>
              <a:spcBef>
                <a:spcPts val="500"/>
              </a:spcBef>
              <a:buFont typeface="Arial" panose="020B0604020202020204" pitchFamily="34" charset="0"/>
              <a:buChar char="•"/>
              <a:defRPr sz="1800" b="0" kern="1200" spc="0">
                <a:solidFill>
                  <a:schemeClr val="tx2"/>
                </a:solidFill>
                <a:latin typeface="黑体" panose="02010609060101010101" charset="-122"/>
                <a:ea typeface="黑体" panose="02010609060101010101"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lnSpc>
                <a:spcPct val="125000"/>
              </a:lnSpc>
            </a:pPr>
            <a:r>
              <a:rPr lang="zh-CN" altLang="en-US">
                <a:sym typeface="+mn-ea"/>
              </a:rPr>
              <a:t>Acc = (TP + TN) / (TP + TN + FP + FN)，反映模型整体分类正确性。</a:t>
            </a:r>
            <a:endParaRPr lang="zh-CN" altLang="en-US"/>
          </a:p>
          <a:p>
            <a:pPr algn="l">
              <a:lnSpc>
                <a:spcPct val="125000"/>
              </a:lnSpc>
            </a:pPr>
            <a:endParaRPr lang="zh-CN" altLang="en-US"/>
          </a:p>
        </p:txBody>
      </p:sp>
      <p:sp>
        <p:nvSpPr>
          <p:cNvPr id="31" name="装饰  1"/>
          <p:cNvSpPr>
            <a:spLocks noGrp="1"/>
          </p:cNvSpPr>
          <p:nvPr>
            <p:custDataLst>
              <p:tags r:id="rId6"/>
            </p:custDataLst>
          </p:nvPr>
        </p:nvSpPr>
        <p:spPr>
          <a:xfrm>
            <a:off x="8096885" y="2436495"/>
            <a:ext cx="50800" cy="2032000"/>
          </a:xfrm>
          <a:custGeom>
            <a:avLst/>
            <a:gdLst>
              <a:gd name="connisteX0" fmla="*/ 0 w 50800"/>
              <a:gd name="connsiteY0" fmla="*/ 25400 h 2032000"/>
              <a:gd name="connisteX1" fmla="*/ 25400 w 50800"/>
              <a:gd name="connsiteY1" fmla="*/ 0 h 2032000"/>
              <a:gd name="connisteX2" fmla="*/ 25400 w 50800"/>
              <a:gd name="connsiteY2" fmla="*/ 0 h 2032000"/>
              <a:gd name="connisteX3" fmla="*/ 50800 w 50800"/>
              <a:gd name="connsiteY3" fmla="*/ 25400 h 2032000"/>
              <a:gd name="connisteX4" fmla="*/ 50800 w 50800"/>
              <a:gd name="connsiteY4" fmla="*/ 2006600 h 2032000"/>
              <a:gd name="connisteX5" fmla="*/ 25400 w 50800"/>
              <a:gd name="connsiteY5" fmla="*/ 2032000 h 2032000"/>
              <a:gd name="connisteX6" fmla="*/ 25400 w 50800"/>
              <a:gd name="connsiteY6" fmla="*/ 2032000 h 2032000"/>
              <a:gd name="connisteX7" fmla="*/ 0 w 50800"/>
              <a:gd name="connsiteY7" fmla="*/ 2006600 h 2032000"/>
              <a:gd name="connisteX8" fmla="*/ 0 w 50800"/>
              <a:gd name="connsiteY8" fmla="*/ 25400 h 203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0800" h="2032000">
                <a:moveTo>
                  <a:pt x="0" y="25400"/>
                </a:moveTo>
                <a:cubicBezTo>
                  <a:pt x="0" y="11372"/>
                  <a:pt x="11372" y="0"/>
                  <a:pt x="25400" y="0"/>
                </a:cubicBezTo>
                <a:lnTo>
                  <a:pt x="25400" y="0"/>
                </a:lnTo>
                <a:cubicBezTo>
                  <a:pt x="39428" y="0"/>
                  <a:pt x="50800" y="11372"/>
                  <a:pt x="50800" y="25400"/>
                </a:cubicBezTo>
                <a:lnTo>
                  <a:pt x="50800" y="2006600"/>
                </a:lnTo>
                <a:cubicBezTo>
                  <a:pt x="50800" y="2020628"/>
                  <a:pt x="39428" y="2032000"/>
                  <a:pt x="25400" y="2032000"/>
                </a:cubicBezTo>
                <a:lnTo>
                  <a:pt x="25400" y="2032000"/>
                </a:lnTo>
                <a:cubicBezTo>
                  <a:pt x="11372" y="2032000"/>
                  <a:pt x="0" y="2020628"/>
                  <a:pt x="0" y="2006600"/>
                </a:cubicBezTo>
                <a:lnTo>
                  <a:pt x="0" y="25400"/>
                </a:lnTo>
                <a:close/>
              </a:path>
            </a:pathLst>
          </a:custGeom>
          <a:solidFill>
            <a:schemeClr val="accent1"/>
          </a:solidFill>
          <a:ln>
            <a:solidFill>
              <a:prstClr val="black">
                <a:alpha val="0"/>
              </a:prstClr>
            </a:solidFill>
            <a:prstDash val="solid"/>
          </a:ln>
        </p:spPr>
        <p:txBody>
          <a:bodyPr vert="horz" lIns="91440" tIns="45720" rIns="91440" bIns="45720" rtlCol="0">
            <a:noAutofit/>
          </a:bodyPr>
          <a:lstStyle>
            <a:lvl1pPr marL="0" indent="0" algn="l" defTabSz="914400" rtl="0" eaLnBrk="1" latinLnBrk="0" hangingPunct="1">
              <a:lnSpc>
                <a:spcPct val="130000"/>
              </a:lnSpc>
              <a:spcBef>
                <a:spcPts val="1000"/>
              </a:spcBef>
              <a:buFont typeface="Arial" panose="020B0604020202020204" pitchFamily="34" charset="0"/>
              <a:buNone/>
              <a:defRPr sz="2400" b="0" kern="1200" spc="0">
                <a:solidFill>
                  <a:schemeClr val="tx2"/>
                </a:solidFill>
                <a:latin typeface="黑体" panose="02010609060101010101" charset="-122"/>
                <a:ea typeface="黑体" panose="02010609060101010101" charset="-122"/>
                <a:cs typeface="+mn-cs"/>
              </a:defRPr>
            </a:lvl1pPr>
            <a:lvl2pPr marL="685800" indent="0" algn="l" defTabSz="914400" rtl="0" eaLnBrk="1" latinLnBrk="0" hangingPunct="1">
              <a:lnSpc>
                <a:spcPct val="130000"/>
              </a:lnSpc>
              <a:spcBef>
                <a:spcPts val="500"/>
              </a:spcBef>
              <a:buFont typeface="Arial" panose="020B0604020202020204" pitchFamily="34" charset="0"/>
              <a:buNone/>
              <a:defRPr sz="2000" b="0" kern="1200" spc="0">
                <a:solidFill>
                  <a:schemeClr val="tx2"/>
                </a:solidFill>
                <a:latin typeface="黑体" panose="02010609060101010101" charset="-122"/>
                <a:ea typeface="黑体" panose="02010609060101010101" charset="-122"/>
                <a:cs typeface="+mn-cs"/>
              </a:defRPr>
            </a:lvl2pPr>
            <a:lvl3pPr marL="1143000" indent="0" algn="l" defTabSz="914400" rtl="0" eaLnBrk="1" latinLnBrk="0" hangingPunct="1">
              <a:lnSpc>
                <a:spcPct val="130000"/>
              </a:lnSpc>
              <a:spcBef>
                <a:spcPts val="500"/>
              </a:spcBef>
              <a:buFont typeface="Arial" panose="020B0604020202020204" pitchFamily="34" charset="0"/>
              <a:buNone/>
              <a:defRPr sz="1800" b="0" kern="1200" spc="0">
                <a:solidFill>
                  <a:schemeClr val="tx2"/>
                </a:solidFill>
                <a:latin typeface="黑体" panose="02010609060101010101" charset="-122"/>
                <a:ea typeface="黑体" panose="02010609060101010101" charset="-122"/>
                <a:cs typeface="+mn-cs"/>
              </a:defRPr>
            </a:lvl3pPr>
            <a:lvl4pPr marL="1600200" indent="0" algn="l" defTabSz="914400" rtl="0" eaLnBrk="1" latinLnBrk="0" hangingPunct="1">
              <a:lnSpc>
                <a:spcPct val="130000"/>
              </a:lnSpc>
              <a:spcBef>
                <a:spcPts val="500"/>
              </a:spcBef>
              <a:buFont typeface="Arial" panose="020B0604020202020204" pitchFamily="34" charset="0"/>
              <a:buNone/>
              <a:defRPr sz="1800" b="0" kern="1200" spc="0">
                <a:solidFill>
                  <a:schemeClr val="tx2"/>
                </a:solidFill>
                <a:latin typeface="黑体" panose="02010609060101010101" charset="-122"/>
                <a:ea typeface="黑体" panose="02010609060101010101" charset="-122"/>
                <a:cs typeface="+mn-cs"/>
              </a:defRPr>
            </a:lvl4pPr>
            <a:lvl5pPr marL="2057400" indent="0" algn="l" defTabSz="914400" rtl="0" eaLnBrk="1" latinLnBrk="0" hangingPunct="1">
              <a:lnSpc>
                <a:spcPct val="130000"/>
              </a:lnSpc>
              <a:spcBef>
                <a:spcPts val="500"/>
              </a:spcBef>
              <a:buFont typeface="Arial" panose="020B0604020202020204" pitchFamily="34" charset="0"/>
              <a:buNone/>
              <a:defRPr sz="1800" b="0" kern="1200" spc="0">
                <a:solidFill>
                  <a:schemeClr val="tx2"/>
                </a:solidFill>
                <a:latin typeface="黑体" panose="02010609060101010101" charset="-122"/>
                <a:ea typeface="黑体" panose="02010609060101010101"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a:t> </a:t>
            </a:r>
            <a:endParaRPr lang="zh-CN" altLang="en-US"/>
          </a:p>
        </p:txBody>
      </p:sp>
      <p:sp>
        <p:nvSpPr>
          <p:cNvPr id="32" name="文本占位符 7"/>
          <p:cNvSpPr>
            <a:spLocks noGrp="1"/>
          </p:cNvSpPr>
          <p:nvPr>
            <p:custDataLst>
              <p:tags r:id="rId7"/>
            </p:custDataLst>
          </p:nvPr>
        </p:nvSpPr>
        <p:spPr>
          <a:xfrm>
            <a:off x="8249285" y="2436495"/>
            <a:ext cx="3098800" cy="406400"/>
          </a:xfrm>
          <a:prstGeom prst="rect">
            <a:avLst/>
          </a:prstGeom>
          <a:noFill/>
        </p:spPr>
        <p:txBody>
          <a:bodyPr vert="horz" lIns="0" tIns="0" rIns="0" bIns="0" rtlCol="0" anchor="t">
            <a:normAutofit/>
          </a:bodyPr>
          <a:lstStyle>
            <a:lvl1pPr marL="0" indent="0" algn="l" defTabSz="914400" rtl="0" eaLnBrk="1" latinLnBrk="0" hangingPunct="1">
              <a:lnSpc>
                <a:spcPct val="111000"/>
              </a:lnSpc>
              <a:spcBef>
                <a:spcPct val="0"/>
              </a:spcBef>
              <a:spcAft>
                <a:spcPct val="0"/>
              </a:spcAft>
              <a:buFont typeface="Arial" panose="020B0604020202020204" pitchFamily="34" charset="0"/>
              <a:buNone/>
              <a:defRPr sz="2400" b="0" kern="1200" spc="0">
                <a:solidFill>
                  <a:schemeClr val="tx1"/>
                </a:solidFill>
                <a:latin typeface="黑体" panose="02010609060101010101" charset="-122"/>
                <a:ea typeface="黑体" panose="02010609060101010101" charset="-122"/>
                <a:cs typeface="+mn-cs"/>
              </a:defRPr>
            </a:lvl1pPr>
            <a:lvl2pPr marL="685800" indent="0" algn="l" defTabSz="914400" rtl="0" eaLnBrk="1" latinLnBrk="0" hangingPunct="1">
              <a:lnSpc>
                <a:spcPct val="130000"/>
              </a:lnSpc>
              <a:spcBef>
                <a:spcPts val="500"/>
              </a:spcBef>
              <a:buFont typeface="Arial" panose="020B0604020202020204" pitchFamily="34" charset="0"/>
              <a:buChar char="•"/>
              <a:defRPr sz="2000" b="0" kern="1200" spc="0">
                <a:solidFill>
                  <a:schemeClr val="tx2"/>
                </a:solidFill>
                <a:latin typeface="黑体" panose="02010609060101010101" charset="-122"/>
                <a:ea typeface="黑体" panose="02010609060101010101" charset="-122"/>
                <a:cs typeface="+mn-cs"/>
              </a:defRPr>
            </a:lvl2pPr>
            <a:lvl3pPr marL="1143000" indent="0" algn="l" defTabSz="914400" rtl="0" eaLnBrk="1" latinLnBrk="0" hangingPunct="1">
              <a:lnSpc>
                <a:spcPct val="130000"/>
              </a:lnSpc>
              <a:spcBef>
                <a:spcPts val="500"/>
              </a:spcBef>
              <a:buFont typeface="Arial" panose="020B0604020202020204" pitchFamily="34" charset="0"/>
              <a:buChar char="•"/>
              <a:defRPr sz="1800" b="0" kern="1200" spc="0">
                <a:solidFill>
                  <a:schemeClr val="tx2"/>
                </a:solidFill>
                <a:latin typeface="黑体" panose="02010609060101010101" charset="-122"/>
                <a:ea typeface="黑体" panose="02010609060101010101" charset="-122"/>
                <a:cs typeface="+mn-cs"/>
              </a:defRPr>
            </a:lvl3pPr>
            <a:lvl4pPr marL="1600200" indent="0" algn="l" defTabSz="914400" rtl="0" eaLnBrk="1" latinLnBrk="0" hangingPunct="1">
              <a:lnSpc>
                <a:spcPct val="130000"/>
              </a:lnSpc>
              <a:spcBef>
                <a:spcPts val="500"/>
              </a:spcBef>
              <a:buFont typeface="Arial" panose="020B0604020202020204" pitchFamily="34" charset="0"/>
              <a:buChar char="•"/>
              <a:defRPr sz="1800" b="0" kern="1200" spc="0">
                <a:solidFill>
                  <a:schemeClr val="tx2"/>
                </a:solidFill>
                <a:latin typeface="黑体" panose="02010609060101010101" charset="-122"/>
                <a:ea typeface="黑体" panose="02010609060101010101" charset="-122"/>
                <a:cs typeface="+mn-cs"/>
              </a:defRPr>
            </a:lvl4pPr>
            <a:lvl5pPr marL="2057400" indent="0" algn="l" defTabSz="914400" rtl="0" eaLnBrk="1" latinLnBrk="0" hangingPunct="1">
              <a:lnSpc>
                <a:spcPct val="130000"/>
              </a:lnSpc>
              <a:spcBef>
                <a:spcPts val="500"/>
              </a:spcBef>
              <a:buFont typeface="Arial" panose="020B0604020202020204" pitchFamily="34" charset="0"/>
              <a:buChar char="•"/>
              <a:defRPr sz="1800" b="0" kern="1200" spc="0">
                <a:solidFill>
                  <a:schemeClr val="tx2"/>
                </a:solidFill>
                <a:latin typeface="黑体" panose="02010609060101010101" charset="-122"/>
                <a:ea typeface="黑体" panose="02010609060101010101"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lnSpc>
                <a:spcPct val="111000"/>
              </a:lnSpc>
            </a:pPr>
            <a:r>
              <a:rPr lang="zh-CN" altLang="en-US">
                <a:sym typeface="+mn-ea"/>
              </a:rPr>
              <a:t>F1分数计算</a:t>
            </a:r>
            <a:endParaRPr lang="zh-CN" altLang="en-US"/>
          </a:p>
        </p:txBody>
      </p:sp>
      <p:sp>
        <p:nvSpPr>
          <p:cNvPr id="33" name="文本占位符 8"/>
          <p:cNvSpPr>
            <a:spLocks noGrp="1"/>
          </p:cNvSpPr>
          <p:nvPr>
            <p:custDataLst>
              <p:tags r:id="rId8"/>
            </p:custDataLst>
          </p:nvPr>
        </p:nvSpPr>
        <p:spPr>
          <a:xfrm>
            <a:off x="8249285" y="2944495"/>
            <a:ext cx="3098800" cy="1524000"/>
          </a:xfrm>
          <a:prstGeom prst="rect">
            <a:avLst/>
          </a:prstGeom>
          <a:noFill/>
        </p:spPr>
        <p:txBody>
          <a:bodyPr vert="horz" lIns="0" tIns="0" rIns="0" bIns="0" rtlCol="0" anchor="t">
            <a:normAutofit/>
          </a:bodyPr>
          <a:lstStyle>
            <a:lvl1pPr marL="0" indent="0" algn="l" defTabSz="914400" rtl="0" eaLnBrk="1" latinLnBrk="0" hangingPunct="1">
              <a:lnSpc>
                <a:spcPct val="125000"/>
              </a:lnSpc>
              <a:spcBef>
                <a:spcPct val="0"/>
              </a:spcBef>
              <a:spcAft>
                <a:spcPct val="0"/>
              </a:spcAft>
              <a:buFont typeface="Arial" panose="020B0604020202020204" pitchFamily="34" charset="0"/>
              <a:buNone/>
              <a:defRPr sz="1600" b="0" kern="1200" spc="0">
                <a:solidFill>
                  <a:schemeClr val="tx1"/>
                </a:solidFill>
                <a:latin typeface="黑体" panose="02010609060101010101" charset="-122"/>
                <a:ea typeface="黑体" panose="02010609060101010101" charset="-122"/>
                <a:cs typeface="+mn-cs"/>
              </a:defRPr>
            </a:lvl1pPr>
            <a:lvl2pPr marL="685800" indent="0" algn="l" defTabSz="914400" rtl="0" eaLnBrk="1" latinLnBrk="0" hangingPunct="1">
              <a:lnSpc>
                <a:spcPct val="130000"/>
              </a:lnSpc>
              <a:spcBef>
                <a:spcPts val="500"/>
              </a:spcBef>
              <a:buFont typeface="Arial" panose="020B0604020202020204" pitchFamily="34" charset="0"/>
              <a:buChar char="•"/>
              <a:defRPr sz="2000" b="0" kern="1200" spc="0">
                <a:solidFill>
                  <a:schemeClr val="tx2"/>
                </a:solidFill>
                <a:latin typeface="黑体" panose="02010609060101010101" charset="-122"/>
                <a:ea typeface="黑体" panose="02010609060101010101" charset="-122"/>
                <a:cs typeface="+mn-cs"/>
              </a:defRPr>
            </a:lvl2pPr>
            <a:lvl3pPr marL="1143000" indent="0" algn="l" defTabSz="914400" rtl="0" eaLnBrk="1" latinLnBrk="0" hangingPunct="1">
              <a:lnSpc>
                <a:spcPct val="130000"/>
              </a:lnSpc>
              <a:spcBef>
                <a:spcPts val="500"/>
              </a:spcBef>
              <a:buFont typeface="Arial" panose="020B0604020202020204" pitchFamily="34" charset="0"/>
              <a:buChar char="•"/>
              <a:defRPr sz="1800" b="0" kern="1200" spc="0">
                <a:solidFill>
                  <a:schemeClr val="tx2"/>
                </a:solidFill>
                <a:latin typeface="黑体" panose="02010609060101010101" charset="-122"/>
                <a:ea typeface="黑体" panose="02010609060101010101" charset="-122"/>
                <a:cs typeface="+mn-cs"/>
              </a:defRPr>
            </a:lvl3pPr>
            <a:lvl4pPr marL="1600200" indent="0" algn="l" defTabSz="914400" rtl="0" eaLnBrk="1" latinLnBrk="0" hangingPunct="1">
              <a:lnSpc>
                <a:spcPct val="130000"/>
              </a:lnSpc>
              <a:spcBef>
                <a:spcPts val="500"/>
              </a:spcBef>
              <a:buFont typeface="Arial" panose="020B0604020202020204" pitchFamily="34" charset="0"/>
              <a:buChar char="•"/>
              <a:defRPr sz="1800" b="0" kern="1200" spc="0">
                <a:solidFill>
                  <a:schemeClr val="tx2"/>
                </a:solidFill>
                <a:latin typeface="黑体" panose="02010609060101010101" charset="-122"/>
                <a:ea typeface="黑体" panose="02010609060101010101" charset="-122"/>
                <a:cs typeface="+mn-cs"/>
              </a:defRPr>
            </a:lvl4pPr>
            <a:lvl5pPr marL="2057400" indent="0" algn="l" defTabSz="914400" rtl="0" eaLnBrk="1" latinLnBrk="0" hangingPunct="1">
              <a:lnSpc>
                <a:spcPct val="130000"/>
              </a:lnSpc>
              <a:spcBef>
                <a:spcPts val="500"/>
              </a:spcBef>
              <a:buFont typeface="Arial" panose="020B0604020202020204" pitchFamily="34" charset="0"/>
              <a:buChar char="•"/>
              <a:defRPr sz="1800" b="0" kern="1200" spc="0">
                <a:solidFill>
                  <a:schemeClr val="tx2"/>
                </a:solidFill>
                <a:latin typeface="黑体" panose="02010609060101010101" charset="-122"/>
                <a:ea typeface="黑体" panose="02010609060101010101"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lnSpc>
                <a:spcPct val="125000"/>
              </a:lnSpc>
            </a:pPr>
            <a:r>
              <a:rPr lang="zh-CN" altLang="en-US" sz="1400">
                <a:sym typeface="+mn-ea"/>
              </a:rPr>
              <a:t>F1 = 2*(Precision*Recall)/(Precision+Recall)，综合精确率和召回率的调和平均。</a:t>
            </a:r>
            <a:endParaRPr lang="zh-CN" altLang="en-US" sz="1400"/>
          </a:p>
          <a:p>
            <a:pPr algn="l">
              <a:lnSpc>
                <a:spcPct val="125000"/>
              </a:lnSpc>
            </a:pPr>
            <a:endParaRPr lang="zh-CN" altLang="en-US" sz="1400"/>
          </a:p>
        </p:txBody>
      </p:sp>
      <p:sp>
        <p:nvSpPr>
          <p:cNvPr id="34" name="装饰  5"/>
          <p:cNvSpPr>
            <a:spLocks noGrp="1"/>
          </p:cNvSpPr>
          <p:nvPr>
            <p:custDataLst>
              <p:tags r:id="rId9"/>
            </p:custDataLst>
          </p:nvPr>
        </p:nvSpPr>
        <p:spPr>
          <a:xfrm>
            <a:off x="8096885" y="4667885"/>
            <a:ext cx="50800" cy="2032000"/>
          </a:xfrm>
          <a:custGeom>
            <a:avLst/>
            <a:gdLst>
              <a:gd name="connisteX0" fmla="*/ 0 w 50800"/>
              <a:gd name="connsiteY0" fmla="*/ 25400 h 2032000"/>
              <a:gd name="connisteX1" fmla="*/ 25400 w 50800"/>
              <a:gd name="connsiteY1" fmla="*/ 0 h 2032000"/>
              <a:gd name="connisteX2" fmla="*/ 25400 w 50800"/>
              <a:gd name="connsiteY2" fmla="*/ 0 h 2032000"/>
              <a:gd name="connisteX3" fmla="*/ 50800 w 50800"/>
              <a:gd name="connsiteY3" fmla="*/ 25400 h 2032000"/>
              <a:gd name="connisteX4" fmla="*/ 50800 w 50800"/>
              <a:gd name="connsiteY4" fmla="*/ 2006600 h 2032000"/>
              <a:gd name="connisteX5" fmla="*/ 25400 w 50800"/>
              <a:gd name="connsiteY5" fmla="*/ 2032000 h 2032000"/>
              <a:gd name="connisteX6" fmla="*/ 25400 w 50800"/>
              <a:gd name="connsiteY6" fmla="*/ 2032000 h 2032000"/>
              <a:gd name="connisteX7" fmla="*/ 0 w 50800"/>
              <a:gd name="connsiteY7" fmla="*/ 2006600 h 2032000"/>
              <a:gd name="connisteX8" fmla="*/ 0 w 50800"/>
              <a:gd name="connsiteY8" fmla="*/ 25400 h 203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0800" h="2032000">
                <a:moveTo>
                  <a:pt x="0" y="25400"/>
                </a:moveTo>
                <a:cubicBezTo>
                  <a:pt x="0" y="11372"/>
                  <a:pt x="11372" y="0"/>
                  <a:pt x="25400" y="0"/>
                </a:cubicBezTo>
                <a:lnTo>
                  <a:pt x="25400" y="0"/>
                </a:lnTo>
                <a:cubicBezTo>
                  <a:pt x="39428" y="0"/>
                  <a:pt x="50800" y="11372"/>
                  <a:pt x="50800" y="25400"/>
                </a:cubicBezTo>
                <a:lnTo>
                  <a:pt x="50800" y="2006600"/>
                </a:lnTo>
                <a:cubicBezTo>
                  <a:pt x="50800" y="2020628"/>
                  <a:pt x="39428" y="2032000"/>
                  <a:pt x="25400" y="2032000"/>
                </a:cubicBezTo>
                <a:lnTo>
                  <a:pt x="25400" y="2032000"/>
                </a:lnTo>
                <a:cubicBezTo>
                  <a:pt x="11372" y="2032000"/>
                  <a:pt x="0" y="2020628"/>
                  <a:pt x="0" y="2006600"/>
                </a:cubicBezTo>
                <a:lnTo>
                  <a:pt x="0" y="25400"/>
                </a:lnTo>
                <a:close/>
              </a:path>
            </a:pathLst>
          </a:custGeom>
          <a:solidFill>
            <a:schemeClr val="accent1"/>
          </a:solidFill>
          <a:ln>
            <a:solidFill>
              <a:prstClr val="black">
                <a:alpha val="0"/>
              </a:prstClr>
            </a:solidFill>
            <a:prstDash val="solid"/>
          </a:ln>
        </p:spPr>
        <p:txBody>
          <a:bodyPr vert="horz" lIns="91440" tIns="45720" rIns="91440" bIns="45720" rtlCol="0">
            <a:noAutofit/>
          </a:bodyPr>
          <a:lstStyle>
            <a:lvl1pPr marL="0" indent="0" algn="l" defTabSz="914400" rtl="0" eaLnBrk="1" latinLnBrk="0" hangingPunct="1">
              <a:lnSpc>
                <a:spcPct val="130000"/>
              </a:lnSpc>
              <a:spcBef>
                <a:spcPts val="1000"/>
              </a:spcBef>
              <a:buFont typeface="Arial" panose="020B0604020202020204" pitchFamily="34" charset="0"/>
              <a:buNone/>
              <a:defRPr sz="2400" b="0" kern="1200" spc="0">
                <a:solidFill>
                  <a:schemeClr val="tx2"/>
                </a:solidFill>
                <a:latin typeface="黑体" panose="02010609060101010101" charset="-122"/>
                <a:ea typeface="黑体" panose="02010609060101010101" charset="-122"/>
                <a:cs typeface="+mn-cs"/>
              </a:defRPr>
            </a:lvl1pPr>
            <a:lvl2pPr marL="685800" indent="0" algn="l" defTabSz="914400" rtl="0" eaLnBrk="1" latinLnBrk="0" hangingPunct="1">
              <a:lnSpc>
                <a:spcPct val="130000"/>
              </a:lnSpc>
              <a:spcBef>
                <a:spcPts val="500"/>
              </a:spcBef>
              <a:buFont typeface="Arial" panose="020B0604020202020204" pitchFamily="34" charset="0"/>
              <a:buNone/>
              <a:defRPr sz="2000" b="0" kern="1200" spc="0">
                <a:solidFill>
                  <a:schemeClr val="tx2"/>
                </a:solidFill>
                <a:latin typeface="黑体" panose="02010609060101010101" charset="-122"/>
                <a:ea typeface="黑体" panose="02010609060101010101" charset="-122"/>
                <a:cs typeface="+mn-cs"/>
              </a:defRPr>
            </a:lvl2pPr>
            <a:lvl3pPr marL="1143000" indent="0" algn="l" defTabSz="914400" rtl="0" eaLnBrk="1" latinLnBrk="0" hangingPunct="1">
              <a:lnSpc>
                <a:spcPct val="130000"/>
              </a:lnSpc>
              <a:spcBef>
                <a:spcPts val="500"/>
              </a:spcBef>
              <a:buFont typeface="Arial" panose="020B0604020202020204" pitchFamily="34" charset="0"/>
              <a:buNone/>
              <a:defRPr sz="1800" b="0" kern="1200" spc="0">
                <a:solidFill>
                  <a:schemeClr val="tx2"/>
                </a:solidFill>
                <a:latin typeface="黑体" panose="02010609060101010101" charset="-122"/>
                <a:ea typeface="黑体" panose="02010609060101010101" charset="-122"/>
                <a:cs typeface="+mn-cs"/>
              </a:defRPr>
            </a:lvl3pPr>
            <a:lvl4pPr marL="1600200" indent="0" algn="l" defTabSz="914400" rtl="0" eaLnBrk="1" latinLnBrk="0" hangingPunct="1">
              <a:lnSpc>
                <a:spcPct val="130000"/>
              </a:lnSpc>
              <a:spcBef>
                <a:spcPts val="500"/>
              </a:spcBef>
              <a:buFont typeface="Arial" panose="020B0604020202020204" pitchFamily="34" charset="0"/>
              <a:buNone/>
              <a:defRPr sz="1800" b="0" kern="1200" spc="0">
                <a:solidFill>
                  <a:schemeClr val="tx2"/>
                </a:solidFill>
                <a:latin typeface="黑体" panose="02010609060101010101" charset="-122"/>
                <a:ea typeface="黑体" panose="02010609060101010101" charset="-122"/>
                <a:cs typeface="+mn-cs"/>
              </a:defRPr>
            </a:lvl4pPr>
            <a:lvl5pPr marL="2057400" indent="0" algn="l" defTabSz="914400" rtl="0" eaLnBrk="1" latinLnBrk="0" hangingPunct="1">
              <a:lnSpc>
                <a:spcPct val="130000"/>
              </a:lnSpc>
              <a:spcBef>
                <a:spcPts val="500"/>
              </a:spcBef>
              <a:buFont typeface="Arial" panose="020B0604020202020204" pitchFamily="34" charset="0"/>
              <a:buNone/>
              <a:defRPr sz="1800" b="0" kern="1200" spc="0">
                <a:solidFill>
                  <a:schemeClr val="tx2"/>
                </a:solidFill>
                <a:latin typeface="黑体" panose="02010609060101010101" charset="-122"/>
                <a:ea typeface="黑体" panose="02010609060101010101"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a:t> </a:t>
            </a:r>
            <a:endParaRPr lang="zh-CN" altLang="en-US"/>
          </a:p>
        </p:txBody>
      </p:sp>
      <p:sp>
        <p:nvSpPr>
          <p:cNvPr id="35" name="文本占位符 10"/>
          <p:cNvSpPr>
            <a:spLocks noGrp="1"/>
          </p:cNvSpPr>
          <p:nvPr>
            <p:custDataLst>
              <p:tags r:id="rId10"/>
            </p:custDataLst>
          </p:nvPr>
        </p:nvSpPr>
        <p:spPr>
          <a:xfrm>
            <a:off x="8249285" y="4667885"/>
            <a:ext cx="3098800" cy="406400"/>
          </a:xfrm>
          <a:prstGeom prst="rect">
            <a:avLst/>
          </a:prstGeom>
          <a:noFill/>
        </p:spPr>
        <p:txBody>
          <a:bodyPr vert="horz" lIns="0" tIns="0" rIns="0" bIns="0" rtlCol="0" anchor="t">
            <a:normAutofit/>
          </a:bodyPr>
          <a:lstStyle>
            <a:lvl1pPr marL="0" indent="0" algn="l" defTabSz="914400" rtl="0" eaLnBrk="1" latinLnBrk="0" hangingPunct="1">
              <a:lnSpc>
                <a:spcPct val="111000"/>
              </a:lnSpc>
              <a:spcBef>
                <a:spcPct val="0"/>
              </a:spcBef>
              <a:spcAft>
                <a:spcPct val="0"/>
              </a:spcAft>
              <a:buFont typeface="Arial" panose="020B0604020202020204" pitchFamily="34" charset="0"/>
              <a:buNone/>
              <a:defRPr sz="2400" b="0" kern="1200" spc="0">
                <a:solidFill>
                  <a:schemeClr val="tx1"/>
                </a:solidFill>
                <a:latin typeface="黑体" panose="02010609060101010101" charset="-122"/>
                <a:ea typeface="黑体" panose="02010609060101010101" charset="-122"/>
                <a:cs typeface="+mn-cs"/>
              </a:defRPr>
            </a:lvl1pPr>
            <a:lvl2pPr marL="685800" indent="0" algn="l" defTabSz="914400" rtl="0" eaLnBrk="1" latinLnBrk="0" hangingPunct="1">
              <a:lnSpc>
                <a:spcPct val="130000"/>
              </a:lnSpc>
              <a:spcBef>
                <a:spcPts val="500"/>
              </a:spcBef>
              <a:buFont typeface="Arial" panose="020B0604020202020204" pitchFamily="34" charset="0"/>
              <a:buChar char="•"/>
              <a:defRPr sz="2000" b="0" kern="1200" spc="0">
                <a:solidFill>
                  <a:schemeClr val="tx2"/>
                </a:solidFill>
                <a:latin typeface="黑体" panose="02010609060101010101" charset="-122"/>
                <a:ea typeface="黑体" panose="02010609060101010101" charset="-122"/>
                <a:cs typeface="+mn-cs"/>
              </a:defRPr>
            </a:lvl2pPr>
            <a:lvl3pPr marL="1143000" indent="0" algn="l" defTabSz="914400" rtl="0" eaLnBrk="1" latinLnBrk="0" hangingPunct="1">
              <a:lnSpc>
                <a:spcPct val="130000"/>
              </a:lnSpc>
              <a:spcBef>
                <a:spcPts val="500"/>
              </a:spcBef>
              <a:buFont typeface="Arial" panose="020B0604020202020204" pitchFamily="34" charset="0"/>
              <a:buChar char="•"/>
              <a:defRPr sz="1800" b="0" kern="1200" spc="0">
                <a:solidFill>
                  <a:schemeClr val="tx2"/>
                </a:solidFill>
                <a:latin typeface="黑体" panose="02010609060101010101" charset="-122"/>
                <a:ea typeface="黑体" panose="02010609060101010101" charset="-122"/>
                <a:cs typeface="+mn-cs"/>
              </a:defRPr>
            </a:lvl3pPr>
            <a:lvl4pPr marL="1600200" indent="0" algn="l" defTabSz="914400" rtl="0" eaLnBrk="1" latinLnBrk="0" hangingPunct="1">
              <a:lnSpc>
                <a:spcPct val="130000"/>
              </a:lnSpc>
              <a:spcBef>
                <a:spcPts val="500"/>
              </a:spcBef>
              <a:buFont typeface="Arial" panose="020B0604020202020204" pitchFamily="34" charset="0"/>
              <a:buChar char="•"/>
              <a:defRPr sz="1800" b="0" kern="1200" spc="0">
                <a:solidFill>
                  <a:schemeClr val="tx2"/>
                </a:solidFill>
                <a:latin typeface="黑体" panose="02010609060101010101" charset="-122"/>
                <a:ea typeface="黑体" panose="02010609060101010101" charset="-122"/>
                <a:cs typeface="+mn-cs"/>
              </a:defRPr>
            </a:lvl4pPr>
            <a:lvl5pPr marL="2057400" indent="0" algn="l" defTabSz="914400" rtl="0" eaLnBrk="1" latinLnBrk="0" hangingPunct="1">
              <a:lnSpc>
                <a:spcPct val="130000"/>
              </a:lnSpc>
              <a:spcBef>
                <a:spcPts val="500"/>
              </a:spcBef>
              <a:buFont typeface="Arial" panose="020B0604020202020204" pitchFamily="34" charset="0"/>
              <a:buChar char="•"/>
              <a:defRPr sz="1800" b="0" kern="1200" spc="0">
                <a:solidFill>
                  <a:schemeClr val="tx2"/>
                </a:solidFill>
                <a:latin typeface="黑体" panose="02010609060101010101" charset="-122"/>
                <a:ea typeface="黑体" panose="02010609060101010101"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lnSpc>
                <a:spcPct val="111000"/>
              </a:lnSpc>
            </a:pPr>
            <a:r>
              <a:rPr lang="zh-CN" altLang="en-US">
                <a:sym typeface="+mn-ea"/>
              </a:rPr>
              <a:t>混淆矩阵元素</a:t>
            </a:r>
            <a:endParaRPr lang="zh-CN" altLang="en-US"/>
          </a:p>
        </p:txBody>
      </p:sp>
      <p:sp>
        <p:nvSpPr>
          <p:cNvPr id="36" name="文本占位符 11"/>
          <p:cNvSpPr>
            <a:spLocks noGrp="1"/>
          </p:cNvSpPr>
          <p:nvPr>
            <p:custDataLst>
              <p:tags r:id="rId11"/>
            </p:custDataLst>
          </p:nvPr>
        </p:nvSpPr>
        <p:spPr>
          <a:xfrm>
            <a:off x="8249285" y="5175885"/>
            <a:ext cx="3098800" cy="1524000"/>
          </a:xfrm>
          <a:prstGeom prst="rect">
            <a:avLst/>
          </a:prstGeom>
          <a:noFill/>
        </p:spPr>
        <p:txBody>
          <a:bodyPr vert="horz" lIns="0" tIns="0" rIns="0" bIns="0" rtlCol="0" anchor="t">
            <a:normAutofit lnSpcReduction="10000"/>
          </a:bodyPr>
          <a:lstStyle>
            <a:lvl1pPr marL="0" indent="0" algn="l" defTabSz="914400" rtl="0" eaLnBrk="1" latinLnBrk="0" hangingPunct="1">
              <a:lnSpc>
                <a:spcPct val="125000"/>
              </a:lnSpc>
              <a:spcBef>
                <a:spcPct val="0"/>
              </a:spcBef>
              <a:spcAft>
                <a:spcPct val="0"/>
              </a:spcAft>
              <a:buFont typeface="Arial" panose="020B0604020202020204" pitchFamily="34" charset="0"/>
              <a:buNone/>
              <a:defRPr sz="1600" b="0" kern="1200" spc="0">
                <a:solidFill>
                  <a:schemeClr val="tx1"/>
                </a:solidFill>
                <a:latin typeface="黑体" panose="02010609060101010101" charset="-122"/>
                <a:ea typeface="黑体" panose="02010609060101010101" charset="-122"/>
                <a:cs typeface="+mn-cs"/>
              </a:defRPr>
            </a:lvl1pPr>
            <a:lvl2pPr marL="685800" indent="0" algn="l" defTabSz="914400" rtl="0" eaLnBrk="1" latinLnBrk="0" hangingPunct="1">
              <a:lnSpc>
                <a:spcPct val="130000"/>
              </a:lnSpc>
              <a:spcBef>
                <a:spcPts val="500"/>
              </a:spcBef>
              <a:buFont typeface="Arial" panose="020B0604020202020204" pitchFamily="34" charset="0"/>
              <a:buChar char="•"/>
              <a:defRPr sz="2000" b="0" kern="1200" spc="0">
                <a:solidFill>
                  <a:schemeClr val="tx2"/>
                </a:solidFill>
                <a:latin typeface="黑体" panose="02010609060101010101" charset="-122"/>
                <a:ea typeface="黑体" panose="02010609060101010101" charset="-122"/>
                <a:cs typeface="+mn-cs"/>
              </a:defRPr>
            </a:lvl2pPr>
            <a:lvl3pPr marL="1143000" indent="0" algn="l" defTabSz="914400" rtl="0" eaLnBrk="1" latinLnBrk="0" hangingPunct="1">
              <a:lnSpc>
                <a:spcPct val="130000"/>
              </a:lnSpc>
              <a:spcBef>
                <a:spcPts val="500"/>
              </a:spcBef>
              <a:buFont typeface="Arial" panose="020B0604020202020204" pitchFamily="34" charset="0"/>
              <a:buChar char="•"/>
              <a:defRPr sz="1800" b="0" kern="1200" spc="0">
                <a:solidFill>
                  <a:schemeClr val="tx2"/>
                </a:solidFill>
                <a:latin typeface="黑体" panose="02010609060101010101" charset="-122"/>
                <a:ea typeface="黑体" panose="02010609060101010101" charset="-122"/>
                <a:cs typeface="+mn-cs"/>
              </a:defRPr>
            </a:lvl3pPr>
            <a:lvl4pPr marL="1600200" indent="0" algn="l" defTabSz="914400" rtl="0" eaLnBrk="1" latinLnBrk="0" hangingPunct="1">
              <a:lnSpc>
                <a:spcPct val="130000"/>
              </a:lnSpc>
              <a:spcBef>
                <a:spcPts val="500"/>
              </a:spcBef>
              <a:buFont typeface="Arial" panose="020B0604020202020204" pitchFamily="34" charset="0"/>
              <a:buChar char="•"/>
              <a:defRPr sz="1800" b="0" kern="1200" spc="0">
                <a:solidFill>
                  <a:schemeClr val="tx2"/>
                </a:solidFill>
                <a:latin typeface="黑体" panose="02010609060101010101" charset="-122"/>
                <a:ea typeface="黑体" panose="02010609060101010101" charset="-122"/>
                <a:cs typeface="+mn-cs"/>
              </a:defRPr>
            </a:lvl4pPr>
            <a:lvl5pPr marL="2057400" indent="0" algn="l" defTabSz="914400" rtl="0" eaLnBrk="1" latinLnBrk="0" hangingPunct="1">
              <a:lnSpc>
                <a:spcPct val="130000"/>
              </a:lnSpc>
              <a:spcBef>
                <a:spcPts val="500"/>
              </a:spcBef>
              <a:buFont typeface="Arial" panose="020B0604020202020204" pitchFamily="34" charset="0"/>
              <a:buChar char="•"/>
              <a:defRPr sz="1800" b="0" kern="1200" spc="0">
                <a:solidFill>
                  <a:schemeClr val="tx2"/>
                </a:solidFill>
                <a:latin typeface="黑体" panose="02010609060101010101" charset="-122"/>
                <a:ea typeface="黑体" panose="02010609060101010101"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lnSpc>
                <a:spcPct val="125000"/>
              </a:lnSpc>
            </a:pPr>
            <a:r>
              <a:rPr lang="zh-CN" altLang="en-US" sz="1400">
                <a:sym typeface="+mn-ea"/>
              </a:rPr>
              <a:t>混淆矩阵C[i][j]表示真实类别i被预测为类别j的样本数，对角线元素为正确分类样本。</a:t>
            </a:r>
            <a:endParaRPr lang="zh-CN" altLang="en-US" sz="1400"/>
          </a:p>
          <a:p>
            <a:pPr algn="l">
              <a:lnSpc>
                <a:spcPct val="125000"/>
              </a:lnSpc>
            </a:pPr>
            <a:endParaRPr lang="zh-CN" altLang="en-US" sz="1400"/>
          </a:p>
        </p:txBody>
      </p:sp>
      <p:pic>
        <p:nvPicPr>
          <p:cNvPr id="37" name="图片 36"/>
          <p:cNvPicPr>
            <a:picLocks noChangeAspect="1"/>
          </p:cNvPicPr>
          <p:nvPr/>
        </p:nvPicPr>
        <p:blipFill>
          <a:blip r:embed="rId12"/>
          <a:stretch>
            <a:fillRect/>
          </a:stretch>
        </p:blipFill>
        <p:spPr>
          <a:xfrm>
            <a:off x="259080" y="1598930"/>
            <a:ext cx="7433310" cy="5001260"/>
          </a:xfrm>
          <a:prstGeom prst="rect">
            <a:avLst/>
          </a:prstGeom>
        </p:spPr>
      </p:pic>
    </p:spTree>
    <p:custDataLst>
      <p:tags r:id="rId13"/>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p:pic>
        <p:nvPicPr>
          <p:cNvPr id="15" name="图片 14"/>
          <p:cNvPicPr>
            <a:picLocks noChangeAspect="1"/>
          </p:cNvPicPr>
          <p:nvPr/>
        </p:nvPicPr>
        <p:blipFill>
          <a:blip r:embed="rId2"/>
          <a:stretch>
            <a:fillRect/>
          </a:stretch>
        </p:blipFill>
        <p:spPr>
          <a:xfrm>
            <a:off x="335280" y="3658235"/>
            <a:ext cx="8275955" cy="3199765"/>
          </a:xfrm>
          <a:prstGeom prst="rect">
            <a:avLst/>
          </a:prstGeom>
        </p:spPr>
      </p:pic>
      <p:pic>
        <p:nvPicPr>
          <p:cNvPr id="16" name="图片 15"/>
          <p:cNvPicPr>
            <a:picLocks noChangeAspect="1"/>
          </p:cNvPicPr>
          <p:nvPr/>
        </p:nvPicPr>
        <p:blipFill>
          <a:blip r:embed="rId3"/>
          <a:stretch>
            <a:fillRect/>
          </a:stretch>
        </p:blipFill>
        <p:spPr>
          <a:xfrm>
            <a:off x="5831840" y="71120"/>
            <a:ext cx="5981065" cy="3547745"/>
          </a:xfrm>
          <a:prstGeom prst="rect">
            <a:avLst/>
          </a:prstGeom>
        </p:spPr>
      </p:pic>
      <p:sp>
        <p:nvSpPr>
          <p:cNvPr id="17" name="标题 16"/>
          <p:cNvSpPr>
            <a:spLocks noGrp="1"/>
          </p:cNvSpPr>
          <p:nvPr>
            <p:ph type="ctrTitle" idx="16385"/>
            <p:custDataLst>
              <p:tags r:id="rId4"/>
            </p:custDataLst>
          </p:nvPr>
        </p:nvSpPr>
        <p:spPr>
          <a:xfrm>
            <a:off x="238760" y="71120"/>
            <a:ext cx="10972800" cy="609600"/>
          </a:xfrm>
        </p:spPr>
        <p:txBody>
          <a:bodyPr>
            <a:normAutofit/>
          </a:bodyPr>
          <a:p>
            <a:pPr algn="l">
              <a:lnSpc>
                <a:spcPct val="111000"/>
              </a:lnSpc>
            </a:pPr>
            <a:r>
              <a:rPr lang="zh-CN" altLang="en-US"/>
              <a:t>训练</a:t>
            </a:r>
            <a:r>
              <a:rPr lang="zh-CN" altLang="en-US">
                <a:sym typeface="+mn-ea"/>
              </a:rPr>
              <a:t>动态与</a:t>
            </a:r>
            <a:r>
              <a:rPr lang="en-US" altLang="zh-CN"/>
              <a:t>Epoch</a:t>
            </a:r>
            <a:r>
              <a:rPr lang="zh-CN" altLang="en-US"/>
              <a:t>选择</a:t>
            </a:r>
            <a:endParaRPr lang="zh-CN" altLang="en-US"/>
          </a:p>
        </p:txBody>
      </p:sp>
      <p:sp>
        <p:nvSpPr>
          <p:cNvPr id="2" name="文本框 1"/>
          <p:cNvSpPr txBox="1"/>
          <p:nvPr/>
        </p:nvSpPr>
        <p:spPr>
          <a:xfrm>
            <a:off x="135890" y="672465"/>
            <a:ext cx="5532755" cy="645160"/>
          </a:xfrm>
          <a:prstGeom prst="rect">
            <a:avLst/>
          </a:prstGeom>
          <a:noFill/>
        </p:spPr>
        <p:txBody>
          <a:bodyPr wrap="square" rtlCol="0">
            <a:spAutoFit/>
          </a:bodyPr>
          <a:p>
            <a:r>
              <a:rPr lang="en-US" altLang="zh-CN"/>
              <a:t>ysmooth=0.9×[0,0,1,0,0,0,0,0]+0.18=[0.0125,0.0125,0.8875,0.0125,0.0125,0.0125,0.0125,0.0125]</a:t>
            </a:r>
            <a:endParaRPr lang="en-US" altLang="zh-CN"/>
          </a:p>
        </p:txBody>
      </p:sp>
      <p:pic>
        <p:nvPicPr>
          <p:cNvPr id="3" name="图片 2"/>
          <p:cNvPicPr>
            <a:picLocks noChangeAspect="1"/>
          </p:cNvPicPr>
          <p:nvPr/>
        </p:nvPicPr>
        <p:blipFill>
          <a:blip r:embed="rId5"/>
          <a:stretch>
            <a:fillRect/>
          </a:stretch>
        </p:blipFill>
        <p:spPr>
          <a:xfrm>
            <a:off x="238760" y="1424305"/>
            <a:ext cx="3917950" cy="600075"/>
          </a:xfrm>
          <a:prstGeom prst="rect">
            <a:avLst/>
          </a:prstGeom>
        </p:spPr>
      </p:pic>
      <p:sp>
        <p:nvSpPr>
          <p:cNvPr id="4" name="文本框 3"/>
          <p:cNvSpPr txBox="1"/>
          <p:nvPr/>
        </p:nvSpPr>
        <p:spPr>
          <a:xfrm>
            <a:off x="135890" y="2182495"/>
            <a:ext cx="5643245" cy="922020"/>
          </a:xfrm>
          <a:prstGeom prst="rect">
            <a:avLst/>
          </a:prstGeom>
          <a:noFill/>
        </p:spPr>
        <p:txBody>
          <a:bodyPr wrap="square" rtlCol="0">
            <a:spAutoFit/>
          </a:bodyPr>
          <a:p>
            <a:r>
              <a:rPr lang="en-US" altLang="zh-CN"/>
              <a:t>Lsmooth=−(0.0125×log(p1)+0.0125×log(p2)+0.8875×log(p3)+0.0125×log(p4)+0.0125×log(p5)+0.0125×log(p6)+0.0125×log(p7)+0.0125×log(p8))</a:t>
            </a:r>
            <a:endParaRPr lang="en-US" altLang="zh-CN"/>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p:sp>
        <p:nvSpPr>
          <p:cNvPr id="16" name="稻壳儿_刀客儿出品_1"/>
          <p:cNvSpPr/>
          <p:nvPr/>
        </p:nvSpPr>
        <p:spPr>
          <a:xfrm>
            <a:off x="2971800" y="476250"/>
            <a:ext cx="6249035" cy="5904865"/>
          </a:xfrm>
          <a:prstGeom prst="diamond">
            <a:avLst/>
          </a:prstGeom>
          <a:noFill/>
          <a:ln w="38100">
            <a:gradFill flip="none" rotWithShape="1">
              <a:gsLst>
                <a:gs pos="0">
                  <a:srgbClr val="B36E2F"/>
                </a:gs>
                <a:gs pos="30000">
                  <a:srgbClr val="A86F3C"/>
                </a:gs>
                <a:gs pos="80000">
                  <a:srgbClr val="A5642E"/>
                </a:gs>
                <a:gs pos="55000">
                  <a:srgbClr val="F3BD84"/>
                </a:gs>
                <a:gs pos="100000">
                  <a:srgbClr val="652F07"/>
                </a:gs>
              </a:gsLst>
              <a:lin ang="27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文本框 16"/>
          <p:cNvSpPr txBox="1"/>
          <p:nvPr/>
        </p:nvSpPr>
        <p:spPr>
          <a:xfrm>
            <a:off x="4336415" y="2484755"/>
            <a:ext cx="3520440" cy="1888490"/>
          </a:xfrm>
          <a:prstGeom prst="rect">
            <a:avLst/>
          </a:prstGeom>
          <a:noFill/>
        </p:spPr>
        <p:txBody>
          <a:bodyPr wrap="square" rtlCol="0">
            <a:noAutofit/>
          </a:bodyPr>
          <a:p>
            <a:r>
              <a:rPr lang="en-US" altLang="zh-CN" sz="5400">
                <a:ln w="13462">
                  <a:solidFill>
                    <a:schemeClr val="bg1"/>
                  </a:solidFill>
                  <a:prstDash val="solid"/>
                </a:ln>
                <a:solidFill>
                  <a:schemeClr val="tx1">
                    <a:lumMod val="85000"/>
                    <a:lumOff val="15000"/>
                  </a:schemeClr>
                </a:solidFill>
                <a:effectLst>
                  <a:outerShdw dist="38100" dir="2700000" algn="bl" rotWithShape="0">
                    <a:schemeClr val="accent5"/>
                  </a:outerShdw>
                </a:effectLst>
                <a:sym typeface="+mn-ea"/>
              </a:rPr>
              <a:t>06. </a:t>
            </a:r>
            <a:r>
              <a:rPr lang="zh-CN" altLang="en-US" sz="5400">
                <a:ln w="13462">
                  <a:solidFill>
                    <a:schemeClr val="bg1"/>
                  </a:solidFill>
                  <a:prstDash val="solid"/>
                </a:ln>
                <a:solidFill>
                  <a:schemeClr val="tx1">
                    <a:lumMod val="85000"/>
                    <a:lumOff val="15000"/>
                  </a:schemeClr>
                </a:solidFill>
                <a:effectLst>
                  <a:outerShdw dist="38100" dir="2700000" algn="bl" rotWithShape="0">
                    <a:schemeClr val="accent5"/>
                  </a:outerShdw>
                </a:effectLst>
                <a:sym typeface="+mn-ea"/>
              </a:rPr>
              <a:t>总结</a:t>
            </a:r>
            <a:r>
              <a:rPr lang="zh-CN" altLang="en-US" sz="5400">
                <a:ln w="13462">
                  <a:solidFill>
                    <a:schemeClr val="bg1"/>
                  </a:solidFill>
                  <a:prstDash val="solid"/>
                </a:ln>
                <a:solidFill>
                  <a:schemeClr val="tx1">
                    <a:lumMod val="85000"/>
                    <a:lumOff val="15000"/>
                  </a:schemeClr>
                </a:solidFill>
                <a:effectLst>
                  <a:outerShdw dist="38100" dir="2700000" algn="bl" rotWithShape="0">
                    <a:schemeClr val="accent5"/>
                  </a:outerShdw>
                </a:effectLst>
                <a:sym typeface="+mn-ea"/>
              </a:rPr>
              <a:t>与展望</a:t>
            </a:r>
            <a:endParaRPr lang="zh-CN" altLang="en-US" sz="5400">
              <a:ln w="13462">
                <a:solidFill>
                  <a:schemeClr val="bg1"/>
                </a:solidFill>
                <a:prstDash val="solid"/>
              </a:ln>
              <a:solidFill>
                <a:schemeClr val="tx1">
                  <a:lumMod val="85000"/>
                  <a:lumOff val="15000"/>
                </a:schemeClr>
              </a:solidFill>
              <a:effectLst>
                <a:outerShdw dist="38100" dir="2700000" algn="bl" rotWithShape="0">
                  <a:schemeClr val="accent5"/>
                </a:outerShdw>
              </a:effectLst>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600">
        <p:blinds/>
      </p:transition>
    </mc:Choice>
    <mc:Fallback>
      <p:transition spd="slow">
        <p:blind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p:cTn id="7" dur="500" fill="hold"/>
                                        <p:tgtEl>
                                          <p:spTgt spid="16"/>
                                        </p:tgtEl>
                                        <p:attrNameLst>
                                          <p:attrName>ppt_w</p:attrName>
                                        </p:attrNameLst>
                                      </p:cBhvr>
                                      <p:tavLst>
                                        <p:tav tm="0">
                                          <p:val>
                                            <p:fltVal val="0"/>
                                          </p:val>
                                        </p:tav>
                                        <p:tav tm="100000">
                                          <p:val>
                                            <p:strVal val="#ppt_w"/>
                                          </p:val>
                                        </p:tav>
                                      </p:tavLst>
                                    </p:anim>
                                    <p:anim calcmode="lin" valueType="num">
                                      <p:cBhvr>
                                        <p:cTn id="8" dur="500" fill="hold"/>
                                        <p:tgtEl>
                                          <p:spTgt spid="16"/>
                                        </p:tgtEl>
                                        <p:attrNameLst>
                                          <p:attrName>ppt_h</p:attrName>
                                        </p:attrNameLst>
                                      </p:cBhvr>
                                      <p:tavLst>
                                        <p:tav tm="0">
                                          <p:val>
                                            <p:fltVal val="0"/>
                                          </p:val>
                                        </p:tav>
                                        <p:tav tm="100000">
                                          <p:val>
                                            <p:strVal val="#ppt_h"/>
                                          </p:val>
                                        </p:tav>
                                      </p:tavLst>
                                    </p:anim>
                                    <p:animEffect transition="in" filter="fade">
                                      <p:cBhvr>
                                        <p:cTn id="9" dur="500"/>
                                        <p:tgtEl>
                                          <p:spTgt spid="16"/>
                                        </p:tgtEl>
                                      </p:cBhvr>
                                    </p:animEffect>
                                  </p:childTnLst>
                                </p:cTn>
                              </p:par>
                            </p:childTnLst>
                          </p:cTn>
                        </p:par>
                        <p:par>
                          <p:cTn id="10" fill="hold">
                            <p:stCondLst>
                              <p:cond delay="500"/>
                            </p:stCondLst>
                            <p:childTnLst>
                              <p:par>
                                <p:cTn id="11" presetID="12" presetClass="entr" presetSubtype="4" fill="hold" grpId="0" nodeType="afterEffect">
                                  <p:stCondLst>
                                    <p:cond delay="0"/>
                                  </p:stCondLst>
                                  <p:childTnLst>
                                    <p:set>
                                      <p:cBhvr>
                                        <p:cTn id="12" dur="1" fill="hold">
                                          <p:stCondLst>
                                            <p:cond delay="0"/>
                                          </p:stCondLst>
                                        </p:cTn>
                                        <p:tgtEl>
                                          <p:spTgt spid="17"/>
                                        </p:tgtEl>
                                        <p:attrNameLst>
                                          <p:attrName>style.visibility</p:attrName>
                                        </p:attrNameLst>
                                      </p:cBhvr>
                                      <p:to>
                                        <p:strVal val="visible"/>
                                      </p:to>
                                    </p:set>
                                    <p:anim calcmode="lin" valueType="num">
                                      <p:cBhvr additive="base">
                                        <p:cTn id="13" dur="500"/>
                                        <p:tgtEl>
                                          <p:spTgt spid="17"/>
                                        </p:tgtEl>
                                        <p:attrNameLst>
                                          <p:attrName>ppt_y</p:attrName>
                                        </p:attrNameLst>
                                      </p:cBhvr>
                                      <p:tavLst>
                                        <p:tav tm="0">
                                          <p:val>
                                            <p:strVal val="#ppt_y+#ppt_h*1.125000"/>
                                          </p:val>
                                        </p:tav>
                                        <p:tav tm="100000">
                                          <p:val>
                                            <p:strVal val="#ppt_y"/>
                                          </p:val>
                                        </p:tav>
                                      </p:tavLst>
                                    </p:anim>
                                    <p:animEffect transition="in" filter="wipe(up)">
                                      <p:cBhvr>
                                        <p:cTn id="14"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bldLvl="0" animBg="1"/>
      <p:bldP spid="17" grpId="0"/>
      <p:bldP spid="17" grpId="1"/>
    </p:bldLst>
  </p:timing>
</p:sld>
</file>

<file path=ppt/slides/slide31.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p:sp>
        <p:nvSpPr>
          <p:cNvPr id="2" name="标题 1"/>
          <p:cNvSpPr>
            <a:spLocks noGrp="1"/>
          </p:cNvSpPr>
          <p:nvPr>
            <p:ph type="ctrTitle" idx="16385"/>
            <p:custDataLst>
              <p:tags r:id="rId2"/>
            </p:custDataLst>
          </p:nvPr>
        </p:nvSpPr>
        <p:spPr/>
        <p:txBody>
          <a:bodyPr>
            <a:normAutofit/>
          </a:bodyPr>
          <a:p>
            <a:pPr algn="l">
              <a:lnSpc>
                <a:spcPct val="111000"/>
              </a:lnSpc>
            </a:pPr>
            <a:r>
              <a:rPr lang="zh-CN" altLang="en-US"/>
              <a:t>训练过程分析</a:t>
            </a:r>
            <a:endParaRPr lang="zh-CN" altLang="en-US"/>
          </a:p>
        </p:txBody>
      </p:sp>
      <p:pic>
        <p:nvPicPr>
          <p:cNvPr id="3" name="内容占位符 2" descr="90521ec1-2c1e-11f1-9b69-caa74461ebbd"/>
          <p:cNvPicPr>
            <a:picLocks noChangeAspect="1"/>
          </p:cNvPicPr>
          <p:nvPr>
            <p:ph idx="16390"/>
            <p:custDataLst>
              <p:tags r:id="rId3"/>
            </p:custDataLst>
          </p:nvPr>
        </p:nvPicPr>
        <p:blipFill>
          <a:blip r:embed="rId4"/>
          <a:srcRect t="579" b="579"/>
          <a:stretch>
            <a:fillRect/>
          </a:stretch>
        </p:blipFill>
        <p:spPr>
          <a:xfrm>
            <a:off x="609600" y="3403600"/>
            <a:ext cx="10972800" cy="2844800"/>
          </a:xfrm>
          <a:custGeom>
            <a:avLst/>
            <a:gdLst>
              <a:gd name="connisteX0" fmla="*/ 0 w 10972800"/>
              <a:gd name="connsiteY0" fmla="*/ 203200 h 2844800"/>
              <a:gd name="connisteX1" fmla="*/ 203200 w 10972800"/>
              <a:gd name="connsiteY1" fmla="*/ 0 h 2844800"/>
              <a:gd name="connisteX2" fmla="*/ 10769600 w 10972800"/>
              <a:gd name="connsiteY2" fmla="*/ 0 h 2844800"/>
              <a:gd name="connisteX3" fmla="*/ 10972800 w 10972800"/>
              <a:gd name="connsiteY3" fmla="*/ 203200 h 2844800"/>
              <a:gd name="connisteX4" fmla="*/ 10972800 w 10972800"/>
              <a:gd name="connsiteY4" fmla="*/ 2641600 h 2844800"/>
              <a:gd name="connisteX5" fmla="*/ 10769600 w 10972800"/>
              <a:gd name="connsiteY5" fmla="*/ 2844800 h 2844800"/>
              <a:gd name="connisteX6" fmla="*/ 203200 w 10972800"/>
              <a:gd name="connsiteY6" fmla="*/ 2844800 h 2844800"/>
              <a:gd name="connisteX7" fmla="*/ 0 w 10972800"/>
              <a:gd name="connsiteY7" fmla="*/ 2641600 h 2844800"/>
              <a:gd name="connisteX8" fmla="*/ 0 w 10972800"/>
              <a:gd name="connsiteY8" fmla="*/ 203200 h 2844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0972800" h="2844800">
                <a:moveTo>
                  <a:pt x="0" y="203200"/>
                </a:moveTo>
                <a:cubicBezTo>
                  <a:pt x="0" y="90976"/>
                  <a:pt x="90976" y="0"/>
                  <a:pt x="203200" y="0"/>
                </a:cubicBezTo>
                <a:lnTo>
                  <a:pt x="10769600" y="0"/>
                </a:lnTo>
                <a:cubicBezTo>
                  <a:pt x="10881824" y="0"/>
                  <a:pt x="10972800" y="90976"/>
                  <a:pt x="10972800" y="203200"/>
                </a:cubicBezTo>
                <a:lnTo>
                  <a:pt x="10972800" y="2641600"/>
                </a:lnTo>
                <a:cubicBezTo>
                  <a:pt x="10972800" y="2753824"/>
                  <a:pt x="10881824" y="2844800"/>
                  <a:pt x="10769600" y="2844800"/>
                </a:cubicBezTo>
                <a:lnTo>
                  <a:pt x="203200" y="2844800"/>
                </a:lnTo>
                <a:cubicBezTo>
                  <a:pt x="90976" y="2844800"/>
                  <a:pt x="0" y="2753824"/>
                  <a:pt x="0" y="2641600"/>
                </a:cubicBezTo>
                <a:lnTo>
                  <a:pt x="0" y="203200"/>
                </a:lnTo>
                <a:close/>
              </a:path>
            </a:pathLst>
          </a:custGeom>
        </p:spPr>
      </p:pic>
      <p:sp>
        <p:nvSpPr>
          <p:cNvPr id="4" name="装饰  8"/>
          <p:cNvSpPr>
            <a:spLocks noGrp="1"/>
          </p:cNvSpPr>
          <p:nvPr>
            <p:ph type="body" idx="16391"/>
            <p:custDataLst>
              <p:tags r:id="rId5"/>
            </p:custDataLst>
          </p:nvPr>
        </p:nvSpPr>
        <p:spPr/>
        <p:txBody>
          <a:bodyPr/>
          <a:p>
            <a:r>
              <a:rPr lang="zh-CN" altLang="en-US"/>
              <a:t> </a:t>
            </a:r>
            <a:endParaRPr lang="zh-CN" altLang="en-US"/>
          </a:p>
        </p:txBody>
      </p:sp>
      <p:sp>
        <p:nvSpPr>
          <p:cNvPr id="5" name="文本占位符 4"/>
          <p:cNvSpPr>
            <a:spLocks noGrp="1"/>
          </p:cNvSpPr>
          <p:nvPr>
            <p:ph type="body" idx="16386"/>
            <p:custDataLst>
              <p:tags r:id="rId6"/>
            </p:custDataLst>
          </p:nvPr>
        </p:nvSpPr>
        <p:spPr/>
        <p:txBody>
          <a:bodyPr>
            <a:normAutofit/>
          </a:bodyPr>
          <a:p>
            <a:pPr algn="l">
              <a:lnSpc>
                <a:spcPct val="111000"/>
              </a:lnSpc>
            </a:pPr>
            <a:r>
              <a:rPr lang="zh-CN" altLang="en-US"/>
              <a:t>训练曲线特征</a:t>
            </a:r>
            <a:endParaRPr lang="zh-CN" altLang="en-US"/>
          </a:p>
        </p:txBody>
      </p:sp>
      <p:sp>
        <p:nvSpPr>
          <p:cNvPr id="6" name="文本占位符 5"/>
          <p:cNvSpPr>
            <a:spLocks noGrp="1"/>
          </p:cNvSpPr>
          <p:nvPr>
            <p:ph type="body" idx="16387"/>
            <p:custDataLst>
              <p:tags r:id="rId7"/>
            </p:custDataLst>
          </p:nvPr>
        </p:nvSpPr>
        <p:spPr/>
        <p:txBody>
          <a:bodyPr>
            <a:normAutofit/>
          </a:bodyPr>
          <a:p>
            <a:pPr algn="l">
              <a:lnSpc>
                <a:spcPct val="125000"/>
              </a:lnSpc>
            </a:pPr>
            <a:r>
              <a:rPr lang="zh-CN" altLang="en-US"/>
              <a:t>Loss从1.90降至0.66，学习效果显著；Train Acc从28%升至93%；Val Acc在Epoch 28达到最高89.24%。</a:t>
            </a:r>
            <a:endParaRPr lang="zh-CN" altLang="en-US"/>
          </a:p>
        </p:txBody>
      </p:sp>
      <p:sp>
        <p:nvSpPr>
          <p:cNvPr id="7" name="装饰  1"/>
          <p:cNvSpPr>
            <a:spLocks noGrp="1"/>
          </p:cNvSpPr>
          <p:nvPr>
            <p:ph type="body" idx="16392"/>
            <p:custDataLst>
              <p:tags r:id="rId8"/>
            </p:custDataLst>
          </p:nvPr>
        </p:nvSpPr>
        <p:spPr/>
        <p:txBody>
          <a:bodyPr/>
          <a:p>
            <a:r>
              <a:rPr lang="zh-CN" altLang="en-US"/>
              <a:t> </a:t>
            </a:r>
            <a:endParaRPr lang="zh-CN" altLang="en-US"/>
          </a:p>
        </p:txBody>
      </p:sp>
      <p:sp>
        <p:nvSpPr>
          <p:cNvPr id="8" name="文本占位符 7"/>
          <p:cNvSpPr>
            <a:spLocks noGrp="1"/>
          </p:cNvSpPr>
          <p:nvPr>
            <p:ph type="body" idx="16388"/>
            <p:custDataLst>
              <p:tags r:id="rId9"/>
            </p:custDataLst>
          </p:nvPr>
        </p:nvSpPr>
        <p:spPr/>
        <p:txBody>
          <a:bodyPr>
            <a:normAutofit/>
          </a:bodyPr>
          <a:p>
            <a:pPr algn="l">
              <a:lnSpc>
                <a:spcPct val="111000"/>
              </a:lnSpc>
            </a:pPr>
            <a:r>
              <a:rPr lang="zh-CN" altLang="en-US"/>
              <a:t>学习率调度</a:t>
            </a:r>
            <a:endParaRPr lang="zh-CN" altLang="en-US"/>
          </a:p>
        </p:txBody>
      </p:sp>
      <p:sp>
        <p:nvSpPr>
          <p:cNvPr id="9" name="文本占位符 8"/>
          <p:cNvSpPr>
            <a:spLocks noGrp="1"/>
          </p:cNvSpPr>
          <p:nvPr>
            <p:ph type="body" idx="16389"/>
            <p:custDataLst>
              <p:tags r:id="rId10"/>
            </p:custDataLst>
          </p:nvPr>
        </p:nvSpPr>
        <p:spPr/>
        <p:txBody>
          <a:bodyPr>
            <a:normAutofit/>
          </a:bodyPr>
          <a:p>
            <a:pPr algn="l">
              <a:lnSpc>
                <a:spcPct val="125000"/>
              </a:lnSpc>
            </a:pPr>
            <a:r>
              <a:rPr lang="zh-CN" altLang="en-US"/>
              <a:t>采用CosineAnnealingWarmRestarts策略，T_0=10，T_mult=2，通过周期性调整避免模型陷入局部最优。</a:t>
            </a:r>
            <a:endParaRPr lang="zh-CN" altLang="en-US"/>
          </a:p>
        </p:txBody>
      </p:sp>
      <p:sp>
        <p:nvSpPr>
          <p:cNvPr id="14" name="稻壳儿_刀客儿出品_1"/>
          <p:cNvSpPr/>
          <p:nvPr/>
        </p:nvSpPr>
        <p:spPr>
          <a:xfrm>
            <a:off x="217170" y="658495"/>
            <a:ext cx="314960" cy="395605"/>
          </a:xfrm>
          <a:prstGeom prst="diamond">
            <a:avLst/>
          </a:prstGeom>
          <a:noFill/>
          <a:ln w="38100">
            <a:gradFill flip="none" rotWithShape="1">
              <a:gsLst>
                <a:gs pos="0">
                  <a:srgbClr val="B36E2F"/>
                </a:gs>
                <a:gs pos="30000">
                  <a:srgbClr val="A86F3C"/>
                </a:gs>
                <a:gs pos="80000">
                  <a:srgbClr val="A5642E"/>
                </a:gs>
                <a:gs pos="55000">
                  <a:srgbClr val="F3BD84"/>
                </a:gs>
                <a:gs pos="100000">
                  <a:srgbClr val="652F07"/>
                </a:gs>
              </a:gsLst>
              <a:lin ang="27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1"/>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p:sp>
        <p:nvSpPr>
          <p:cNvPr id="2" name="标题 1"/>
          <p:cNvSpPr>
            <a:spLocks noGrp="1"/>
          </p:cNvSpPr>
          <p:nvPr>
            <p:ph type="ctrTitle" idx="16385"/>
            <p:custDataLst>
              <p:tags r:id="rId2"/>
            </p:custDataLst>
          </p:nvPr>
        </p:nvSpPr>
        <p:spPr/>
        <p:txBody>
          <a:bodyPr>
            <a:normAutofit/>
          </a:bodyPr>
          <a:p>
            <a:pPr algn="l">
              <a:lnSpc>
                <a:spcPct val="111000"/>
              </a:lnSpc>
            </a:pPr>
            <a:r>
              <a:rPr lang="zh-CN" altLang="en-US"/>
              <a:t>未来展望</a:t>
            </a:r>
            <a:endParaRPr lang="zh-CN" altLang="en-US"/>
          </a:p>
        </p:txBody>
      </p:sp>
      <p:pic>
        <p:nvPicPr>
          <p:cNvPr id="3" name="内容占位符 2" descr="9047de5b-2c1e-11f1-8b29-669669bb81b6"/>
          <p:cNvPicPr>
            <a:picLocks noChangeAspect="1"/>
          </p:cNvPicPr>
          <p:nvPr>
            <p:ph idx="16392"/>
            <p:custDataLst>
              <p:tags r:id="rId3"/>
            </p:custDataLst>
          </p:nvPr>
        </p:nvPicPr>
        <p:blipFill>
          <a:blip r:embed="rId4"/>
          <a:srcRect t="271" b="271"/>
          <a:stretch>
            <a:fillRect/>
          </a:stretch>
        </p:blipFill>
        <p:spPr>
          <a:xfrm>
            <a:off x="7543800" y="609600"/>
            <a:ext cx="4038600" cy="5638800"/>
          </a:xfrm>
          <a:custGeom>
            <a:avLst/>
            <a:gdLst>
              <a:gd name="connisteX0" fmla="*/ 0 w 4038600"/>
              <a:gd name="connsiteY0" fmla="*/ 203200 h 5638800"/>
              <a:gd name="connisteX1" fmla="*/ 203200 w 4038600"/>
              <a:gd name="connsiteY1" fmla="*/ 0 h 5638800"/>
              <a:gd name="connisteX2" fmla="*/ 3835400 w 4038600"/>
              <a:gd name="connsiteY2" fmla="*/ 0 h 5638800"/>
              <a:gd name="connisteX3" fmla="*/ 4038600 w 4038600"/>
              <a:gd name="connsiteY3" fmla="*/ 203200 h 5638800"/>
              <a:gd name="connisteX4" fmla="*/ 4038600 w 4038600"/>
              <a:gd name="connsiteY4" fmla="*/ 5435600 h 5638800"/>
              <a:gd name="connisteX5" fmla="*/ 3835400 w 4038600"/>
              <a:gd name="connsiteY5" fmla="*/ 5638800 h 5638800"/>
              <a:gd name="connisteX6" fmla="*/ 203200 w 4038600"/>
              <a:gd name="connsiteY6" fmla="*/ 5638800 h 5638800"/>
              <a:gd name="connisteX7" fmla="*/ 0 w 4038600"/>
              <a:gd name="connsiteY7" fmla="*/ 5435600 h 5638800"/>
              <a:gd name="connisteX8" fmla="*/ 0 w 4038600"/>
              <a:gd name="connsiteY8" fmla="*/ 203200 h 5638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4038600" h="5638800">
                <a:moveTo>
                  <a:pt x="0" y="203200"/>
                </a:moveTo>
                <a:cubicBezTo>
                  <a:pt x="0" y="90976"/>
                  <a:pt x="90976" y="0"/>
                  <a:pt x="203200" y="0"/>
                </a:cubicBezTo>
                <a:lnTo>
                  <a:pt x="3835400" y="0"/>
                </a:lnTo>
                <a:cubicBezTo>
                  <a:pt x="3947624" y="0"/>
                  <a:pt x="4038600" y="90976"/>
                  <a:pt x="4038600" y="203200"/>
                </a:cubicBezTo>
                <a:lnTo>
                  <a:pt x="4038600" y="5435600"/>
                </a:lnTo>
                <a:cubicBezTo>
                  <a:pt x="4038600" y="5547824"/>
                  <a:pt x="3947624" y="5638800"/>
                  <a:pt x="3835400" y="5638800"/>
                </a:cubicBezTo>
                <a:lnTo>
                  <a:pt x="203200" y="5638800"/>
                </a:lnTo>
                <a:cubicBezTo>
                  <a:pt x="90976" y="5638800"/>
                  <a:pt x="0" y="5547824"/>
                  <a:pt x="0" y="5435600"/>
                </a:cubicBezTo>
                <a:lnTo>
                  <a:pt x="0" y="203200"/>
                </a:lnTo>
                <a:close/>
              </a:path>
            </a:pathLst>
          </a:custGeom>
        </p:spPr>
      </p:pic>
      <p:sp>
        <p:nvSpPr>
          <p:cNvPr id="4" name="装饰  8"/>
          <p:cNvSpPr>
            <a:spLocks noGrp="1"/>
          </p:cNvSpPr>
          <p:nvPr>
            <p:ph type="body" idx="16393"/>
            <p:custDataLst>
              <p:tags r:id="rId5"/>
            </p:custDataLst>
          </p:nvPr>
        </p:nvSpPr>
        <p:spPr/>
        <p:txBody>
          <a:bodyPr/>
          <a:p>
            <a:r>
              <a:rPr lang="zh-CN" altLang="en-US"/>
              <a:t> </a:t>
            </a:r>
            <a:endParaRPr lang="zh-CN" altLang="en-US"/>
          </a:p>
        </p:txBody>
      </p:sp>
      <p:sp>
        <p:nvSpPr>
          <p:cNvPr id="5" name="文本占位符 4"/>
          <p:cNvSpPr>
            <a:spLocks noGrp="1"/>
          </p:cNvSpPr>
          <p:nvPr>
            <p:ph type="body" idx="16386"/>
            <p:custDataLst>
              <p:tags r:id="rId6"/>
            </p:custDataLst>
          </p:nvPr>
        </p:nvSpPr>
        <p:spPr/>
        <p:txBody>
          <a:bodyPr>
            <a:normAutofit/>
          </a:bodyPr>
          <a:p>
            <a:pPr algn="l">
              <a:lnSpc>
                <a:spcPct val="111000"/>
              </a:lnSpc>
            </a:pPr>
            <a:r>
              <a:rPr lang="zh-CN" altLang="en-US"/>
              <a:t>尝试更大预训练模型</a:t>
            </a:r>
            <a:endParaRPr lang="zh-CN" altLang="en-US"/>
          </a:p>
        </p:txBody>
      </p:sp>
      <p:sp>
        <p:nvSpPr>
          <p:cNvPr id="6" name="文本占位符 5"/>
          <p:cNvSpPr>
            <a:spLocks noGrp="1"/>
          </p:cNvSpPr>
          <p:nvPr>
            <p:ph type="body" idx="16387"/>
            <p:custDataLst>
              <p:tags r:id="rId7"/>
            </p:custDataLst>
          </p:nvPr>
        </p:nvSpPr>
        <p:spPr/>
        <p:txBody>
          <a:bodyPr>
            <a:normAutofit/>
          </a:bodyPr>
          <a:p>
            <a:pPr algn="l">
              <a:lnSpc>
                <a:spcPct val="125000"/>
              </a:lnSpc>
            </a:pPr>
            <a:r>
              <a:rPr lang="zh-CN" altLang="en-US"/>
              <a:t>计划引入Wav2Vec2-Large等更大规模的预训练模型，以提升特征提取能力和模型性能。</a:t>
            </a:r>
            <a:endParaRPr lang="zh-CN" altLang="en-US"/>
          </a:p>
        </p:txBody>
      </p:sp>
      <p:sp>
        <p:nvSpPr>
          <p:cNvPr id="7" name="装饰  1"/>
          <p:cNvSpPr>
            <a:spLocks noGrp="1"/>
          </p:cNvSpPr>
          <p:nvPr>
            <p:ph type="body" idx="16394"/>
            <p:custDataLst>
              <p:tags r:id="rId8"/>
            </p:custDataLst>
          </p:nvPr>
        </p:nvSpPr>
        <p:spPr/>
        <p:txBody>
          <a:bodyPr/>
          <a:p>
            <a:r>
              <a:rPr lang="zh-CN" altLang="en-US"/>
              <a:t> </a:t>
            </a:r>
            <a:endParaRPr lang="zh-CN" altLang="en-US"/>
          </a:p>
        </p:txBody>
      </p:sp>
      <p:sp>
        <p:nvSpPr>
          <p:cNvPr id="8" name="文本占位符 7"/>
          <p:cNvSpPr>
            <a:spLocks noGrp="1"/>
          </p:cNvSpPr>
          <p:nvPr>
            <p:ph type="body" idx="16388"/>
            <p:custDataLst>
              <p:tags r:id="rId9"/>
            </p:custDataLst>
          </p:nvPr>
        </p:nvSpPr>
        <p:spPr/>
        <p:txBody>
          <a:bodyPr>
            <a:normAutofit/>
          </a:bodyPr>
          <a:p>
            <a:pPr algn="l">
              <a:lnSpc>
                <a:spcPct val="111000"/>
              </a:lnSpc>
            </a:pPr>
            <a:r>
              <a:rPr lang="zh-CN" altLang="en-US"/>
              <a:t>引入注意力机制</a:t>
            </a:r>
            <a:endParaRPr lang="zh-CN" altLang="en-US"/>
          </a:p>
        </p:txBody>
      </p:sp>
      <p:sp>
        <p:nvSpPr>
          <p:cNvPr id="9" name="文本占位符 8"/>
          <p:cNvSpPr>
            <a:spLocks noGrp="1"/>
          </p:cNvSpPr>
          <p:nvPr>
            <p:ph type="body" idx="16389"/>
            <p:custDataLst>
              <p:tags r:id="rId10"/>
            </p:custDataLst>
          </p:nvPr>
        </p:nvSpPr>
        <p:spPr/>
        <p:txBody>
          <a:bodyPr>
            <a:normAutofit lnSpcReduction="10000"/>
          </a:bodyPr>
          <a:p>
            <a:pPr algn="l">
              <a:lnSpc>
                <a:spcPct val="125000"/>
              </a:lnSpc>
            </a:pPr>
            <a:r>
              <a:rPr lang="zh-CN" altLang="en-US"/>
              <a:t>考虑在模型架构中加入注意力机制，增强对关键语音特征的捕捉能力，进一步优化情感识别效果。</a:t>
            </a:r>
            <a:endParaRPr lang="zh-CN" altLang="en-US"/>
          </a:p>
        </p:txBody>
      </p:sp>
      <p:sp>
        <p:nvSpPr>
          <p:cNvPr id="10" name="装饰  5"/>
          <p:cNvSpPr>
            <a:spLocks noGrp="1"/>
          </p:cNvSpPr>
          <p:nvPr>
            <p:ph type="body" idx="16395"/>
            <p:custDataLst>
              <p:tags r:id="rId11"/>
            </p:custDataLst>
          </p:nvPr>
        </p:nvSpPr>
        <p:spPr/>
        <p:txBody>
          <a:bodyPr/>
          <a:p>
            <a:r>
              <a:rPr lang="zh-CN" altLang="en-US"/>
              <a:t> </a:t>
            </a:r>
            <a:endParaRPr lang="zh-CN" altLang="en-US"/>
          </a:p>
        </p:txBody>
      </p:sp>
      <p:sp>
        <p:nvSpPr>
          <p:cNvPr id="11" name="文本占位符 10"/>
          <p:cNvSpPr>
            <a:spLocks noGrp="1"/>
          </p:cNvSpPr>
          <p:nvPr>
            <p:ph type="body" idx="16390"/>
            <p:custDataLst>
              <p:tags r:id="rId12"/>
            </p:custDataLst>
          </p:nvPr>
        </p:nvSpPr>
        <p:spPr/>
        <p:txBody>
          <a:bodyPr>
            <a:normAutofit/>
          </a:bodyPr>
          <a:p>
            <a:pPr algn="l">
              <a:lnSpc>
                <a:spcPct val="111000"/>
              </a:lnSpc>
            </a:pPr>
            <a:r>
              <a:rPr lang="zh-CN" altLang="en-US"/>
              <a:t>多模态融合</a:t>
            </a:r>
            <a:endParaRPr lang="zh-CN" altLang="en-US"/>
          </a:p>
        </p:txBody>
      </p:sp>
      <p:sp>
        <p:nvSpPr>
          <p:cNvPr id="12" name="文本占位符 11"/>
          <p:cNvSpPr>
            <a:spLocks noGrp="1"/>
          </p:cNvSpPr>
          <p:nvPr>
            <p:ph type="body" idx="16391"/>
            <p:custDataLst>
              <p:tags r:id="rId13"/>
            </p:custDataLst>
          </p:nvPr>
        </p:nvSpPr>
        <p:spPr/>
        <p:txBody>
          <a:bodyPr>
            <a:normAutofit/>
          </a:bodyPr>
          <a:p>
            <a:pPr algn="l">
              <a:lnSpc>
                <a:spcPct val="125000"/>
              </a:lnSpc>
            </a:pPr>
            <a:r>
              <a:rPr lang="zh-CN" altLang="en-US"/>
              <a:t>探索语音与视频等多模态数据的融合方法，丰富情感信息来源，提升模型的综合识别能力。</a:t>
            </a:r>
            <a:endParaRPr lang="zh-CN" altLang="en-US"/>
          </a:p>
        </p:txBody>
      </p:sp>
    </p:spTree>
    <p:custDataLst>
      <p:tags r:id="rId14"/>
    </p:custDataLst>
  </p:cSld>
  <p:clrMapOvr>
    <a:masterClrMapping/>
  </p:clrMapOvr>
  <mc:AlternateContent xmlns:mc="http://schemas.openxmlformats.org/markup-compatibility/2006">
    <mc:Choice xmlns:p14="http://schemas.microsoft.com/office/powerpoint/2010/main" Requires="p14">
      <p:transition spd="slow" p14:dur="1000">
        <p:wipe/>
      </p:transition>
    </mc:Choice>
    <mc:Fallback>
      <p:transition spd="slow">
        <p:wip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p:sp>
        <p:nvSpPr>
          <p:cNvPr id="16" name="标题 15"/>
          <p:cNvSpPr>
            <a:spLocks noGrp="1"/>
          </p:cNvSpPr>
          <p:nvPr>
            <p:ph type="ctrTitle" idx="16385"/>
            <p:custDataLst>
              <p:tags r:id="rId2"/>
            </p:custDataLst>
          </p:nvPr>
        </p:nvSpPr>
        <p:spPr>
          <a:xfrm>
            <a:off x="5159375" y="2736215"/>
            <a:ext cx="1872615" cy="1385570"/>
          </a:xfrm>
          <a:ln>
            <a:noFill/>
          </a:ln>
        </p:spPr>
        <p:style>
          <a:lnRef idx="2">
            <a:schemeClr val="accent1"/>
          </a:lnRef>
          <a:fillRef idx="0">
            <a:srgbClr val="FFFFFF"/>
          </a:fillRef>
          <a:effectRef idx="0">
            <a:srgbClr val="FFFFFF"/>
          </a:effectRef>
          <a:fontRef idx="minor">
            <a:schemeClr val="tx1"/>
          </a:fontRef>
        </p:style>
        <p:txBody>
          <a:bodyPr>
            <a:noAutofit/>
          </a:bodyPr>
          <a:p>
            <a:r>
              <a:rPr lang="zh-CN" altLang="en-US" sz="7200">
                <a:ln w="15875"/>
                <a:gradFill>
                  <a:gsLst>
                    <a:gs pos="0">
                      <a:schemeClr val="accent1"/>
                    </a:gs>
                    <a:gs pos="100000">
                      <a:schemeClr val="accent6"/>
                    </a:gs>
                  </a:gsLst>
                  <a:lin ang="2700000" scaled="0"/>
                </a:gradFill>
                <a:effectLst/>
              </a:rPr>
              <a:t>谢谢</a:t>
            </a:r>
            <a:endParaRPr lang="zh-CN" altLang="en-US" sz="7200">
              <a:ln w="15875"/>
              <a:gradFill>
                <a:gsLst>
                  <a:gs pos="0">
                    <a:schemeClr val="accent1"/>
                  </a:gs>
                  <a:gs pos="100000">
                    <a:schemeClr val="accent6"/>
                  </a:gs>
                </a:gsLst>
                <a:lin ang="2700000" scaled="0"/>
              </a:gradFill>
              <a:effectLst/>
            </a:endParaRPr>
          </a:p>
        </p:txBody>
      </p:sp>
    </p:spTree>
  </p:cSld>
  <p:clrMapOvr>
    <a:masterClrMapping/>
  </p:clrMapOvr>
  <mc:AlternateContent xmlns:mc="http://schemas.openxmlformats.org/markup-compatibility/2006">
    <mc:Choice xmlns:p14="http://schemas.microsoft.com/office/powerpoint/2010/main" Requires="p14">
      <p:transition spd="slow" p14:dur="2000">
        <p14:ripple/>
      </p:transition>
    </mc:Choice>
    <mc:Fallback>
      <p:transition spd="slow">
        <p:fade/>
      </p:transition>
    </mc:Fallback>
  </mc:AlternateContent>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34.xml><?xml version="1.0" encoding="utf-8"?>
<p:tagLst xmlns:p="http://schemas.openxmlformats.org/presentationml/2006/main">
  <p:tag name="KSO_WM_UNIT_TYPE" val="a"/>
  <p:tag name="KSO_WM_UNIT_INDEX" val="1"/>
  <p:tag name="KSO_WM_UNIT_ID" val="_1*a*1"/>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59"/>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f*1"/>
  <p:tag name="KSO_WM_UNIT_LAYERLEVEL" val="1"/>
  <p:tag name="KSO_WM_TAG_VERSION" val="3.0"/>
  <p:tag name="KSO_WM_BEAUTIFY_FLAG" val="#wm#"/>
  <p:tag name="KSO_WM_UNIT_SUBTYPE" val="a"/>
  <p:tag name="KSO_WM_UNIT_PRESET_TEXT" val="单击此处编辑母版文本样式&#10;二级&#10;三级&#10;四级&#10;五级"/>
  <p:tag name="KSO_WM_UNIT_NOCLEAR" val="0"/>
  <p:tag name="KSO_WM_UNIT_VALUE" val="330"/>
  <p:tag name="KSO_WM_UNIT_TYPE" val="f"/>
  <p:tag name="KSO_WM_UNIT_INDEX" val="1"/>
  <p:tag name="KSO_WM_UNIT_ISNUMDGMTITLE" val="0"/>
  <p:tag name="KSO_WM_TEMPLATE_INDEX" val="40480859"/>
  <p:tag name="KSO_WM_TEMPLATE_CATEGORY" val="custo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a*1"/>
  <p:tag name="KSO_WM_UNIT_LAYERLEVEL" val="1"/>
  <p:tag name="KSO_WM_TAG_VERSION" val="3.0"/>
  <p:tag name="KSO_WM_BEAUTIFY_FLAG" val="#wm#"/>
  <p:tag name="KSO_WM_UNIT_ISCONTENTSTITLE" val="1"/>
  <p:tag name="KSO_WM_UNIT_ISNUMDGMTITLE" val="0"/>
  <p:tag name="KSO_WM_UNIT_PRESET_TEXT" val="标题"/>
  <p:tag name="KSO_WM_UNIT_NOCLEAR" val="0"/>
  <p:tag name="KSO_WM_UNIT_VALUE" val="3"/>
  <p:tag name="KSO_WM_UNIT_TYPE" val="a"/>
  <p:tag name="KSO_WM_UNIT_INDEX" val="1"/>
  <p:tag name="KSO_WM_TEMPLATE_CATEGORY" val="custom"/>
  <p:tag name="KSO_WM_TEMPLATE_USER_THEME" val="1"/>
  <p:tag name="KSO_WM_TEMPLATE_INDEX" val="40480859"/>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 name="KSO_WM_TEMPLATE_CATEGORY" val="custom"/>
  <p:tag name="KSO_WM_TEMPLATE_USER_THEME" val="1"/>
  <p:tag name="KSO_WM_UNIT_ISNUMDGMTITLE" val="0"/>
  <p:tag name="KSO_WM_UNIT_NOCLEAR" val="0"/>
  <p:tag name="KSO_WM_TEMPLATE_INDEX" val="40480859"/>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 name="KSO_WM_TEMPLATE_CATEGORY" val="custom"/>
  <p:tag name="KSO_WM_TEMPLATE_USER_THEME" val="1"/>
  <p:tag name="KSO_WM_UNIT_ISNUMDGMTITLE" val="0"/>
  <p:tag name="KSO_WM_UNIT_NOCLEAR" val="0"/>
  <p:tag name="KSO_WM_TEMPLATE_INDEX" val="40480859"/>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 name="KSO_WM_TEMPLATE_CATEGORY" val="custom"/>
  <p:tag name="KSO_WM_TEMPLATE_USER_THEME" val="1"/>
  <p:tag name="KSO_WM_UNIT_ISNUMDGMTITLE" val="0"/>
  <p:tag name="KSO_WM_UNIT_NOCLEAR" val="0"/>
  <p:tag name="KSO_WM_TEMPLATE_INDEX" val="40480859"/>
</p:tagLst>
</file>

<file path=ppt/tags/tag40.xml><?xml version="1.0" encoding="utf-8"?>
<p:tagLst xmlns:p="http://schemas.openxmlformats.org/presentationml/2006/main">
  <p:tag name="KSO_WM_UNIT_ID" val="_1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859"/>
  <p:tag name="KSO_WM_TEMPLATE_CATEGORY" val="custom"/>
</p:tagLst>
</file>

<file path=ppt/tags/tag41.xml><?xml version="1.0" encoding="utf-8"?>
<p:tagLst xmlns:p="http://schemas.openxmlformats.org/presentationml/2006/main">
  <p:tag name="KSO_WM_UNIT_TYPE" val="f"/>
  <p:tag name="KSO_WM_UNIT_INDEX" val="1"/>
  <p:tag name="KSO_WM_UNIT_ID" val="_3*f*1"/>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59"/>
</p:tagLst>
</file>

<file path=ppt/tags/tag42.xml><?xml version="1.0" encoding="utf-8"?>
<p:tagLst xmlns:p="http://schemas.openxmlformats.org/presentationml/2006/main">
  <p:tag name="KSO_WM_UNIT_TYPE" val="f"/>
  <p:tag name="KSO_WM_UNIT_INDEX" val="2"/>
  <p:tag name="KSO_WM_UNIT_ID" val="_3*f*2"/>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59"/>
</p:tagLst>
</file>

<file path=ppt/tags/tag43.xml><?xml version="1.0" encoding="utf-8"?>
<p:tagLst xmlns:p="http://schemas.openxmlformats.org/presentationml/2006/main">
  <p:tag name="KSO_WM_UNIT_ID" val="_3**"/>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59"/>
</p:tagLst>
</file>

<file path=ppt/tags/tag44.xml><?xml version="1.0" encoding="utf-8"?>
<p:tagLst xmlns:p="http://schemas.openxmlformats.org/presentationml/2006/main">
  <p:tag name="KSO_WM_UNIT_ID" val="_3**"/>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59"/>
</p:tagLst>
</file>

<file path=ppt/tags/tag45.xml><?xml version="1.0" encoding="utf-8"?>
<p:tagLst xmlns:p="http://schemas.openxmlformats.org/presentationml/2006/main">
  <p:tag name="KSO_WM_UNIT_ID" val="_3**"/>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59"/>
</p:tagLst>
</file>

<file path=ppt/tags/tag46.xml><?xml version="1.0" encoding="utf-8"?>
<p:tagLst xmlns:p="http://schemas.openxmlformats.org/presentationml/2006/main">
  <p:tag name="KSO_WM_UNIT_TYPE" val="a"/>
  <p:tag name="KSO_WM_UNIT_INDEX" val="1"/>
  <p:tag name="KSO_WM_UNIT_ID" val="_3*a*1"/>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59"/>
</p:tagLst>
</file>

<file path=ppt/tags/tag47.xml><?xml version="1.0" encoding="utf-8"?>
<p:tagLst xmlns:p="http://schemas.openxmlformats.org/presentationml/2006/main">
  <p:tag name="KSO_WM_UNIT_TYPE" val="f"/>
  <p:tag name="KSO_WM_UNIT_INDEX" val="1"/>
  <p:tag name="KSO_WM_UNIT_ID" val="_4*f*1"/>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59"/>
</p:tagLst>
</file>

<file path=ppt/tags/tag48.xml><?xml version="1.0" encoding="utf-8"?>
<p:tagLst xmlns:p="http://schemas.openxmlformats.org/presentationml/2006/main">
  <p:tag name="KSO_WM_UNIT_TYPE" val="f"/>
  <p:tag name="KSO_WM_UNIT_INDEX" val="2"/>
  <p:tag name="KSO_WM_UNIT_ID" val="_4*f*2"/>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59"/>
</p:tagLst>
</file>

<file path=ppt/tags/tag49.xml><?xml version="1.0" encoding="utf-8"?>
<p:tagLst xmlns:p="http://schemas.openxmlformats.org/presentationml/2006/main">
  <p:tag name="KSO_WM_UNIT_TYPE" val="f"/>
  <p:tag name="KSO_WM_UNIT_INDEX" val="3"/>
  <p:tag name="KSO_WM_UNIT_ID" val="_4*f*3"/>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59"/>
</p:tagLst>
</file>

<file path=ppt/tags/tag50.xml><?xml version="1.0" encoding="utf-8"?>
<p:tagLst xmlns:p="http://schemas.openxmlformats.org/presentationml/2006/main">
  <p:tag name="KSO_WM_UNIT_TYPE" val="f"/>
  <p:tag name="KSO_WM_UNIT_INDEX" val="4"/>
  <p:tag name="KSO_WM_UNIT_ID" val="_4*f*4"/>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59"/>
</p:tagLst>
</file>

<file path=ppt/tags/tag51.xml><?xml version="1.0" encoding="utf-8"?>
<p:tagLst xmlns:p="http://schemas.openxmlformats.org/presentationml/2006/main">
  <p:tag name="KSO_WM_UNIT_ID" val="_4**"/>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59"/>
</p:tagLst>
</file>

<file path=ppt/tags/tag52.xml><?xml version="1.0" encoding="utf-8"?>
<p:tagLst xmlns:p="http://schemas.openxmlformats.org/presentationml/2006/main">
  <p:tag name="KSO_WM_UNIT_ID" val="_4**"/>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59"/>
</p:tagLst>
</file>

<file path=ppt/tags/tag53.xml><?xml version="1.0" encoding="utf-8"?>
<p:tagLst xmlns:p="http://schemas.openxmlformats.org/presentationml/2006/main">
  <p:tag name="KSO_WM_UNIT_ID" val="_4**"/>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59"/>
</p:tagLst>
</file>

<file path=ppt/tags/tag54.xml><?xml version="1.0" encoding="utf-8"?>
<p:tagLst xmlns:p="http://schemas.openxmlformats.org/presentationml/2006/main">
  <p:tag name="KSO_WM_UNIT_TYPE" val="a"/>
  <p:tag name="KSO_WM_UNIT_INDEX" val="1"/>
  <p:tag name="KSO_WM_UNIT_ID" val="_4*a*1"/>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59"/>
</p:tagLst>
</file>

<file path=ppt/tags/tag55.xml><?xml version="1.0" encoding="utf-8"?>
<p:tagLst xmlns:p="http://schemas.openxmlformats.org/presentationml/2006/main">
  <p:tag name="KSO_WM_UNIT_ID" val="_5**"/>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59"/>
</p:tagLst>
</file>

<file path=ppt/tags/tag56.xml><?xml version="1.0" encoding="utf-8"?>
<p:tagLst xmlns:p="http://schemas.openxmlformats.org/presentationml/2006/main">
  <p:tag name="KSO_WM_UNIT_ID" val="_5**"/>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59"/>
</p:tagLst>
</file>

<file path=ppt/tags/tag57.xml><?xml version="1.0" encoding="utf-8"?>
<p:tagLst xmlns:p="http://schemas.openxmlformats.org/presentationml/2006/main">
  <p:tag name="KSO_WM_UNIT_ID" val="_5**"/>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59"/>
</p:tagLst>
</file>

<file path=ppt/tags/tag58.xml><?xml version="1.0" encoding="utf-8"?>
<p:tagLst xmlns:p="http://schemas.openxmlformats.org/presentationml/2006/main">
  <p:tag name="KSO_WM_UNIT_TYPE" val="a"/>
  <p:tag name="KSO_WM_UNIT_INDEX" val="1"/>
  <p:tag name="KSO_WM_UNIT_ID" val="_5*a*1"/>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59"/>
</p:tagLst>
</file>

<file path=ppt/tags/tag59.xml><?xml version="1.0" encoding="utf-8"?>
<p:tagLst xmlns:p="http://schemas.openxmlformats.org/presentationml/2006/main">
  <p:tag name="KSO_WM_UNIT_ID" val="_6**"/>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59"/>
</p:tagLst>
</file>

<file path=ppt/tags/tag60.xml><?xml version="1.0" encoding="utf-8"?>
<p:tagLst xmlns:p="http://schemas.openxmlformats.org/presentationml/2006/main">
  <p:tag name="KSO_WM_UNIT_ID" val="_6**"/>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59"/>
</p:tagLst>
</file>

<file path=ppt/tags/tag61.xml><?xml version="1.0" encoding="utf-8"?>
<p:tagLst xmlns:p="http://schemas.openxmlformats.org/presentationml/2006/main">
  <p:tag name="KSO_WM_UNIT_ID" val="_6**"/>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59"/>
</p:tagLst>
</file>

<file path=ppt/tags/tag62.xml><?xml version="1.0" encoding="utf-8"?>
<p:tagLst xmlns:p="http://schemas.openxmlformats.org/presentationml/2006/main">
  <p:tag name="KSO_WM_UNIT_TYPE" val="f"/>
  <p:tag name="KSO_WM_UNIT_INDEX" val="1"/>
  <p:tag name="KSO_WM_UNIT_ID" val="_7*f*1"/>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59"/>
</p:tagLst>
</file>

<file path=ppt/tags/tag63.xml><?xml version="1.0" encoding="utf-8"?>
<p:tagLst xmlns:p="http://schemas.openxmlformats.org/presentationml/2006/main">
  <p:tag name="KSO_WM_UNIT_ID" val="_7**"/>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59"/>
</p:tagLst>
</file>

<file path=ppt/tags/tag64.xml><?xml version="1.0" encoding="utf-8"?>
<p:tagLst xmlns:p="http://schemas.openxmlformats.org/presentationml/2006/main">
  <p:tag name="KSO_WM_UNIT_ID" val="_7**"/>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59"/>
</p:tagLst>
</file>

<file path=ppt/tags/tag65.xml><?xml version="1.0" encoding="utf-8"?>
<p:tagLst xmlns:p="http://schemas.openxmlformats.org/presentationml/2006/main">
  <p:tag name="KSO_WM_UNIT_ID" val="_7**"/>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59"/>
</p:tagLst>
</file>

<file path=ppt/tags/tag66.xml><?xml version="1.0" encoding="utf-8"?>
<p:tagLst xmlns:p="http://schemas.openxmlformats.org/presentationml/2006/main">
  <p:tag name="KSO_WM_UNIT_ID" val="_8**"/>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59"/>
</p:tagLst>
</file>

<file path=ppt/tags/tag67.xml><?xml version="1.0" encoding="utf-8"?>
<p:tagLst xmlns:p="http://schemas.openxmlformats.org/presentationml/2006/main">
  <p:tag name="KSO_WM_UNIT_ID" val="_8**"/>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59"/>
</p:tagLst>
</file>

<file path=ppt/tags/tag68.xml><?xml version="1.0" encoding="utf-8"?>
<p:tagLst xmlns:p="http://schemas.openxmlformats.org/presentationml/2006/main">
  <p:tag name="KSO_WM_UNIT_ID" val="_8**"/>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59"/>
</p:tagLst>
</file>

<file path=ppt/tags/tag69.xml><?xml version="1.0" encoding="utf-8"?>
<p:tagLst xmlns:p="http://schemas.openxmlformats.org/presentationml/2006/main">
  <p:tag name="KSO_WM_UNIT_TYPE" val="f"/>
  <p:tag name="KSO_WM_UNIT_INDEX" val="1"/>
  <p:tag name="KSO_WM_UNIT_ID" val="_8*f*1"/>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59"/>
</p:tagLst>
</file>

<file path=ppt/tags/tag70.xml><?xml version="1.0" encoding="utf-8"?>
<p:tagLst xmlns:p="http://schemas.openxmlformats.org/presentationml/2006/main">
  <p:tag name="KSO_WM_UNIT_TYPE" val="a"/>
  <p:tag name="KSO_WM_UNIT_INDEX" val="1"/>
  <p:tag name="KSO_WM_UNIT_ID" val="_8*a*1"/>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59"/>
</p:tagLst>
</file>

<file path=ppt/tags/tag71.xml><?xml version="1.0" encoding="utf-8"?>
<p:tagLst xmlns:p="http://schemas.openxmlformats.org/presentationml/2006/main">
  <p:tag name="KSO_WM_UNIT_ID" val="_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859"/>
  <p:tag name="KSO_WM_TEMPLATE_CATEGORY" val="custom"/>
</p:tagLst>
</file>

<file path=ppt/tags/tag72.xml><?xml version="1.0" encoding="utf-8"?>
<p:tagLst xmlns:p="http://schemas.openxmlformats.org/presentationml/2006/main">
  <p:tag name="KSO_WM_UNIT_TYPE" val="f"/>
  <p:tag name="KSO_WM_BEAUTIFY_FLAG" val="#wm#"/>
  <p:tag name="KSO_WM_UNIT_INDEX" val="1"/>
  <p:tag name="KSO_WM_UNIT_SUBTYPE" val="c"/>
  <p:tag name="KSO_WM_UNIT_TEXT_TYPE" val="1"/>
  <p:tag name="KSO_WM_FIGMA_FLAG" val="#fgm#"/>
  <p:tag name="KSO_WM_UNIT_ID" val="_9*f*1"/>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859"/>
  <p:tag name="KSO_WM_TEMPLATE_CATEGORY" val="custom"/>
</p:tagLst>
</file>

<file path=ppt/tags/tag73.xml><?xml version="1.0" encoding="utf-8"?>
<p:tagLst xmlns:p="http://schemas.openxmlformats.org/presentationml/2006/main">
  <p:tag name="KSO_WM_UNIT_TYPE" val="a"/>
  <p:tag name="KSO_WM_BEAUTIFY_FLAG" val="#wm#"/>
  <p:tag name="KSO_WM_UNIT_INDEX" val="1"/>
  <p:tag name="KSO_WM_UNIT_TEXT_TYPE" val="1"/>
  <p:tag name="KSO_WM_LAYOUT_CHECK_HASH" val="0d87cb0134f6ca5dd254d1d00c48ba5fb7187dae"/>
  <p:tag name="KSO_WM_NEWLAYOUT_ID" val="23"/>
  <p:tag name="KSO_WM_FIGMA_FLAG" val="#fgm#"/>
  <p:tag name="KSO_WM_UNIT_ID" val="_9*a*1"/>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859"/>
  <p:tag name="KSO_WM_TEMPLATE_CATEGORY" val="custom"/>
</p:tagLst>
</file>

<file path=ppt/tags/tag74.xml><?xml version="1.0" encoding="utf-8"?>
<p:tagLst xmlns:p="http://schemas.openxmlformats.org/presentationml/2006/main">
  <p:tag name="KSO_WM_UNIT_HIGHLIGHT" val="0"/>
  <p:tag name="KSO_WM_BEAUTIFY_FLAG" val="#wm#"/>
  <p:tag name="KSO_WM_UNIT_INDEX" val="2"/>
  <p:tag name="KSO_WM_UNIT_SUBTYPE" val="b"/>
  <p:tag name="KSO_WM_UNIT_TEXT_TYPE" val="1"/>
  <p:tag name="KSO_WM_UNIT_TYPE" val="f"/>
  <p:tag name="KSO_WM_FIGMA_FLAG" val="#fgm#"/>
  <p:tag name="KSO_WM_UNIT_ID" val="_9*f*2"/>
  <p:tag name="KSO_WM_TAG_VERSION" val="3.0"/>
  <p:tag name="KSO_WM_UNIT_ISNUMDGMTITLE" val="0"/>
  <p:tag name="KSO_WM_UNIT_NOCLEAR" val="0"/>
  <p:tag name="KSO_WM_UNIT_COMPATIBLE" val="0"/>
  <p:tag name="KSO_WM_UNIT_DIAGRAM_ISNUMVISUAL" val="0"/>
  <p:tag name="KSO_WM_UNIT_DIAGRAM_ISREFERUNIT" val="0"/>
  <p:tag name="KSO_WM_UNIT_LAYERLEVEL" val="1"/>
  <p:tag name="KSO_WM_TEMPLATE_INDEX" val="40480859"/>
  <p:tag name="KSO_WM_TEMPLATE_CATEGORY" val="custom"/>
</p:tagLst>
</file>

<file path=ppt/tags/tag75.xml><?xml version="1.0" encoding="utf-8"?>
<p:tagLst xmlns:p="http://schemas.openxmlformats.org/presentationml/2006/main">
  <p:tag name="KSO_WM_UNIT_ID" val="_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859"/>
  <p:tag name="KSO_WM_TEMPLATE_CATEGORY" val="custom"/>
</p:tagLst>
</file>

<file path=ppt/tags/tag76.xml><?xml version="1.0" encoding="utf-8"?>
<p:tagLst xmlns:p="http://schemas.openxmlformats.org/presentationml/2006/main">
  <p:tag name="KSO_WM_UNIT_HIGHLIGHT" val="0"/>
  <p:tag name="KSO_WM_BEAUTIFY_FLAG" val="#wm#"/>
  <p:tag name="KSO_WM_UNIT_INDEX" val="1"/>
  <p:tag name="KSO_WM_UNIT_TEXT_TYPE" val="1"/>
  <p:tag name="KSO_WM_UNIT_TYPE" val="a"/>
  <p:tag name="KSO_WM_LAYOUT_CHECK_HASH" val="62fe93965f4fedf3295f04a5fc4cba78954b4a5b"/>
  <p:tag name="KSO_WM_NEWLAYOUT_ID" val="29"/>
  <p:tag name="KSO_WM_FIGMA_FLAG" val="#fgm#"/>
  <p:tag name="KSO_WM_UNIT_ID" val="_10*a*1"/>
  <p:tag name="KSO_WM_TAG_VERSION" val="3.0"/>
  <p:tag name="KSO_WM_UNIT_ISNUMDGMTITLE" val="0"/>
  <p:tag name="KSO_WM_UNIT_NOCLEAR" val="0"/>
  <p:tag name="KSO_WM_UNIT_COMPATIBLE" val="0"/>
  <p:tag name="KSO_WM_UNIT_DIAGRAM_ISNUMVISUAL" val="0"/>
  <p:tag name="KSO_WM_UNIT_DIAGRAM_ISREFERUNIT" val="0"/>
  <p:tag name="KSO_WM_UNIT_LAYERLEVEL" val="1"/>
  <p:tag name="KSO_WM_TEMPLATE_INDEX" val="40480859"/>
  <p:tag name="KSO_WM_TEMPLATE_CATEGORY" val="custom"/>
</p:tagLst>
</file>

<file path=ppt/tags/tag77.xml><?xml version="1.0" encoding="utf-8"?>
<p:tagLst xmlns:p="http://schemas.openxmlformats.org/presentationml/2006/main">
  <p:tag name="KSO_WM_UNIT_HIGHLIGHT" val="0"/>
  <p:tag name="KSO_WM_BEAUTIFY_FLAG" val="#wm#"/>
  <p:tag name="KSO_WM_UNIT_INDEX" val="1"/>
  <p:tag name="KSO_WM_UNIT_TYPE" val="e"/>
  <p:tag name="KSO_WM_FIGMA_FLAG" val="#fgm#"/>
  <p:tag name="KSO_WM_UNIT_ID" val="_10*e*1"/>
  <p:tag name="KSO_WM_TAG_VERSION" val="3.0"/>
  <p:tag name="KSO_WM_UNIT_ISNUMDGMTITLE" val="0"/>
  <p:tag name="KSO_WM_UNIT_NOCLEAR" val="0"/>
  <p:tag name="KSO_WM_UNIT_COMPATIBLE" val="0"/>
  <p:tag name="KSO_WM_UNIT_DIAGRAM_ISNUMVISUAL" val="0"/>
  <p:tag name="KSO_WM_UNIT_DIAGRAM_ISREFERUNIT" val="0"/>
  <p:tag name="KSO_WM_UNIT_LAYERLEVEL" val="1"/>
  <p:tag name="KSO_WM_TEMPLATE_INDEX" val="40480859"/>
  <p:tag name="KSO_WM_TEMPLATE_CATEGORY" val="custom"/>
</p:tagLst>
</file>

<file path=ppt/tags/tag78.xml><?xml version="1.0" encoding="utf-8"?>
<p:tagLst xmlns:p="http://schemas.openxmlformats.org/presentationml/2006/main">
  <p:tag name="KSO_WM_UNIT_ID" val="_1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859"/>
  <p:tag name="KSO_WM_TEMPLATE_CATEGORY" val="custom"/>
</p:tagLst>
</file>

<file path=ppt/tags/tag79.xml><?xml version="1.0" encoding="utf-8"?>
<p:tagLst xmlns:p="http://schemas.openxmlformats.org/presentationml/2006/main">
  <p:tag name="KSO_WM_BEAUTIFY_FLAG" val="#wm#"/>
  <p:tag name="KSO_WM_UNIT_INDEX" val="1"/>
  <p:tag name="KSO_WM_UNIT_TEXT_TYPE" val="1"/>
  <p:tag name="KSO_WM_UNIT_TYPE" val="b"/>
  <p:tag name="KSO_WM_FIGMA_FLAG" val="#fgm#"/>
  <p:tag name="KSO_WM_UNIT_ID" val="_11*b*1"/>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859"/>
  <p:tag name="KSO_WM_TEMPLATE_CATEGORY" val="custom"/>
</p:tagLst>
</file>

<file path=ppt/tags/tag80.xml><?xml version="1.0" encoding="utf-8"?>
<p:tagLst xmlns:p="http://schemas.openxmlformats.org/presentationml/2006/main">
  <p:tag name="KSO_WM_UNIT_TYPE" val="a"/>
  <p:tag name="KSO_WM_BEAUTIFY_FLAG" val="#wm#"/>
  <p:tag name="KSO_WM_UNIT_INDEX" val="1"/>
  <p:tag name="KSO_WM_UNIT_TEXT_TYPE" val="1"/>
  <p:tag name="KSO_WM_LAYOUT_CHECK_HASH" val="e1a7ecfff8cb40fa040a7b3b5c5c6f3d4c48faea"/>
  <p:tag name="KSO_WM_NEWLAYOUT_ID" val="35"/>
  <p:tag name="KSO_WM_FIGMA_FLAG" val="#fgm#"/>
  <p:tag name="KSO_WM_UNIT_ID" val="_11*a*1"/>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859"/>
  <p:tag name="KSO_WM_TEMPLATE_CATEGORY" val="custom"/>
</p:tagLst>
</file>

<file path=ppt/tags/tag81.xml><?xml version="1.0" encoding="utf-8"?>
<p:tagLst xmlns:p="http://schemas.openxmlformats.org/presentationml/2006/main">
  <p:tag name="KSO_WM_BEAUTIFY_FLAG" val="#fgm#"/>
  <p:tag name="KSO_WM_FIGMA_FLAG" val="#fgm#"/>
  <p:tag name="KSO_WM_UNIT_INDEX" val="1"/>
  <p:tag name="KSO_WM_UNIT_TEXT_TYPE" val="1"/>
  <p:tag name="KSO_WM_UNIT_TYPE" val="b"/>
</p:tagLst>
</file>

<file path=ppt/tags/tag82.xml><?xml version="1.0" encoding="utf-8"?>
<p:tagLst xmlns:p="http://schemas.openxmlformats.org/presentationml/2006/main">
  <p:tag name="KSO_WM_BEAUTIFY_FLAG" val="#fgm#"/>
  <p:tag name="KSO_WM_FIGMA_FLAG" val="#fgm#"/>
  <p:tag name="KSO_WM_UNIT_INDEX" val="1"/>
  <p:tag name="KSO_WM_UNIT_TEXT_TYPE" val="1"/>
  <p:tag name="KSO_WM_UNIT_TYPE" val="a"/>
  <p:tag name="KSO_WM_LAYOUT_CHECK_HASH" val="0b65442bcb82c0ec6daba8578945f9a92faeb431"/>
  <p:tag name="KSO_WM_NEWLAYOUT_ID" val="1"/>
</p:tagLst>
</file>

<file path=ppt/tags/tag83.xml><?xml version="1.0" encoding="utf-8"?>
<p:tagLst xmlns:p="http://schemas.openxmlformats.org/presentationml/2006/main">
  <p:tag name="KSO_WM_BEAUTIFY_FLAG" val="#fgm#"/>
  <p:tag name="KSO_WM_DIAGRAM_GROUP_CODE" val="1"/>
  <p:tag name="KSO_WM_FIGMA_FLAG" val="#fgm#"/>
  <p:tag name="KSO_WM_UNIT_INDEX" val="1_1_1"/>
  <p:tag name="KSO_WM_UNIT_SUBTYPE" val="d"/>
  <p:tag name="KSO_WM_UNIT_TYPE" val="l_h_i"/>
</p:tagLst>
</file>

<file path=ppt/tags/tag84.xml><?xml version="1.0" encoding="utf-8"?>
<p:tagLst xmlns:p="http://schemas.openxmlformats.org/presentationml/2006/main">
  <p:tag name="KSO_WM_FIGMA_DECORATION_INDEX" val="25"/>
  <p:tag name="$PH_EXT" val="2"/>
  <p:tag name="KSO_WM_BEAUTIFY_FLAG" val="#fgm#"/>
  <p:tag name="KSO_WM_DIAGRAM_GROUP_CODE" val="1"/>
  <p:tag name="KSO_WM_FIGMA_FLAG" val="#fgm#"/>
  <p:tag name="KSO_WM_UNIT_INDEX" val="1_1_2"/>
  <p:tag name="KSO_WM_UNIT_TYPE" val="l_h_i"/>
</p:tagLst>
</file>

<file path=ppt/tags/tag85.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86.xml><?xml version="1.0" encoding="utf-8"?>
<p:tagLst xmlns:p="http://schemas.openxmlformats.org/presentationml/2006/main">
  <p:tag name="KSO_WM_BEAUTIFY_FLAG" val="#fgm#"/>
  <p:tag name="KSO_WM_DIAGRAM_GROUP_CODE" val="1"/>
  <p:tag name="KSO_WM_FIGMA_FLAG" val="#fgm#"/>
  <p:tag name="KSO_WM_UNIT_INDEX" val="1_2_1"/>
  <p:tag name="KSO_WM_UNIT_SUBTYPE" val="d"/>
  <p:tag name="KSO_WM_UNIT_TYPE" val="l_h_i"/>
</p:tagLst>
</file>

<file path=ppt/tags/tag87.xml><?xml version="1.0" encoding="utf-8"?>
<p:tagLst xmlns:p="http://schemas.openxmlformats.org/presentationml/2006/main">
  <p:tag name="KSO_WM_FIGMA_DECORATION_INDEX" val="25"/>
  <p:tag name="$PH_EXT" val="2"/>
  <p:tag name="KSO_WM_BEAUTIFY_FLAG" val="#fgm#"/>
  <p:tag name="KSO_WM_DIAGRAM_GROUP_CODE" val="1"/>
  <p:tag name="KSO_WM_FIGMA_FLAG" val="#fgm#"/>
  <p:tag name="KSO_WM_UNIT_INDEX" val="1_2_2"/>
  <p:tag name="KSO_WM_UNIT_TYPE" val="l_h_i"/>
</p:tagLst>
</file>

<file path=ppt/tags/tag88.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89.xml><?xml version="1.0" encoding="utf-8"?>
<p:tagLst xmlns:p="http://schemas.openxmlformats.org/presentationml/2006/main">
  <p:tag name="KSO_WM_BEAUTIFY_FLAG" val="#fgm#"/>
  <p:tag name="KSO_WM_DIAGRAM_GROUP_CODE" val="1"/>
  <p:tag name="KSO_WM_FIGMA_FLAG" val="#fgm#"/>
  <p:tag name="KSO_WM_UNIT_INDEX" val="1_3_1"/>
  <p:tag name="KSO_WM_UNIT_SUBTYPE" val="d"/>
  <p:tag name="KSO_WM_UNIT_TYPE" val="l_h_i"/>
</p:tagLst>
</file>

<file path=ppt/tags/tag90.xml><?xml version="1.0" encoding="utf-8"?>
<p:tagLst xmlns:p="http://schemas.openxmlformats.org/presentationml/2006/main">
  <p:tag name="KSO_WM_FIGMA_DECORATION_INDEX" val="25"/>
  <p:tag name="$PH_EXT" val="2"/>
  <p:tag name="KSO_WM_BEAUTIFY_FLAG" val="#fgm#"/>
  <p:tag name="KSO_WM_DIAGRAM_GROUP_CODE" val="1"/>
  <p:tag name="KSO_WM_FIGMA_FLAG" val="#fgm#"/>
  <p:tag name="KSO_WM_UNIT_INDEX" val="1_3_2"/>
  <p:tag name="KSO_WM_UNIT_TYPE" val="l_h_i"/>
</p:tagLst>
</file>

<file path=ppt/tags/tag91.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92.xml><?xml version="1.0" encoding="utf-8"?>
<p:tagLst xmlns:p="http://schemas.openxmlformats.org/presentationml/2006/main">
  <p:tag name="KSO_WM_BEAUTIFY_FLAG" val="#fgm#"/>
  <p:tag name="KSO_WM_DIAGRAM_GROUP_CODE" val="1"/>
  <p:tag name="KSO_WM_FIGMA_FLAG" val="#fgm#"/>
  <p:tag name="KSO_WM_UNIT_INDEX" val="1_4_1"/>
  <p:tag name="KSO_WM_UNIT_SUBTYPE" val="d"/>
  <p:tag name="KSO_WM_UNIT_TYPE" val="l_h_i"/>
</p:tagLst>
</file>

<file path=ppt/tags/tag93.xml><?xml version="1.0" encoding="utf-8"?>
<p:tagLst xmlns:p="http://schemas.openxmlformats.org/presentationml/2006/main">
  <p:tag name="KSO_WM_FIGMA_DECORATION_INDEX" val="25"/>
  <p:tag name="$PH_EXT" val="2"/>
  <p:tag name="KSO_WM_BEAUTIFY_FLAG" val="#fgm#"/>
  <p:tag name="KSO_WM_DIAGRAM_GROUP_CODE" val="1"/>
  <p:tag name="KSO_WM_FIGMA_FLAG" val="#fgm#"/>
  <p:tag name="KSO_WM_UNIT_INDEX" val="1_4_2"/>
  <p:tag name="KSO_WM_UNIT_TYPE" val="l_h_i"/>
</p:tagLst>
</file>

<file path=ppt/tags/tag94.xml><?xml version="1.0" encoding="utf-8"?>
<p:tagLst xmlns:p="http://schemas.openxmlformats.org/presentationml/2006/main">
  <p:tag name="KSO_WM_BEAUTIFY_FLAG" val="#fgm#"/>
  <p:tag name="KSO_WM_DIAGRAM_GROUP_CODE" val="1"/>
  <p:tag name="KSO_WM_FIGMA_FLAG" val="#fgm#"/>
  <p:tag name="KSO_WM_UNIT_INDEX" val="1_4_1"/>
  <p:tag name="KSO_WM_UNIT_TYPE" val="l_h_a"/>
</p:tagLst>
</file>

<file path=ppt/tags/tag95.xml><?xml version="1.0" encoding="utf-8"?>
<p:tagLst xmlns:p="http://schemas.openxmlformats.org/presentationml/2006/main">
  <p:tag name="KSO_WM_BEAUTIFY_FLAG" val="#fgm#"/>
  <p:tag name="KSO_WM_FIGMA_FLAG" val="#fgm#"/>
  <p:tag name="KSO_WM_UNIT_INDEX" val="1"/>
  <p:tag name="KSO_WM_UNIT_TEXT_TYPE" val="1"/>
  <p:tag name="KSO_WM_UNIT_TYPE" val="b"/>
</p:tagLst>
</file>

<file path=ppt/tags/tag96.xml><?xml version="1.0" encoding="utf-8"?>
<p:tagLst xmlns:p="http://schemas.openxmlformats.org/presentationml/2006/main">
  <p:tag name="KSO_WM_BEAUTIFY_FLAG" val="#fgm#"/>
  <p:tag name="KSO_WM_FIGMA_FLAG" val="#fgm#"/>
  <p:tag name="KSO_WM_UNIT_INDEX" val="1"/>
  <p:tag name="KSO_WM_UNIT_TEXT_TYPE" val="1"/>
  <p:tag name="KSO_WM_UNIT_TYPE" val="a"/>
  <p:tag name="KSO_WM_LAYOUT_CHECK_HASH" val="2f89f6975430d5e5881fd0b6d99ff970eeeb497a"/>
  <p:tag name="KSO_WM_NEWLAYOUT_GROUP_ID" val="layout_1-5"/>
  <p:tag name="KSO_WM_NEWLAYOUT_ID" val="slide_61223ae7a7f7aefc"/>
</p:tagLst>
</file>

<file path=ppt/tags/tag97.xml><?xml version="1.0" encoding="utf-8"?>
<p:tagLst xmlns:p="http://schemas.openxmlformats.org/presentationml/2006/main">
  <p:tag name="KSO_WM_BEAUTIFY_FLAG" val="#fgm#"/>
  <p:tag name="KSO_WM_DIAGRAM_GROUP_CODE" val="1"/>
  <p:tag name="KSO_WM_FIGMA_FLAG" val="#fgm#"/>
  <p:tag name="KSO_WM_UNIT_INDEX" val="1_1_1"/>
  <p:tag name="KSO_WM_UNIT_SUBTYPE" val="d"/>
  <p:tag name="KSO_WM_UNIT_TYPE" val="l_h_i"/>
</p:tagLst>
</file>

<file path=ppt/tags/tag98.xml><?xml version="1.0" encoding="utf-8"?>
<p:tagLst xmlns:p="http://schemas.openxmlformats.org/presentationml/2006/main">
  <p:tag name="KSO_WM_FIGMA_DECORATION_INDEX" val="25"/>
  <p:tag name="$PH_EXT" val="2"/>
  <p:tag name="KSO_WM_BEAUTIFY_FLAG" val="#fgm#"/>
  <p:tag name="KSO_WM_DIAGRAM_GROUP_CODE" val="1"/>
  <p:tag name="KSO_WM_FIGMA_FLAG" val="#fgm#"/>
  <p:tag name="KSO_WM_SYNC_SLIDE_TEXT" val="1"/>
  <p:tag name="KSO_WM_UNIT_INDEX" val="1_1_2"/>
  <p:tag name="KSO_WM_UNIT_TYPE" val="l_h_i"/>
</p:tagLst>
</file>

<file path=ppt/tags/tag99.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100.xml><?xml version="1.0" encoding="utf-8"?>
<p:tagLst xmlns:p="http://schemas.openxmlformats.org/presentationml/2006/main">
  <p:tag name="KSO_WM_BEAUTIFY_FLAG" val="#fgm#"/>
  <p:tag name="KSO_WM_DIAGRAM_GROUP_CODE" val="1"/>
  <p:tag name="KSO_WM_FIGMA_FLAG" val="#fgm#"/>
  <p:tag name="KSO_WM_UNIT_INDEX" val="1_2_1"/>
  <p:tag name="KSO_WM_UNIT_SUBTYPE" val="d"/>
  <p:tag name="KSO_WM_UNIT_TYPE" val="l_h_i"/>
</p:tagLst>
</file>

<file path=ppt/tags/tag101.xml><?xml version="1.0" encoding="utf-8"?>
<p:tagLst xmlns:p="http://schemas.openxmlformats.org/presentationml/2006/main">
  <p:tag name="KSO_WM_FIGMA_DECORATION_INDEX" val="25"/>
  <p:tag name="$PH_EXT" val="2"/>
  <p:tag name="KSO_WM_BEAUTIFY_FLAG" val="#fgm#"/>
  <p:tag name="KSO_WM_DIAGRAM_GROUP_CODE" val="1"/>
  <p:tag name="KSO_WM_FIGMA_FLAG" val="#fgm#"/>
  <p:tag name="KSO_WM_SYNC_SLIDE_TEXT" val="1"/>
  <p:tag name="KSO_WM_UNIT_INDEX" val="1_2_2"/>
  <p:tag name="KSO_WM_UNIT_TYPE" val="l_h_i"/>
</p:tagLst>
</file>

<file path=ppt/tags/tag102.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103.xml><?xml version="1.0" encoding="utf-8"?>
<p:tagLst xmlns:p="http://schemas.openxmlformats.org/presentationml/2006/main">
  <p:tag name="KSO_WM_BEAUTIFY_FLAG" val="#fgm#"/>
  <p:tag name="KSO_WM_DIAGRAM_GROUP_CODE" val="1"/>
  <p:tag name="KSO_WM_FIGMA_FLAG" val="#fgm#"/>
  <p:tag name="KSO_WM_UNIT_INDEX" val="1_3_1"/>
  <p:tag name="KSO_WM_UNIT_SUBTYPE" val="d"/>
  <p:tag name="KSO_WM_UNIT_TYPE" val="l_h_i"/>
</p:tagLst>
</file>

<file path=ppt/tags/tag104.xml><?xml version="1.0" encoding="utf-8"?>
<p:tagLst xmlns:p="http://schemas.openxmlformats.org/presentationml/2006/main">
  <p:tag name="KSO_WM_FIGMA_DECORATION_INDEX" val="25"/>
  <p:tag name="$PH_EXT" val="2"/>
  <p:tag name="KSO_WM_BEAUTIFY_FLAG" val="#fgm#"/>
  <p:tag name="KSO_WM_DIAGRAM_GROUP_CODE" val="1"/>
  <p:tag name="KSO_WM_FIGMA_FLAG" val="#fgm#"/>
  <p:tag name="KSO_WM_SYNC_SLIDE_TEXT" val="1"/>
  <p:tag name="KSO_WM_UNIT_INDEX" val="1_3_2"/>
  <p:tag name="KSO_WM_UNIT_TYPE" val="l_h_i"/>
</p:tagLst>
</file>

<file path=ppt/tags/tag105.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106.xml><?xml version="1.0" encoding="utf-8"?>
<p:tagLst xmlns:p="http://schemas.openxmlformats.org/presentationml/2006/main">
  <p:tag name="KSO_WM_BEAUTIFY_FLAG" val="#fgm#"/>
  <p:tag name="KSO_WM_DIAGRAM_GROUP_CODE" val="1"/>
  <p:tag name="KSO_WM_FIGMA_FLAG" val="#fgm#"/>
  <p:tag name="KSO_WM_UNIT_INDEX" val="1_4_1"/>
  <p:tag name="KSO_WM_UNIT_SUBTYPE" val="d"/>
  <p:tag name="KSO_WM_UNIT_TYPE" val="l_h_i"/>
</p:tagLst>
</file>

<file path=ppt/tags/tag107.xml><?xml version="1.0" encoding="utf-8"?>
<p:tagLst xmlns:p="http://schemas.openxmlformats.org/presentationml/2006/main">
  <p:tag name="KSO_WM_FIGMA_DECORATION_INDEX" val="25"/>
  <p:tag name="$PH_EXT" val="2"/>
  <p:tag name="KSO_WM_BEAUTIFY_FLAG" val="#fgm#"/>
  <p:tag name="KSO_WM_DIAGRAM_GROUP_CODE" val="1"/>
  <p:tag name="KSO_WM_FIGMA_FLAG" val="#fgm#"/>
  <p:tag name="KSO_WM_SYNC_SLIDE_TEXT" val="1"/>
  <p:tag name="KSO_WM_UNIT_INDEX" val="1_4_2"/>
  <p:tag name="KSO_WM_UNIT_TYPE" val="l_h_i"/>
</p:tagLst>
</file>

<file path=ppt/tags/tag108.xml><?xml version="1.0" encoding="utf-8"?>
<p:tagLst xmlns:p="http://schemas.openxmlformats.org/presentationml/2006/main">
  <p:tag name="KSO_WM_BEAUTIFY_FLAG" val="#fgm#"/>
  <p:tag name="KSO_WM_DIAGRAM_GROUP_CODE" val="1"/>
  <p:tag name="KSO_WM_FIGMA_FLAG" val="#fgm#"/>
  <p:tag name="KSO_WM_UNIT_INDEX" val="1_4_1"/>
  <p:tag name="KSO_WM_UNIT_TYPE" val="l_h_a"/>
</p:tagLst>
</file>

<file path=ppt/tags/tag109.xml><?xml version="1.0" encoding="utf-8"?>
<p:tagLst xmlns:p="http://schemas.openxmlformats.org/presentationml/2006/main">
  <p:tag name="KSO_WM_BEAUTIFY_FLAG" val="#fgm#"/>
  <p:tag name="KSO_WM_FIGMA_FLAG" val="#fgm#"/>
  <p:tag name="KSO_WM_UNIT_INDEX" val="1"/>
  <p:tag name="KSO_WM_UNIT_TEXT_TYPE" val="1"/>
  <p:tag name="KSO_WM_UNIT_TYPE" val="b"/>
</p:tagLst>
</file>

<file path=ppt/tags/tag110.xml><?xml version="1.0" encoding="utf-8"?>
<p:tagLst xmlns:p="http://schemas.openxmlformats.org/presentationml/2006/main">
  <p:tag name="KSO_WM_BEAUTIFY_FLAG" val="#fgm#"/>
  <p:tag name="KSO_WM_FIGMA_FLAG" val="#fgm#"/>
  <p:tag name="KSO_WM_UNIT_INDEX" val="1"/>
  <p:tag name="KSO_WM_UNIT_TEXT_TYPE" val="1"/>
  <p:tag name="KSO_WM_UNIT_TYPE" val="a"/>
  <p:tag name="KSO_WM_LAYOUT_CHECK_HASH" val="cfd3fccd637ff57079e9229722fff21ab729fc6f"/>
  <p:tag name="KSO_WM_NEWLAYOUT_GROUP_ID" val="layout_1-5"/>
  <p:tag name="KSO_WM_NEWLAYOUT_ID" val="slide_063b19861dc0a508"/>
</p:tagLst>
</file>

<file path=ppt/tags/tag111.xml><?xml version="1.0" encoding="utf-8"?>
<p:tagLst xmlns:p="http://schemas.openxmlformats.org/presentationml/2006/main">
  <p:tag name="KSO_WM_BEAUTIFY_FLAG" val="#fgm#"/>
  <p:tag name="KSO_WM_DIAGRAM_GROUP_CODE" val="1"/>
  <p:tag name="KSO_WM_FIGMA_FLAG" val="#fgm#"/>
  <p:tag name="KSO_WM_UNIT_INDEX" val="1_1_1"/>
  <p:tag name="KSO_WM_UNIT_SUBTYPE" val="d"/>
  <p:tag name="KSO_WM_UNIT_TYPE" val="l_h_i"/>
</p:tagLst>
</file>

<file path=ppt/tags/tag112.xml><?xml version="1.0" encoding="utf-8"?>
<p:tagLst xmlns:p="http://schemas.openxmlformats.org/presentationml/2006/main">
  <p:tag name="KSO_WM_FIGMA_DECORATION_INDEX" val="25"/>
  <p:tag name="$PH_EXT" val="2"/>
  <p:tag name="KSO_WM_BEAUTIFY_FLAG" val="#fgm#"/>
  <p:tag name="KSO_WM_DIAGRAM_GROUP_CODE" val="1"/>
  <p:tag name="KSO_WM_FIGMA_FLAG" val="#fgm#"/>
  <p:tag name="KSO_WM_SYNC_SLIDE_TEXT" val="1"/>
  <p:tag name="KSO_WM_UNIT_INDEX" val="1_1_2"/>
  <p:tag name="KSO_WM_UNIT_TYPE" val="l_h_i"/>
</p:tagLst>
</file>

<file path=ppt/tags/tag113.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114.xml><?xml version="1.0" encoding="utf-8"?>
<p:tagLst xmlns:p="http://schemas.openxmlformats.org/presentationml/2006/main">
  <p:tag name="KSO_WM_BEAUTIFY_FLAG" val="#fgm#"/>
  <p:tag name="KSO_WM_DIAGRAM_GROUP_CODE" val="1"/>
  <p:tag name="KSO_WM_FIGMA_FLAG" val="#fgm#"/>
  <p:tag name="KSO_WM_UNIT_INDEX" val="1_2_1"/>
  <p:tag name="KSO_WM_UNIT_SUBTYPE" val="d"/>
  <p:tag name="KSO_WM_UNIT_TYPE" val="l_h_i"/>
</p:tagLst>
</file>

<file path=ppt/tags/tag115.xml><?xml version="1.0" encoding="utf-8"?>
<p:tagLst xmlns:p="http://schemas.openxmlformats.org/presentationml/2006/main">
  <p:tag name="KSO_WM_FIGMA_DECORATION_INDEX" val="25"/>
  <p:tag name="$PH_EXT" val="2"/>
  <p:tag name="KSO_WM_BEAUTIFY_FLAG" val="#fgm#"/>
  <p:tag name="KSO_WM_DIAGRAM_GROUP_CODE" val="1"/>
  <p:tag name="KSO_WM_FIGMA_FLAG" val="#fgm#"/>
  <p:tag name="KSO_WM_SYNC_SLIDE_TEXT" val="1"/>
  <p:tag name="KSO_WM_UNIT_INDEX" val="1_2_2"/>
  <p:tag name="KSO_WM_UNIT_TYPE" val="l_h_i"/>
</p:tagLst>
</file>

<file path=ppt/tags/tag116.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117.xml><?xml version="1.0" encoding="utf-8"?>
<p:tagLst xmlns:p="http://schemas.openxmlformats.org/presentationml/2006/main">
  <p:tag name="KSO_WM_BEAUTIFY_FLAG" val="#fgm#"/>
  <p:tag name="KSO_WM_DIAGRAM_GROUP_CODE" val="1"/>
  <p:tag name="KSO_WM_FIGMA_FLAG" val="#fgm#"/>
  <p:tag name="KSO_WM_UNIT_INDEX" val="1_3_1"/>
  <p:tag name="KSO_WM_UNIT_SUBTYPE" val="d"/>
  <p:tag name="KSO_WM_UNIT_TYPE" val="l_h_i"/>
</p:tagLst>
</file>

<file path=ppt/tags/tag118.xml><?xml version="1.0" encoding="utf-8"?>
<p:tagLst xmlns:p="http://schemas.openxmlformats.org/presentationml/2006/main">
  <p:tag name="KSO_WM_FIGMA_DECORATION_INDEX" val="25"/>
  <p:tag name="$PH_EXT" val="2"/>
  <p:tag name="KSO_WM_BEAUTIFY_FLAG" val="#fgm#"/>
  <p:tag name="KSO_WM_DIAGRAM_GROUP_CODE" val="1"/>
  <p:tag name="KSO_WM_FIGMA_FLAG" val="#fgm#"/>
  <p:tag name="KSO_WM_SYNC_SLIDE_TEXT" val="1"/>
  <p:tag name="KSO_WM_UNIT_INDEX" val="1_3_2"/>
  <p:tag name="KSO_WM_UNIT_TYPE" val="l_h_i"/>
</p:tagLst>
</file>

<file path=ppt/tags/tag119.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120.xml><?xml version="1.0" encoding="utf-8"?>
<p:tagLst xmlns:p="http://schemas.openxmlformats.org/presentationml/2006/main">
  <p:tag name="KSO_WM_BEAUTIFY_FLAG" val="#fgm#"/>
  <p:tag name="KSO_WM_FIGMA_FLAG" val="#fgm#"/>
  <p:tag name="KSO_WM_UNIT_INDEX" val="1"/>
  <p:tag name="KSO_WM_UNIT_TYPE" val="a"/>
  <p:tag name="KSO_WM_LAYOUT_CHECK_HASH" val="d79da86afdf267b5734d66aeacffc0bd7786decc"/>
  <p:tag name="KSO_WM_NEWLAYOUT_GROUP_ID" val="layout_51"/>
  <p:tag name="KSO_WM_NEWLAYOUT_ID" val="slide_090884a5b4d69dad"/>
</p:tagLst>
</file>

<file path=ppt/tags/tag121.xml><?xml version="1.0" encoding="utf-8"?>
<p:tagLst xmlns:p="http://schemas.openxmlformats.org/presentationml/2006/main">
  <p:tag name="KSO_WM_BEAUTIFY_FLAG" val="#fgm#"/>
  <p:tag name="KSO_WM_FIGMA_FLAG" val="#fgm#"/>
  <p:tag name="KSO_WM_UNIT_INDEX" val="1"/>
  <p:tag name="KSO_WM_UNIT_TYPE" val="d"/>
</p:tagLst>
</file>

<file path=ppt/tags/tag122.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123.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124.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125.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126.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127.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Lst>
</file>

<file path=ppt/tags/tag128.xml><?xml version="1.0" encoding="utf-8"?>
<p:tagLst xmlns:p="http://schemas.openxmlformats.org/presentationml/2006/main">
  <p:tag name="KSO_WM_BEAUTIFY_FLAG" val="#fgm#"/>
  <p:tag name="KSO_WM_FIGMA_FLAG" val="#fgm#"/>
  <p:tag name="KSO_WM_UNIT_INDEX" val="1"/>
  <p:tag name="KSO_WM_UNIT_TYPE" val="a"/>
  <p:tag name="KSO_WM_LAYOUT_CHECK_HASH" val="ec9f029a9f84fbdb836fb619720c98b51d158f27"/>
  <p:tag name="KSO_WM_NEWLAYOUT_GROUP_ID" val="layout_10014"/>
  <p:tag name="KSO_WM_NEWLAYOUT_ID" val="slide_6c0f7288bd5956db"/>
</p:tagLst>
</file>

<file path=ppt/tags/tag129.xml><?xml version="1.0" encoding="utf-8"?>
<p:tagLst xmlns:p="http://schemas.openxmlformats.org/presentationml/2006/main">
  <p:tag name="KSO_WM_BEAUTIFY_FLAG" val="#fgm#"/>
  <p:tag name="KSO_WM_DIAGRAM_GROUP_CODE" val="1"/>
  <p:tag name="KSO_WM_FIGMA_FLAG" val="#fgm#"/>
  <p:tag name="KSO_WM_UNIT_INDEX" val="1_1_1"/>
  <p:tag name="KSO_WM_UNIT_TYPE" val="l_h_d"/>
</p:tagLst>
</file>

<file path=ppt/tags/tag130.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131.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132.xml><?xml version="1.0" encoding="utf-8"?>
<p:tagLst xmlns:p="http://schemas.openxmlformats.org/presentationml/2006/main">
  <p:tag name="KSO_WM_BEAUTIFY_FLAG" val="#fgm#"/>
  <p:tag name="KSO_WM_DIAGRAM_GROUP_CODE" val="1"/>
  <p:tag name="KSO_WM_FIGMA_FLAG" val="#fgm#"/>
  <p:tag name="KSO_WM_UNIT_INDEX" val="1_2_1"/>
  <p:tag name="KSO_WM_UNIT_TYPE" val="l_h_d"/>
</p:tagLst>
</file>

<file path=ppt/tags/tag133.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134.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135.xml><?xml version="1.0" encoding="utf-8"?>
<p:tagLst xmlns:p="http://schemas.openxmlformats.org/presentationml/2006/main">
  <p:tag name="KSO_WM_BEAUTIFY_FLAG" val="#fgm#"/>
  <p:tag name="KSO_WM_DIAGRAM_GROUP_CODE" val="1"/>
  <p:tag name="KSO_WM_FIGMA_FLAG" val="#fgm#"/>
  <p:tag name="KSO_WM_UNIT_INDEX" val="1_3_1"/>
  <p:tag name="KSO_WM_UNIT_TYPE" val="l_h_d"/>
</p:tagLst>
</file>

<file path=ppt/tags/tag136.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137.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Lst>
</file>

<file path=ppt/tags/tag138.xml><?xml version="1.0" encoding="utf-8"?>
<p:tagLst xmlns:p="http://schemas.openxmlformats.org/presentationml/2006/main">
  <p:tag name="KSO_WM_BEAUTIFY_FLAG" val="#fgm#"/>
  <p:tag name="KSO_WM_FIGMA_FLAG" val="#fgm#"/>
  <p:tag name="KSO_WM_UNIT_INDEX" val="1"/>
  <p:tag name="KSO_WM_UNIT_TYPE" val="a"/>
  <p:tag name="KSO_WM_LAYOUT_CHECK_HASH" val="a148a79fdb020aa9ec72dabac507fde93b013a51"/>
  <p:tag name="KSO_WM_NEWLAYOUT_GROUP_ID" val="layout_32"/>
  <p:tag name="KSO_WM_NEWLAYOUT_ID" val="slide_f95b87826d1fb558"/>
</p:tagLst>
</file>

<file path=ppt/tags/tag139.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1_1"/>
  <p:tag name="KSO_WM_UNIT_TYPE" val="l_h_i"/>
</p:tagLst>
</file>

<file path=ppt/tags/tag140.xml><?xml version="1.0" encoding="utf-8"?>
<p:tagLst xmlns:p="http://schemas.openxmlformats.org/presentationml/2006/main">
  <p:tag name="KSO_WM_FIGMA_DECORATION_INDEX" val="16"/>
  <p:tag name="$PH_EXT" val="2"/>
  <p:tag name="KSO_WM_BEAUTIFY_FLAG" val="#fgm#"/>
  <p:tag name="KSO_WM_DIAGRAM_GROUP_CODE" val="1"/>
  <p:tag name="KSO_WM_FIGMA_FLAG" val="#fgm#"/>
  <p:tag name="KSO_WM_SYNC_SLIDE_TEXT" val="1"/>
  <p:tag name="KSO_WM_UNIT_INDEX" val="1_1_2"/>
  <p:tag name="KSO_WM_UNIT_TYPE" val="l_h_i"/>
</p:tagLst>
</file>

<file path=ppt/tags/tag141.xml><?xml version="1.0" encoding="utf-8"?>
<p:tagLst xmlns:p="http://schemas.openxmlformats.org/presentationml/2006/main">
  <p:tag name="KSO_WM_FIGMA_DECORATION_INDEX" val="7"/>
  <p:tag name="$PH_EXT" val="1"/>
  <p:tag name="KSO_WM_BEAUTIFY_FLAG" val="#fgm#"/>
  <p:tag name="KSO_WM_DIAGRAM_GROUP_CODE" val="1"/>
  <p:tag name="KSO_WM_FIGMA_FLAG" val="#fgm#"/>
  <p:tag name="KSO_WM_UNIT_INDEX" val="1_1_1"/>
  <p:tag name="KSO_WM_UNIT_TYPE" val="l_h_x"/>
</p:tagLst>
</file>

<file path=ppt/tags/tag142.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143.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144.xml><?xml version="1.0" encoding="utf-8"?>
<p:tagLst xmlns:p="http://schemas.openxmlformats.org/presentationml/2006/main">
  <p:tag name="KSO_WM_FIGMA_DECORATION_INDEX" val="17"/>
  <p:tag name="$PH_EXT" val="2"/>
  <p:tag name="KSO_WM_BEAUTIFY_FLAG" val="#fgm#"/>
  <p:tag name="KSO_WM_DIAGRAM_GROUP_CODE" val="1"/>
  <p:tag name="KSO_WM_FIGMA_FLAG" val="#fgm#"/>
  <p:tag name="KSO_WM_SYNC_SLIDE_TEXT" val="1"/>
  <p:tag name="KSO_WM_UNIT_INDEX" val="1_2_1"/>
  <p:tag name="KSO_WM_UNIT_TYPE" val="l_h_i"/>
</p:tagLst>
</file>

<file path=ppt/tags/tag145.xml><?xml version="1.0" encoding="utf-8"?>
<p:tagLst xmlns:p="http://schemas.openxmlformats.org/presentationml/2006/main">
  <p:tag name="KSO_WM_FIGMA_DECORATION_INDEX" val="15"/>
  <p:tag name="$PH_EXT" val="2"/>
  <p:tag name="KSO_WM_BEAUTIFY_FLAG" val="#fgm#"/>
  <p:tag name="KSO_WM_DIAGRAM_GROUP_CODE" val="1"/>
  <p:tag name="KSO_WM_FIGMA_FLAG" val="#fgm#"/>
  <p:tag name="KSO_WM_SYNC_SLIDE_TEXT" val="1"/>
  <p:tag name="KSO_WM_UNIT_INDEX" val="1_2_2"/>
  <p:tag name="KSO_WM_UNIT_TYPE" val="l_h_i"/>
</p:tagLst>
</file>

<file path=ppt/tags/tag146.xml><?xml version="1.0" encoding="utf-8"?>
<p:tagLst xmlns:p="http://schemas.openxmlformats.org/presentationml/2006/main">
  <p:tag name="KSO_WM_FIGMA_DECORATION_INDEX" val="2"/>
  <p:tag name="$PH_EXT" val="1"/>
  <p:tag name="KSO_WM_BEAUTIFY_FLAG" val="#fgm#"/>
  <p:tag name="KSO_WM_DIAGRAM_GROUP_CODE" val="1"/>
  <p:tag name="KSO_WM_FIGMA_FLAG" val="#fgm#"/>
  <p:tag name="KSO_WM_UNIT_INDEX" val="1_2_1"/>
  <p:tag name="KSO_WM_UNIT_TYPE" val="l_h_x"/>
</p:tagLst>
</file>

<file path=ppt/tags/tag147.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148.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149.xml><?xml version="1.0" encoding="utf-8"?>
<p:tagLst xmlns:p="http://schemas.openxmlformats.org/presentationml/2006/main">
  <p:tag name="KSO_WM_FIGMA_DECORATION_INDEX" val="17"/>
  <p:tag name="$PH_EXT" val="2"/>
  <p:tag name="KSO_WM_BEAUTIFY_FLAG" val="#fgm#"/>
  <p:tag name="KSO_WM_DIAGRAM_GROUP_CODE" val="1"/>
  <p:tag name="KSO_WM_FIGMA_FLAG" val="#fgm#"/>
  <p:tag name="KSO_WM_SYNC_SLIDE_TEXT" val="1"/>
  <p:tag name="KSO_WM_UNIT_INDEX" val="1_3_1"/>
  <p:tag name="KSO_WM_UNIT_TYPE" val="l_h_i"/>
</p:tagLst>
</file>

<file path=ppt/tags/tag150.xml><?xml version="1.0" encoding="utf-8"?>
<p:tagLst xmlns:p="http://schemas.openxmlformats.org/presentationml/2006/main">
  <p:tag name="KSO_WM_FIGMA_DECORATION_INDEX" val="15"/>
  <p:tag name="$PH_EXT" val="2"/>
  <p:tag name="KSO_WM_BEAUTIFY_FLAG" val="#fgm#"/>
  <p:tag name="KSO_WM_DIAGRAM_GROUP_CODE" val="1"/>
  <p:tag name="KSO_WM_FIGMA_FLAG" val="#fgm#"/>
  <p:tag name="KSO_WM_SYNC_SLIDE_TEXT" val="1"/>
  <p:tag name="KSO_WM_UNIT_INDEX" val="1_3_2"/>
  <p:tag name="KSO_WM_UNIT_TYPE" val="l_h_i"/>
</p:tagLst>
</file>

<file path=ppt/tags/tag151.xml><?xml version="1.0" encoding="utf-8"?>
<p:tagLst xmlns:p="http://schemas.openxmlformats.org/presentationml/2006/main">
  <p:tag name="KSO_WM_FIGMA_DECORATION_INDEX" val="3"/>
  <p:tag name="$PH_EXT" val="1"/>
  <p:tag name="KSO_WM_BEAUTIFY_FLAG" val="#fgm#"/>
  <p:tag name="KSO_WM_DIAGRAM_GROUP_CODE" val="1"/>
  <p:tag name="KSO_WM_FIGMA_FLAG" val="#fgm#"/>
  <p:tag name="KSO_WM_UNIT_INDEX" val="1_3_1"/>
  <p:tag name="KSO_WM_UNIT_TYPE" val="l_h_x"/>
</p:tagLst>
</file>

<file path=ppt/tags/tag152.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153.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Lst>
</file>

<file path=ppt/tags/tag154.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4_1"/>
  <p:tag name="KSO_WM_UNIT_TYPE" val="l_h_i"/>
</p:tagLst>
</file>

<file path=ppt/tags/tag155.xml><?xml version="1.0" encoding="utf-8"?>
<p:tagLst xmlns:p="http://schemas.openxmlformats.org/presentationml/2006/main">
  <p:tag name="KSO_WM_FIGMA_DECORATION_INDEX" val="16"/>
  <p:tag name="$PH_EXT" val="2"/>
  <p:tag name="KSO_WM_BEAUTIFY_FLAG" val="#fgm#"/>
  <p:tag name="KSO_WM_DIAGRAM_GROUP_CODE" val="1"/>
  <p:tag name="KSO_WM_FIGMA_FLAG" val="#fgm#"/>
  <p:tag name="KSO_WM_SYNC_SLIDE_TEXT" val="1"/>
  <p:tag name="KSO_WM_UNIT_INDEX" val="1_4_2"/>
  <p:tag name="KSO_WM_UNIT_TYPE" val="l_h_i"/>
</p:tagLst>
</file>

<file path=ppt/tags/tag156.xml><?xml version="1.0" encoding="utf-8"?>
<p:tagLst xmlns:p="http://schemas.openxmlformats.org/presentationml/2006/main">
  <p:tag name="KSO_WM_FIGMA_DECORATION_INDEX" val="10"/>
  <p:tag name="$PH_EXT" val="1"/>
  <p:tag name="KSO_WM_BEAUTIFY_FLAG" val="#fgm#"/>
  <p:tag name="KSO_WM_DIAGRAM_GROUP_CODE" val="1"/>
  <p:tag name="KSO_WM_FIGMA_FLAG" val="#fgm#"/>
  <p:tag name="KSO_WM_UNIT_INDEX" val="1_4_1"/>
  <p:tag name="KSO_WM_UNIT_TYPE" val="l_h_x"/>
</p:tagLst>
</file>

<file path=ppt/tags/tag157.xml><?xml version="1.0" encoding="utf-8"?>
<p:tagLst xmlns:p="http://schemas.openxmlformats.org/presentationml/2006/main">
  <p:tag name="KSO_WM_BEAUTIFY_FLAG" val="#fgm#"/>
  <p:tag name="KSO_WM_DIAGRAM_GROUP_CODE" val="1"/>
  <p:tag name="KSO_WM_FIGMA_FLAG" val="#fgm#"/>
  <p:tag name="KSO_WM_UNIT_INDEX" val="1_4_1"/>
  <p:tag name="KSO_WM_UNIT_TYPE" val="l_h_a"/>
</p:tagLst>
</file>

<file path=ppt/tags/tag158.xml><?xml version="1.0" encoding="utf-8"?>
<p:tagLst xmlns:p="http://schemas.openxmlformats.org/presentationml/2006/main">
  <p:tag name="KSO_WM_BEAUTIFY_FLAG" val="#fgm#"/>
  <p:tag name="KSO_WM_DIAGRAM_GROUP_CODE" val="1"/>
  <p:tag name="KSO_WM_FIGMA_FLAG" val="#fgm#"/>
  <p:tag name="KSO_WM_UNIT_INDEX" val="1_4_1"/>
  <p:tag name="KSO_WM_UNIT_TYPE" val="l_h_f"/>
</p:tagLst>
</file>

<file path=ppt/tags/tag159.xml><?xml version="1.0" encoding="utf-8"?>
<p:tagLst xmlns:p="http://schemas.openxmlformats.org/presentationml/2006/main">
  <p:tag name="KSO_WM_BEAUTIFY_FLAG" val="#fgm#"/>
  <p:tag name="KSO_WM_FIGMA_FLAG" val="#fgm#"/>
  <p:tag name="KSO_WM_UNIT_INDEX" val="1"/>
  <p:tag name="KSO_WM_UNIT_TYPE" val="a"/>
  <p:tag name="KSO_WM_LAYOUT_CHECK_HASH" val="c9e185653d279e2e779ecd94cd320aac9f8925be"/>
  <p:tag name="KSO_WM_NEWLAYOUT_GROUP_ID" val="layout_10013"/>
  <p:tag name="KSO_WM_NEWLAYOUT_ID" val="slide_8b398fc64e4c05a5"/>
</p:tagLst>
</file>

<file path=ppt/tags/tag160.xml><?xml version="1.0" encoding="utf-8"?>
<p:tagLst xmlns:p="http://schemas.openxmlformats.org/presentationml/2006/main">
  <p:tag name="KSO_WM_BEAUTIFY_FLAG" val="#fgm#"/>
  <p:tag name="KSO_WM_FIGMA_FLAG" val="#fgm#"/>
  <p:tag name="KSO_WM_UNIT_INDEX" val="1"/>
  <p:tag name="KSO_WM_UNIT_TYPE" val="d"/>
</p:tagLst>
</file>

<file path=ppt/tags/tag161.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162.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163.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164.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165.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166.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Lst>
</file>

<file path=ppt/tags/tag167.xml><?xml version="1.0" encoding="utf-8"?>
<p:tagLst xmlns:p="http://schemas.openxmlformats.org/presentationml/2006/main">
  <p:tag name="KSO_WM_BEAUTIFY_FLAG" val="#fgm#"/>
  <p:tag name="KSO_WM_FIGMA_FLAG" val="#fgm#"/>
  <p:tag name="KSO_WM_UNIT_INDEX" val="1"/>
  <p:tag name="KSO_WM_UNIT_TYPE" val="a"/>
  <p:tag name="KSO_WM_LAYOUT_CHECK_HASH" val="1ce19aadcf7e78bd8c914462fe9552c1d9deebb3"/>
  <p:tag name="KSO_WM_NEWLAYOUT_GROUP_ID" val="layout_10003"/>
  <p:tag name="KSO_WM_NEWLAYOUT_ID" val="slide_07a157e0b255a435"/>
</p:tagLst>
</file>

<file path=ppt/tags/tag168.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169.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1_1"/>
  <p:tag name="KSO_WM_UNIT_TYPE" val="l_h_i"/>
</p:tagLst>
</file>

<file path=ppt/tags/tag170.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171.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172.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2_1"/>
  <p:tag name="KSO_WM_UNIT_TYPE" val="l_h_i"/>
</p:tagLst>
</file>

<file path=ppt/tags/tag173.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174.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175.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3_1"/>
  <p:tag name="KSO_WM_UNIT_TYPE" val="l_h_i"/>
</p:tagLst>
</file>

<file path=ppt/tags/tag176.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Lst>
</file>

<file path=ppt/tags/tag177.xml><?xml version="1.0" encoding="utf-8"?>
<p:tagLst xmlns:p="http://schemas.openxmlformats.org/presentationml/2006/main">
  <p:tag name="KSO_WM_BEAUTIFY_FLAG" val="#fgm#"/>
  <p:tag name="KSO_WM_FIGMA_FLAG" val="#fgm#"/>
  <p:tag name="KSO_WM_UNIT_INDEX" val="1"/>
  <p:tag name="KSO_WM_UNIT_TYPE" val="a"/>
  <p:tag name="KSO_WM_LAYOUT_CHECK_HASH" val="2465f00e212afb2fe988abb862f68442d4e04357"/>
  <p:tag name="KSO_WM_NEWLAYOUT_GROUP_ID" val="layout_34"/>
  <p:tag name="KSO_WM_NEWLAYOUT_ID" val="slide_241746540ffa7241"/>
</p:tagLst>
</file>

<file path=ppt/tags/tag178.xml><?xml version="1.0" encoding="utf-8"?>
<p:tagLst xmlns:p="http://schemas.openxmlformats.org/presentationml/2006/main">
  <p:tag name="KSO_WM_BEAUTIFY_FLAG" val="#fgm#"/>
  <p:tag name="KSO_WM_DIAGRAM_GROUP_CODE" val="1"/>
  <p:tag name="KSO_WM_FIGMA_FLAG" val="#fgm#"/>
  <p:tag name="KSO_WM_UNIT_INDEX" val="1_1_1"/>
  <p:tag name="KSO_WM_UNIT_TYPE" val="l_h_d"/>
</p:tagLst>
</file>

<file path=ppt/tags/tag179.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180.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181.xml><?xml version="1.0" encoding="utf-8"?>
<p:tagLst xmlns:p="http://schemas.openxmlformats.org/presentationml/2006/main">
  <p:tag name="KSO_WM_BEAUTIFY_FLAG" val="#fgm#"/>
  <p:tag name="KSO_WM_DIAGRAM_GROUP_CODE" val="1"/>
  <p:tag name="KSO_WM_FIGMA_FLAG" val="#fgm#"/>
  <p:tag name="KSO_WM_UNIT_INDEX" val="1_2_1"/>
  <p:tag name="KSO_WM_UNIT_TYPE" val="l_h_d"/>
</p:tagLst>
</file>

<file path=ppt/tags/tag182.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183.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184.xml><?xml version="1.0" encoding="utf-8"?>
<p:tagLst xmlns:p="http://schemas.openxmlformats.org/presentationml/2006/main">
  <p:tag name="KSO_WM_BEAUTIFY_FLAG" val="#fgm#"/>
  <p:tag name="KSO_WM_DIAGRAM_GROUP_CODE" val="1"/>
  <p:tag name="KSO_WM_FIGMA_FLAG" val="#fgm#"/>
  <p:tag name="KSO_WM_UNIT_INDEX" val="1_3_1"/>
  <p:tag name="KSO_WM_UNIT_TYPE" val="l_h_d"/>
</p:tagLst>
</file>

<file path=ppt/tags/tag185.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186.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Lst>
</file>

<file path=ppt/tags/tag187.xml><?xml version="1.0" encoding="utf-8"?>
<p:tagLst xmlns:p="http://schemas.openxmlformats.org/presentationml/2006/main">
  <p:tag name="KSO_WM_BEAUTIFY_FLAG" val="#fgm#"/>
  <p:tag name="KSO_WM_DIAGRAM_GROUP_CODE" val="1"/>
  <p:tag name="KSO_WM_FIGMA_FLAG" val="#fgm#"/>
  <p:tag name="KSO_WM_UNIT_INDEX" val="1_4_1"/>
  <p:tag name="KSO_WM_UNIT_TYPE" val="l_h_d"/>
</p:tagLst>
</file>

<file path=ppt/tags/tag188.xml><?xml version="1.0" encoding="utf-8"?>
<p:tagLst xmlns:p="http://schemas.openxmlformats.org/presentationml/2006/main">
  <p:tag name="KSO_WM_BEAUTIFY_FLAG" val="#fgm#"/>
  <p:tag name="KSO_WM_DIAGRAM_GROUP_CODE" val="1"/>
  <p:tag name="KSO_WM_FIGMA_FLAG" val="#fgm#"/>
  <p:tag name="KSO_WM_UNIT_INDEX" val="1_4_1"/>
  <p:tag name="KSO_WM_UNIT_TYPE" val="l_h_a"/>
</p:tagLst>
</file>

<file path=ppt/tags/tag189.xml><?xml version="1.0" encoding="utf-8"?>
<p:tagLst xmlns:p="http://schemas.openxmlformats.org/presentationml/2006/main">
  <p:tag name="KSO_WM_BEAUTIFY_FLAG" val="#fgm#"/>
  <p:tag name="KSO_WM_DIAGRAM_GROUP_CODE" val="1"/>
  <p:tag name="KSO_WM_FIGMA_FLAG" val="#fgm#"/>
  <p:tag name="KSO_WM_UNIT_INDEX" val="1_4_1"/>
  <p:tag name="KSO_WM_UNIT_TYPE" val="l_h_f"/>
</p:tagLst>
</file>

<file path=ppt/tags/tag190.xml><?xml version="1.0" encoding="utf-8"?>
<p:tagLst xmlns:p="http://schemas.openxmlformats.org/presentationml/2006/main">
  <p:tag name="KSO_WM_BEAUTIFY_FLAG" val="#fgm#"/>
  <p:tag name="KSO_WM_FIGMA_FLAG" val="#fgm#"/>
  <p:tag name="KSO_WM_UNIT_INDEX" val="1"/>
  <p:tag name="KSO_WM_UNIT_TYPE" val="a"/>
  <p:tag name="KSO_WM_LAYOUT_CHECK_HASH" val="c4c8131ff0f902339e06ef17cf1bdc40a7d6ad24"/>
  <p:tag name="KSO_WM_NEWLAYOUT_GROUP_ID" val="layout_59"/>
  <p:tag name="KSO_WM_NEWLAYOUT_ID" val="slide_20c1f52a92422207"/>
</p:tagLst>
</file>

<file path=ppt/tags/tag191.xml><?xml version="1.0" encoding="utf-8"?>
<p:tagLst xmlns:p="http://schemas.openxmlformats.org/presentationml/2006/main">
  <p:tag name="KSO_WM_BEAUTIFY_FLAG" val="#fgm#"/>
  <p:tag name="KSO_WM_FIGMA_FLAG" val="#fgm#"/>
  <p:tag name="KSO_WM_UNIT_INDEX" val="1"/>
  <p:tag name="KSO_WM_UNIT_TYPE" val="d"/>
</p:tagLst>
</file>

<file path=ppt/tags/tag192.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1_1"/>
  <p:tag name="KSO_WM_UNIT_TYPE" val="l_h_i"/>
</p:tagLst>
</file>

<file path=ppt/tags/tag193.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194.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195.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2_1"/>
  <p:tag name="KSO_WM_UNIT_TYPE" val="l_h_i"/>
</p:tagLst>
</file>

<file path=ppt/tags/tag196.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197.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198.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3_1"/>
  <p:tag name="KSO_WM_UNIT_TYPE" val="l_h_i"/>
</p:tagLst>
</file>

<file path=ppt/tags/tag199.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200.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Lst>
</file>

<file path=ppt/tags/tag201.xml><?xml version="1.0" encoding="utf-8"?>
<p:tagLst xmlns:p="http://schemas.openxmlformats.org/presentationml/2006/main">
  <p:tag name="KSO_WM_BEAUTIFY_FLAG" val="#fgm#"/>
  <p:tag name="KSO_WM_FIGMA_FLAG" val="#fgm#"/>
  <p:tag name="KSO_WM_UNIT_INDEX" val="1"/>
  <p:tag name="KSO_WM_UNIT_TYPE" val="a"/>
  <p:tag name="KSO_WM_LAYOUT_CHECK_HASH" val="83905a72f5c1adb4ee6317136e4c5ac036f5f3a9"/>
  <p:tag name="KSO_WM_NEWLAYOUT_GROUP_ID" val="layout_57"/>
  <p:tag name="KSO_WM_NEWLAYOUT_ID" val="slide_138b38c969135e9e"/>
</p:tagLst>
</file>

<file path=ppt/tags/tag202.xml><?xml version="1.0" encoding="utf-8"?>
<p:tagLst xmlns:p="http://schemas.openxmlformats.org/presentationml/2006/main">
  <p:tag name="KSO_WM_FIGMA_DECORATION_INDEX" val="17"/>
  <p:tag name="$PH_EXT" val="2"/>
  <p:tag name="KSO_WM_BEAUTIFY_FLAG" val="#fgm#"/>
  <p:tag name="KSO_WM_DIAGRAM_GROUP_CODE" val="1"/>
  <p:tag name="KSO_WM_FIGMA_FLAG" val="#fgm#"/>
  <p:tag name="KSO_WM_SYNC_SLIDE_TEXT" val="1"/>
  <p:tag name="KSO_WM_UNIT_INDEX" val="1_1_1"/>
  <p:tag name="KSO_WM_UNIT_TYPE" val="l_h_i"/>
</p:tagLst>
</file>

<file path=ppt/tags/tag203.xml><?xml version="1.0" encoding="utf-8"?>
<p:tagLst xmlns:p="http://schemas.openxmlformats.org/presentationml/2006/main">
  <p:tag name="KSO_WM_BEAUTIFY_FLAG" val="#fgm#"/>
  <p:tag name="KSO_WM_DIAGRAM_GROUP_CODE" val="1"/>
  <p:tag name="KSO_WM_FIGMA_FLAG" val="#fgm#"/>
  <p:tag name="KSO_WM_UNIT_INDEX" val="1_1_1"/>
  <p:tag name="KSO_WM_UNIT_TYPE" val="l_h_d"/>
</p:tagLst>
</file>

<file path=ppt/tags/tag204.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205.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206.xml><?xml version="1.0" encoding="utf-8"?>
<p:tagLst xmlns:p="http://schemas.openxmlformats.org/presentationml/2006/main">
  <p:tag name="KSO_WM_FIGMA_DECORATION_INDEX" val="17"/>
  <p:tag name="$PH_EXT" val="2"/>
  <p:tag name="KSO_WM_BEAUTIFY_FLAG" val="#fgm#"/>
  <p:tag name="KSO_WM_DIAGRAM_GROUP_CODE" val="1"/>
  <p:tag name="KSO_WM_FIGMA_FLAG" val="#fgm#"/>
  <p:tag name="KSO_WM_SYNC_SLIDE_TEXT" val="1"/>
  <p:tag name="KSO_WM_UNIT_INDEX" val="1_2_1"/>
  <p:tag name="KSO_WM_UNIT_TYPE" val="l_h_i"/>
</p:tagLst>
</file>

<file path=ppt/tags/tag207.xml><?xml version="1.0" encoding="utf-8"?>
<p:tagLst xmlns:p="http://schemas.openxmlformats.org/presentationml/2006/main">
  <p:tag name="KSO_WM_BEAUTIFY_FLAG" val="#fgm#"/>
  <p:tag name="KSO_WM_DIAGRAM_GROUP_CODE" val="1"/>
  <p:tag name="KSO_WM_FIGMA_FLAG" val="#fgm#"/>
  <p:tag name="KSO_WM_UNIT_INDEX" val="1_2_1"/>
  <p:tag name="KSO_WM_UNIT_TYPE" val="l_h_d"/>
</p:tagLst>
</file>

<file path=ppt/tags/tag208.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209.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210.xml><?xml version="1.0" encoding="utf-8"?>
<p:tagLst xmlns:p="http://schemas.openxmlformats.org/presentationml/2006/main">
  <p:tag name="KSO_WM_FIGMA_DECORATION_INDEX" val="17"/>
  <p:tag name="$PH_EXT" val="2"/>
  <p:tag name="KSO_WM_BEAUTIFY_FLAG" val="#fgm#"/>
  <p:tag name="KSO_WM_DIAGRAM_GROUP_CODE" val="1"/>
  <p:tag name="KSO_WM_FIGMA_FLAG" val="#fgm#"/>
  <p:tag name="KSO_WM_SYNC_SLIDE_TEXT" val="1"/>
  <p:tag name="KSO_WM_UNIT_INDEX" val="1_3_1"/>
  <p:tag name="KSO_WM_UNIT_TYPE" val="l_h_i"/>
</p:tagLst>
</file>

<file path=ppt/tags/tag211.xml><?xml version="1.0" encoding="utf-8"?>
<p:tagLst xmlns:p="http://schemas.openxmlformats.org/presentationml/2006/main">
  <p:tag name="KSO_WM_BEAUTIFY_FLAG" val="#fgm#"/>
  <p:tag name="KSO_WM_DIAGRAM_GROUP_CODE" val="1"/>
  <p:tag name="KSO_WM_FIGMA_FLAG" val="#fgm#"/>
  <p:tag name="KSO_WM_UNIT_INDEX" val="1_3_1"/>
  <p:tag name="KSO_WM_UNIT_TYPE" val="l_h_d"/>
</p:tagLst>
</file>

<file path=ppt/tags/tag212.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213.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Lst>
</file>

<file path=ppt/tags/tag214.xml><?xml version="1.0" encoding="utf-8"?>
<p:tagLst xmlns:p="http://schemas.openxmlformats.org/presentationml/2006/main">
  <p:tag name="KSO_WM_BEAUTIFY_FLAG" val="#fgm#"/>
  <p:tag name="KSO_WM_FIGMA_FLAG" val="#fgm#"/>
  <p:tag name="KSO_WM_UNIT_INDEX" val="1"/>
  <p:tag name="KSO_WM_UNIT_TYPE" val="a"/>
  <p:tag name="KSO_WM_LAYOUT_CHECK_HASH" val="427a4602d9bd9d8abd405a4b3e78308926fdb29a"/>
  <p:tag name="KSO_WM_NEWLAYOUT_GROUP_ID" val="layout_10004"/>
  <p:tag name="KSO_WM_NEWLAYOUT_ID" val="slide_5590a1d109e7c98d"/>
</p:tagLst>
</file>

<file path=ppt/tags/tag215.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1_1"/>
  <p:tag name="KSO_WM_UNIT_TYPE" val="l_h_i"/>
</p:tagLst>
</file>

<file path=ppt/tags/tag216.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217.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218.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2_1"/>
  <p:tag name="KSO_WM_UNIT_TYPE" val="l_h_i"/>
</p:tagLst>
</file>

<file path=ppt/tags/tag219.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220.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221.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3_1"/>
  <p:tag name="KSO_WM_UNIT_TYPE" val="l_h_i"/>
</p:tagLst>
</file>

<file path=ppt/tags/tag222.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223.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Lst>
</file>

<file path=ppt/tags/tag224.xml><?xml version="1.0" encoding="utf-8"?>
<p:tagLst xmlns:p="http://schemas.openxmlformats.org/presentationml/2006/main">
  <p:tag name="KSO_WM_BEAUTIFY_FLAG" val="#fgm#"/>
  <p:tag name="KSO_WM_FIGMA_FLAG" val="#fgm#"/>
  <p:tag name="KSO_WM_UNIT_INDEX" val="1"/>
  <p:tag name="KSO_WM_UNIT_TYPE" val="a"/>
  <p:tag name="KSO_WM_LAYOUT_CHECK_HASH" val="d6ce483d858c0610e767750d7f01f3e2e232eadd"/>
  <p:tag name="KSO_WM_NEWLAYOUT_GROUP_ID" val="layout_2"/>
  <p:tag name="KSO_WM_NEWLAYOUT_ID" val="slide_0494771ff88aefe6"/>
</p:tagLst>
</file>

<file path=ppt/tags/tag225.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1_1"/>
  <p:tag name="KSO_WM_UNIT_TYPE" val="l_h_i"/>
</p:tagLst>
</file>

<file path=ppt/tags/tag226.xml><?xml version="1.0" encoding="utf-8"?>
<p:tagLst xmlns:p="http://schemas.openxmlformats.org/presentationml/2006/main">
  <p:tag name="KSO_WM_BEAUTIFY_FLAG" val="#fgm#"/>
  <p:tag name="KSO_WM_DIAGRAM_GROUP_CODE" val="1"/>
  <p:tag name="KSO_WM_FIGMA_FLAG" val="#fgm#"/>
  <p:tag name="KSO_WM_UNIT_INDEX" val="1_1_1"/>
  <p:tag name="KSO_WM_UNIT_TYPE" val="l_h_d"/>
</p:tagLst>
</file>

<file path=ppt/tags/tag227.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228.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229.xml><?xml version="1.0" encoding="utf-8"?>
<p:tagLst xmlns:p="http://schemas.openxmlformats.org/presentationml/2006/main">
  <p:tag name="KSO_WM_FIGMA_DECORATION_INDEX" val="17"/>
  <p:tag name="$PH_EXT" val="2"/>
  <p:tag name="KSO_WM_BEAUTIFY_FLAG" val="#fgm#"/>
  <p:tag name="KSO_WM_DIAGRAM_GROUP_CODE" val="1"/>
  <p:tag name="KSO_WM_FIGMA_FLAG" val="#fgm#"/>
  <p:tag name="KSO_WM_SYNC_SLIDE_TEXT" val="1"/>
  <p:tag name="KSO_WM_UNIT_INDEX" val="1_2_1"/>
  <p:tag name="KSO_WM_UNIT_TYPE" val="l_h_i"/>
</p:tagLst>
</file>

<file path=ppt/tags/tag230.xml><?xml version="1.0" encoding="utf-8"?>
<p:tagLst xmlns:p="http://schemas.openxmlformats.org/presentationml/2006/main">
  <p:tag name="KSO_WM_BEAUTIFY_FLAG" val="#fgm#"/>
  <p:tag name="KSO_WM_DIAGRAM_GROUP_CODE" val="1"/>
  <p:tag name="KSO_WM_FIGMA_FLAG" val="#fgm#"/>
  <p:tag name="KSO_WM_UNIT_INDEX" val="1_2_1"/>
  <p:tag name="KSO_WM_UNIT_TYPE" val="l_h_d"/>
</p:tagLst>
</file>

<file path=ppt/tags/tag231.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232.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233.xml><?xml version="1.0" encoding="utf-8"?>
<p:tagLst xmlns:p="http://schemas.openxmlformats.org/presentationml/2006/main">
  <p:tag name="KSO_WM_BEAUTIFY_FLAG" val="#fgm#"/>
  <p:tag name="KSO_WM_FIGMA_FLAG" val="#fgm#"/>
  <p:tag name="KSO_WM_UNIT_INDEX" val="1"/>
  <p:tag name="KSO_WM_UNIT_TYPE" val="a"/>
  <p:tag name="KSO_WM_LAYOUT_CHECK_HASH" val="f3702ec6ada8bbbe585eb639e252486dd7c6044c"/>
  <p:tag name="KSO_WM_NEWLAYOUT_GROUP_ID" val="layout_26"/>
  <p:tag name="KSO_WM_NEWLAYOUT_ID" val="slide_5397de42ff9007f8"/>
</p:tagLst>
</file>

<file path=ppt/tags/tag234.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1_1"/>
  <p:tag name="KSO_WM_UNIT_TYPE" val="l_h_i"/>
</p:tagLst>
</file>

<file path=ppt/tags/tag235.xml><?xml version="1.0" encoding="utf-8"?>
<p:tagLst xmlns:p="http://schemas.openxmlformats.org/presentationml/2006/main">
  <p:tag name="KSO_WM_BEAUTIFY_FLAG" val="#fgm#"/>
  <p:tag name="KSO_WM_DIAGRAM_GROUP_CODE" val="1"/>
  <p:tag name="KSO_WM_FIGMA_FLAG" val="#fgm#"/>
  <p:tag name="KSO_WM_UNIT_INDEX" val="1_1_1"/>
  <p:tag name="KSO_WM_UNIT_TYPE" val="l_h_d"/>
</p:tagLst>
</file>

<file path=ppt/tags/tag236.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237.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238.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2_1"/>
  <p:tag name="KSO_WM_UNIT_TYPE" val="l_h_i"/>
</p:tagLst>
</file>

<file path=ppt/tags/tag239.xml><?xml version="1.0" encoding="utf-8"?>
<p:tagLst xmlns:p="http://schemas.openxmlformats.org/presentationml/2006/main">
  <p:tag name="KSO_WM_BEAUTIFY_FLAG" val="#fgm#"/>
  <p:tag name="KSO_WM_DIAGRAM_GROUP_CODE" val="1"/>
  <p:tag name="KSO_WM_FIGMA_FLAG" val="#fgm#"/>
  <p:tag name="KSO_WM_UNIT_INDEX" val="1_2_1"/>
  <p:tag name="KSO_WM_UNIT_TYPE" val="l_h_d"/>
</p:tagLst>
</file>

<file path=ppt/tags/tag240.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241.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242.xml><?xml version="1.0" encoding="utf-8"?>
<p:tagLst xmlns:p="http://schemas.openxmlformats.org/presentationml/2006/main">
  <p:tag name="KSO_WM_BEAUTIFY_FLAG" val="#fgm#"/>
  <p:tag name="KSO_WM_FIGMA_FLAG" val="#fgm#"/>
  <p:tag name="KSO_WM_UNIT_INDEX" val="1"/>
  <p:tag name="KSO_WM_UNIT_TYPE" val="a"/>
  <p:tag name="KSO_WM_LAYOUT_CHECK_HASH" val="7c4b9516511c4fa9f1cf9cabdb974a0ab3efb2ab"/>
  <p:tag name="KSO_WM_NEWLAYOUT_GROUP_ID" val="layout_31"/>
  <p:tag name="KSO_WM_NEWLAYOUT_ID" val="slide_5de812628256de36"/>
</p:tagLst>
</file>

<file path=ppt/tags/tag243.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1_1"/>
  <p:tag name="KSO_WM_UNIT_TYPE" val="l_h_i"/>
</p:tagLst>
</file>

<file path=ppt/tags/tag244.xml><?xml version="1.0" encoding="utf-8"?>
<p:tagLst xmlns:p="http://schemas.openxmlformats.org/presentationml/2006/main">
  <p:tag name="KSO_WM_BEAUTIFY_FLAG" val="#fgm#"/>
  <p:tag name="KSO_WM_DIAGRAM_GROUP_CODE" val="1"/>
  <p:tag name="KSO_WM_FIGMA_FLAG" val="#fgm#"/>
  <p:tag name="KSO_WM_UNIT_INDEX" val="1_1_1"/>
  <p:tag name="KSO_WM_UNIT_TYPE" val="l_h_d"/>
</p:tagLst>
</file>

<file path=ppt/tags/tag245.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246.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247.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2_1"/>
  <p:tag name="KSO_WM_UNIT_TYPE" val="l_h_i"/>
</p:tagLst>
</file>

<file path=ppt/tags/tag248.xml><?xml version="1.0" encoding="utf-8"?>
<p:tagLst xmlns:p="http://schemas.openxmlformats.org/presentationml/2006/main">
  <p:tag name="KSO_WM_BEAUTIFY_FLAG" val="#fgm#"/>
  <p:tag name="KSO_WM_DIAGRAM_GROUP_CODE" val="1"/>
  <p:tag name="KSO_WM_FIGMA_FLAG" val="#fgm#"/>
  <p:tag name="KSO_WM_UNIT_INDEX" val="1_2_1"/>
  <p:tag name="KSO_WM_UNIT_TYPE" val="l_h_d"/>
</p:tagLst>
</file>

<file path=ppt/tags/tag249.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250.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251.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3_1"/>
  <p:tag name="KSO_WM_UNIT_TYPE" val="l_h_i"/>
</p:tagLst>
</file>

<file path=ppt/tags/tag252.xml><?xml version="1.0" encoding="utf-8"?>
<p:tagLst xmlns:p="http://schemas.openxmlformats.org/presentationml/2006/main">
  <p:tag name="KSO_WM_BEAUTIFY_FLAG" val="#fgm#"/>
  <p:tag name="KSO_WM_DIAGRAM_GROUP_CODE" val="1"/>
  <p:tag name="KSO_WM_FIGMA_FLAG" val="#fgm#"/>
  <p:tag name="KSO_WM_UNIT_INDEX" val="1_3_1"/>
  <p:tag name="KSO_WM_UNIT_TYPE" val="l_h_d"/>
</p:tagLst>
</file>

<file path=ppt/tags/tag253.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254.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Lst>
</file>

<file path=ppt/tags/tag255.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4_1"/>
  <p:tag name="KSO_WM_UNIT_TYPE" val="l_h_i"/>
</p:tagLst>
</file>

<file path=ppt/tags/tag256.xml><?xml version="1.0" encoding="utf-8"?>
<p:tagLst xmlns:p="http://schemas.openxmlformats.org/presentationml/2006/main">
  <p:tag name="KSO_WM_BEAUTIFY_FLAG" val="#fgm#"/>
  <p:tag name="KSO_WM_DIAGRAM_GROUP_CODE" val="1"/>
  <p:tag name="KSO_WM_FIGMA_FLAG" val="#fgm#"/>
  <p:tag name="KSO_WM_UNIT_INDEX" val="1_4_1"/>
  <p:tag name="KSO_WM_UNIT_TYPE" val="l_h_d"/>
</p:tagLst>
</file>

<file path=ppt/tags/tag257.xml><?xml version="1.0" encoding="utf-8"?>
<p:tagLst xmlns:p="http://schemas.openxmlformats.org/presentationml/2006/main">
  <p:tag name="KSO_WM_BEAUTIFY_FLAG" val="#fgm#"/>
  <p:tag name="KSO_WM_DIAGRAM_GROUP_CODE" val="1"/>
  <p:tag name="KSO_WM_FIGMA_FLAG" val="#fgm#"/>
  <p:tag name="KSO_WM_UNIT_INDEX" val="1_4_1"/>
  <p:tag name="KSO_WM_UNIT_TYPE" val="l_h_a"/>
</p:tagLst>
</file>

<file path=ppt/tags/tag258.xml><?xml version="1.0" encoding="utf-8"?>
<p:tagLst xmlns:p="http://schemas.openxmlformats.org/presentationml/2006/main">
  <p:tag name="KSO_WM_BEAUTIFY_FLAG" val="#fgm#"/>
  <p:tag name="KSO_WM_DIAGRAM_GROUP_CODE" val="1"/>
  <p:tag name="KSO_WM_FIGMA_FLAG" val="#fgm#"/>
  <p:tag name="KSO_WM_UNIT_INDEX" val="1_4_1"/>
  <p:tag name="KSO_WM_UNIT_TYPE" val="l_h_f"/>
</p:tagLst>
</file>

<file path=ppt/tags/tag259.xml><?xml version="1.0" encoding="utf-8"?>
<p:tagLst xmlns:p="http://schemas.openxmlformats.org/presentationml/2006/main">
  <p:tag name="KSO_WM_BEAUTIFY_FLAG" val="#fgm#"/>
  <p:tag name="KSO_WM_FIGMA_FLAG" val="#fgm#"/>
  <p:tag name="KSO_WM_UNIT_INDEX" val="1"/>
  <p:tag name="KSO_WM_UNIT_TYPE" val="a"/>
  <p:tag name="KSO_WM_LAYOUT_CHECK_HASH" val="13b8cb4e78c0b108d4b6bdcd1232bde4ec89d9ed"/>
  <p:tag name="KSO_WM_NEWLAYOUT_GROUP_ID" val="layout_10007"/>
  <p:tag name="KSO_WM_NEWLAYOUT_ID" val="slide_f07fe535f31bdb7f"/>
</p:tagLst>
</file>

<file path=ppt/tags/tag260.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261.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262.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263.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264.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265.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Lst>
</file>

<file path=ppt/tags/tag266.xml><?xml version="1.0" encoding="utf-8"?>
<p:tagLst xmlns:p="http://schemas.openxmlformats.org/presentationml/2006/main">
  <p:tag name="KSO_WM_BEAUTIFY_FLAG" val="#fgm#"/>
  <p:tag name="KSO_WM_FIGMA_FLAG" val="#fgm#"/>
  <p:tag name="KSO_WM_UNIT_INDEX" val="1"/>
  <p:tag name="KSO_WM_UNIT_TYPE" val="a"/>
  <p:tag name="KSO_WM_LAYOUT_CHECK_HASH" val="4874157a414bb0fba3eb5210a52220c562e2886a"/>
  <p:tag name="KSO_WM_NEWLAYOUT_GROUP_ID" val="layout_10009"/>
  <p:tag name="KSO_WM_NEWLAYOUT_ID" val="slide_97a51ff2b1722ceb"/>
</p:tagLst>
</file>

<file path=ppt/tags/tag267.xml><?xml version="1.0" encoding="utf-8"?>
<p:tagLst xmlns:p="http://schemas.openxmlformats.org/presentationml/2006/main">
  <p:tag name="KSO_WM_BEAUTIFY_FLAG" val="#fgm#"/>
  <p:tag name="KSO_WM_DIAGRAM_GROUP_CODE" val="1"/>
  <p:tag name="KSO_WM_FIGMA_FLAG" val="#fgm#"/>
  <p:tag name="KSO_WM_UNIT_INDEX" val="1_1_1"/>
  <p:tag name="KSO_WM_UNIT_TYPE" val="l_h_d"/>
</p:tagLst>
</file>

<file path=ppt/tags/tag268.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269.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270.xml><?xml version="1.0" encoding="utf-8"?>
<p:tagLst xmlns:p="http://schemas.openxmlformats.org/presentationml/2006/main">
  <p:tag name="KSO_WM_BEAUTIFY_FLAG" val="#fgm#"/>
  <p:tag name="KSO_WM_DIAGRAM_GROUP_CODE" val="1"/>
  <p:tag name="KSO_WM_FIGMA_FLAG" val="#fgm#"/>
  <p:tag name="KSO_WM_UNIT_INDEX" val="1_2_1"/>
  <p:tag name="KSO_WM_UNIT_TYPE" val="l_h_d"/>
</p:tagLst>
</file>

<file path=ppt/tags/tag271.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272.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273.xml><?xml version="1.0" encoding="utf-8"?>
<p:tagLst xmlns:p="http://schemas.openxmlformats.org/presentationml/2006/main">
  <p:tag name="KSO_WM_BEAUTIFY_FLAG" val="#fgm#"/>
  <p:tag name="KSO_WM_DIAGRAM_GROUP_CODE" val="1"/>
  <p:tag name="KSO_WM_FIGMA_FLAG" val="#fgm#"/>
  <p:tag name="KSO_WM_UNIT_INDEX" val="1_3_1"/>
  <p:tag name="KSO_WM_UNIT_TYPE" val="l_h_d"/>
</p:tagLst>
</file>

<file path=ppt/tags/tag274.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275.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Lst>
</file>

<file path=ppt/tags/tag276.xml><?xml version="1.0" encoding="utf-8"?>
<p:tagLst xmlns:p="http://schemas.openxmlformats.org/presentationml/2006/main">
  <p:tag name="KSO_WM_BEAUTIFY_FLAG" val="#fgm#"/>
  <p:tag name="KSO_WM_FIGMA_FLAG" val="#fgm#"/>
  <p:tag name="KSO_WM_UNIT_INDEX" val="1"/>
  <p:tag name="KSO_WM_UNIT_TYPE" val="a"/>
  <p:tag name="KSO_WM_LAYOUT_CHECK_HASH" val="e3871024dca898ed9625d421ced6f92c2a83768a"/>
  <p:tag name="KSO_WM_NEWLAYOUT_GROUP_ID" val="layout_27"/>
  <p:tag name="KSO_WM_NEWLAYOUT_ID" val="slide_e8da08e968e1bc20"/>
</p:tagLst>
</file>

<file path=ppt/tags/tag277.xml><?xml version="1.0" encoding="utf-8"?>
<p:tagLst xmlns:p="http://schemas.openxmlformats.org/presentationml/2006/main">
  <p:tag name="KSO_WM_FIGMA_DECORATION_INDEX" val="14"/>
  <p:tag name="$PH_EXT" val="2"/>
  <p:tag name="KSO_WM_BEAUTIFY_FLAG" val="#fgm#"/>
  <p:tag name="KSO_WM_DIAGRAM_GROUP_CODE" val="1"/>
  <p:tag name="KSO_WM_FIGMA_FLAG" val="#fgm#"/>
  <p:tag name="KSO_WM_SYNC_SLIDE_TEXT" val="1"/>
  <p:tag name="KSO_WM_UNIT_INDEX" val="1_1_1"/>
  <p:tag name="KSO_WM_UNIT_TYPE" val="l_h_i"/>
</p:tagLst>
</file>

<file path=ppt/tags/tag278.xml><?xml version="1.0" encoding="utf-8"?>
<p:tagLst xmlns:p="http://schemas.openxmlformats.org/presentationml/2006/main">
  <p:tag name="KSO_WM_BEAUTIFY_FLAG" val="#fgm#"/>
  <p:tag name="KSO_WM_DIAGRAM_GROUP_CODE" val="1"/>
  <p:tag name="KSO_WM_FIGMA_FLAG" val="#fgm#"/>
  <p:tag name="KSO_WM_UNIT_INDEX" val="1_1_2"/>
  <p:tag name="KSO_WM_UNIT_SUBTYPE" val="d"/>
  <p:tag name="KSO_WM_UNIT_TYPE" val="l_h_i"/>
</p:tagLst>
</file>

<file path=ppt/tags/tag279.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280.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281.xml><?xml version="1.0" encoding="utf-8"?>
<p:tagLst xmlns:p="http://schemas.openxmlformats.org/presentationml/2006/main">
  <p:tag name="KSO_WM_FIGMA_DECORATION_INDEX" val="14"/>
  <p:tag name="$PH_EXT" val="2"/>
  <p:tag name="KSO_WM_BEAUTIFY_FLAG" val="#fgm#"/>
  <p:tag name="KSO_WM_DIAGRAM_GROUP_CODE" val="1"/>
  <p:tag name="KSO_WM_FIGMA_FLAG" val="#fgm#"/>
  <p:tag name="KSO_WM_SYNC_SLIDE_TEXT" val="1"/>
  <p:tag name="KSO_WM_UNIT_INDEX" val="1_2_1"/>
  <p:tag name="KSO_WM_UNIT_TYPE" val="l_h_i"/>
</p:tagLst>
</file>

<file path=ppt/tags/tag282.xml><?xml version="1.0" encoding="utf-8"?>
<p:tagLst xmlns:p="http://schemas.openxmlformats.org/presentationml/2006/main">
  <p:tag name="KSO_WM_BEAUTIFY_FLAG" val="#fgm#"/>
  <p:tag name="KSO_WM_DIAGRAM_GROUP_CODE" val="1"/>
  <p:tag name="KSO_WM_FIGMA_FLAG" val="#fgm#"/>
  <p:tag name="KSO_WM_UNIT_INDEX" val="1_2_2"/>
  <p:tag name="KSO_WM_UNIT_SUBTYPE" val="d"/>
  <p:tag name="KSO_WM_UNIT_TYPE" val="l_h_i"/>
</p:tagLst>
</file>

<file path=ppt/tags/tag283.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284.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285.xml><?xml version="1.0" encoding="utf-8"?>
<p:tagLst xmlns:p="http://schemas.openxmlformats.org/presentationml/2006/main">
  <p:tag name="KSO_WM_FIGMA_DECORATION_INDEX" val="14"/>
  <p:tag name="$PH_EXT" val="2"/>
  <p:tag name="KSO_WM_BEAUTIFY_FLAG" val="#fgm#"/>
  <p:tag name="KSO_WM_DIAGRAM_GROUP_CODE" val="1"/>
  <p:tag name="KSO_WM_FIGMA_FLAG" val="#fgm#"/>
  <p:tag name="KSO_WM_SYNC_SLIDE_TEXT" val="1"/>
  <p:tag name="KSO_WM_UNIT_INDEX" val="1_3_1"/>
  <p:tag name="KSO_WM_UNIT_TYPE" val="l_h_i"/>
</p:tagLst>
</file>

<file path=ppt/tags/tag286.xml><?xml version="1.0" encoding="utf-8"?>
<p:tagLst xmlns:p="http://schemas.openxmlformats.org/presentationml/2006/main">
  <p:tag name="KSO_WM_BEAUTIFY_FLAG" val="#fgm#"/>
  <p:tag name="KSO_WM_DIAGRAM_GROUP_CODE" val="1"/>
  <p:tag name="KSO_WM_FIGMA_FLAG" val="#fgm#"/>
  <p:tag name="KSO_WM_UNIT_INDEX" val="1_3_2"/>
  <p:tag name="KSO_WM_UNIT_SUBTYPE" val="d"/>
  <p:tag name="KSO_WM_UNIT_TYPE" val="l_h_i"/>
</p:tagLst>
</file>

<file path=ppt/tags/tag287.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288.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Lst>
</file>

<file path=ppt/tags/tag289.xml><?xml version="1.0" encoding="utf-8"?>
<p:tagLst xmlns:p="http://schemas.openxmlformats.org/presentationml/2006/main">
  <p:tag name="KSO_WM_BEAUTIFY_FLAG" val="#fgm#"/>
  <p:tag name="KSO_WM_FIGMA_FLAG" val="#fgm#"/>
  <p:tag name="KSO_WM_UNIT_INDEX" val="1"/>
  <p:tag name="KSO_WM_UNIT_TYPE" val="a"/>
  <p:tag name="KSO_WM_LAYOUT_CHECK_HASH" val="f68608a79615a009ec13212c9b8df422f80aae4b"/>
  <p:tag name="KSO_WM_NEWLAYOUT_GROUP_ID" val="layout_30"/>
  <p:tag name="KSO_WM_NEWLAYOUT_ID" val="slide_b85ad00453087974"/>
</p:tagLst>
</file>

<file path=ppt/tags/tag290.xml><?xml version="1.0" encoding="utf-8"?>
<p:tagLst xmlns:p="http://schemas.openxmlformats.org/presentationml/2006/main">
  <p:tag name="KSO_WM_BEAUTIFY_FLAG" val="#fgm#"/>
  <p:tag name="KSO_WM_FIGMA_FLAG" val="#fgm#"/>
  <p:tag name="KSO_WM_UNIT_INDEX" val="1"/>
  <p:tag name="KSO_WM_UNIT_TYPE" val="d"/>
</p:tagLst>
</file>

<file path=ppt/tags/tag291.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1_1"/>
  <p:tag name="KSO_WM_UNIT_TYPE" val="l_h_i"/>
</p:tagLst>
</file>

<file path=ppt/tags/tag292.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293.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294.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2_1"/>
  <p:tag name="KSO_WM_UNIT_TYPE" val="l_h_i"/>
</p:tagLst>
</file>

<file path=ppt/tags/tag295.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296.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297.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3_1"/>
  <p:tag name="KSO_WM_UNIT_TYPE" val="l_h_i"/>
</p:tagLst>
</file>

<file path=ppt/tags/tag298.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299.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Lst>
</file>

<file path=ppt/tags/tag300.xml><?xml version="1.0" encoding="utf-8"?>
<p:tagLst xmlns:p="http://schemas.openxmlformats.org/presentationml/2006/main">
  <p:tag name="KSO_WM_BEAUTIFY_FLAG" val="#fgm#"/>
  <p:tag name="KSO_WM_FIGMA_FLAG" val="#fgm#"/>
  <p:tag name="KSO_WM_UNIT_INDEX" val="1"/>
  <p:tag name="KSO_WM_UNIT_TYPE" val="a"/>
  <p:tag name="KSO_WM_LAYOUT_CHECK_HASH" val="66bcc431506e2bd49ad2296ef4c0822741adfa1c"/>
  <p:tag name="KSO_WM_NEWLAYOUT_GROUP_ID" val="layout_35"/>
  <p:tag name="KSO_WM_NEWLAYOUT_ID" val="slide_1dc9fdfc3607bc18"/>
</p:tagLst>
</file>

<file path=ppt/tags/tag301.xml><?xml version="1.0" encoding="utf-8"?>
<p:tagLst xmlns:p="http://schemas.openxmlformats.org/presentationml/2006/main">
  <p:tag name="KSO_WM_BEAUTIFY_FLAG" val="#fgm#"/>
  <p:tag name="KSO_WM_DIAGRAM_GROUP_CODE" val="1"/>
  <p:tag name="KSO_WM_FIGMA_FLAG" val="#fgm#"/>
  <p:tag name="KSO_WM_UNIT_INDEX" val="1_1_2"/>
  <p:tag name="KSO_WM_UNIT_SUBTYPE" val="d"/>
  <p:tag name="KSO_WM_UNIT_TYPE" val="l_h_i"/>
</p:tagLst>
</file>

<file path=ppt/tags/tag302.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303.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304.xml><?xml version="1.0" encoding="utf-8"?>
<p:tagLst xmlns:p="http://schemas.openxmlformats.org/presentationml/2006/main">
  <p:tag name="KSO_WM_BEAUTIFY_FLAG" val="#fgm#"/>
  <p:tag name="KSO_WM_DIAGRAM_GROUP_CODE" val="1"/>
  <p:tag name="KSO_WM_FIGMA_FLAG" val="#fgm#"/>
  <p:tag name="KSO_WM_UNIT_INDEX" val="1_2_2"/>
  <p:tag name="KSO_WM_UNIT_SUBTYPE" val="d"/>
  <p:tag name="KSO_WM_UNIT_TYPE" val="l_h_i"/>
</p:tagLst>
</file>

<file path=ppt/tags/tag305.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306.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307.xml><?xml version="1.0" encoding="utf-8"?>
<p:tagLst xmlns:p="http://schemas.openxmlformats.org/presentationml/2006/main">
  <p:tag name="KSO_WM_BEAUTIFY_FLAG" val="#fgm#"/>
  <p:tag name="KSO_WM_DIAGRAM_GROUP_CODE" val="1"/>
  <p:tag name="KSO_WM_FIGMA_FLAG" val="#fgm#"/>
  <p:tag name="KSO_WM_UNIT_INDEX" val="1_3_2"/>
  <p:tag name="KSO_WM_UNIT_SUBTYPE" val="d"/>
  <p:tag name="KSO_WM_UNIT_TYPE" val="l_h_i"/>
</p:tagLst>
</file>

<file path=ppt/tags/tag308.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309.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Lst>
</file>

<file path=ppt/tags/tag310.xml><?xml version="1.0" encoding="utf-8"?>
<p:tagLst xmlns:p="http://schemas.openxmlformats.org/presentationml/2006/main">
  <p:tag name="KSO_WM_BEAUTIFY_FLAG" val="#fgm#"/>
  <p:tag name="KSO_WM_FIGMA_FLAG" val="#fgm#"/>
  <p:tag name="KSO_WM_UNIT_INDEX" val="1"/>
  <p:tag name="KSO_WM_UNIT_TYPE" val="a"/>
  <p:tag name="KSO_WM_LAYOUT_CHECK_HASH" val="2df3738ff1793dee8483a1b1ab0acfefa474f814"/>
  <p:tag name="KSO_WM_NEWLAYOUT_GROUP_ID" val="layout_42"/>
  <p:tag name="KSO_WM_NEWLAYOUT_ID" val="slide_dd2f059f6dfe3f3e"/>
</p:tagLst>
</file>

<file path=ppt/tags/tag311.xml><?xml version="1.0" encoding="utf-8"?>
<p:tagLst xmlns:p="http://schemas.openxmlformats.org/presentationml/2006/main">
  <p:tag name="KSO_WM_BEAUTIFY_FLAG" val="#fgm#"/>
  <p:tag name="KSO_WM_FIGMA_FLAG" val="#fgm#"/>
  <p:tag name="KSO_WM_UNIT_INDEX" val="1"/>
  <p:tag name="KSO_WM_UNIT_TYPE" val="d"/>
</p:tagLst>
</file>

<file path=ppt/tags/tag312.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1_1"/>
  <p:tag name="KSO_WM_UNIT_TYPE" val="l_h_i"/>
</p:tagLst>
</file>

<file path=ppt/tags/tag313.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314.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315.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2_1"/>
  <p:tag name="KSO_WM_UNIT_TYPE" val="l_h_i"/>
</p:tagLst>
</file>

<file path=ppt/tags/tag316.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317.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318.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3_1"/>
  <p:tag name="KSO_WM_UNIT_TYPE" val="l_h_i"/>
</p:tagLst>
</file>

<file path=ppt/tags/tag319.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320.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Lst>
</file>

<file path=ppt/tags/tag321.xml><?xml version="1.0" encoding="utf-8"?>
<p:tagLst xmlns:p="http://schemas.openxmlformats.org/presentationml/2006/main">
  <p:tag name="KSO_WM_BEAUTIFY_FLAG" val="#fgm#"/>
  <p:tag name="KSO_WM_FIGMA_FLAG" val="#fgm#"/>
  <p:tag name="KSO_WM_UNIT_INDEX" val="1"/>
  <p:tag name="KSO_WM_UNIT_TYPE" val="a"/>
  <p:tag name="KSO_WM_LAYOUT_CHECK_HASH" val="735eb84cf9750318457445c4b347e9c31902ee77"/>
  <p:tag name="KSO_WM_NEWLAYOUT_GROUP_ID" val="layout_38"/>
  <p:tag name="KSO_WM_NEWLAYOUT_ID" val="slide_602d535931c36a5c"/>
</p:tagLst>
</file>

<file path=ppt/tags/tag322.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1_1"/>
  <p:tag name="KSO_WM_UNIT_TYPE" val="l_h_i"/>
</p:tagLst>
</file>

<file path=ppt/tags/tag323.xml><?xml version="1.0" encoding="utf-8"?>
<p:tagLst xmlns:p="http://schemas.openxmlformats.org/presentationml/2006/main">
  <p:tag name="KSO_WM_BEAUTIFY_FLAG" val="#fgm#"/>
  <p:tag name="KSO_WM_DIAGRAM_GROUP_CODE" val="1"/>
  <p:tag name="KSO_WM_FIGMA_FLAG" val="#fgm#"/>
  <p:tag name="KSO_WM_UNIT_INDEX" val="1_1_1"/>
  <p:tag name="KSO_WM_UNIT_TYPE" val="l_h_d"/>
</p:tagLst>
</file>

<file path=ppt/tags/tag324.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325.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326.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2_1"/>
  <p:tag name="KSO_WM_UNIT_TYPE" val="l_h_i"/>
</p:tagLst>
</file>

<file path=ppt/tags/tag327.xml><?xml version="1.0" encoding="utf-8"?>
<p:tagLst xmlns:p="http://schemas.openxmlformats.org/presentationml/2006/main">
  <p:tag name="KSO_WM_BEAUTIFY_FLAG" val="#fgm#"/>
  <p:tag name="KSO_WM_DIAGRAM_GROUP_CODE" val="1"/>
  <p:tag name="KSO_WM_FIGMA_FLAG" val="#fgm#"/>
  <p:tag name="KSO_WM_UNIT_INDEX" val="1_2_1"/>
  <p:tag name="KSO_WM_UNIT_TYPE" val="l_h_d"/>
</p:tagLst>
</file>

<file path=ppt/tags/tag328.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329.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330.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3_1"/>
  <p:tag name="KSO_WM_UNIT_TYPE" val="l_h_i"/>
</p:tagLst>
</file>

<file path=ppt/tags/tag331.xml><?xml version="1.0" encoding="utf-8"?>
<p:tagLst xmlns:p="http://schemas.openxmlformats.org/presentationml/2006/main">
  <p:tag name="KSO_WM_BEAUTIFY_FLAG" val="#fgm#"/>
  <p:tag name="KSO_WM_DIAGRAM_GROUP_CODE" val="1"/>
  <p:tag name="KSO_WM_FIGMA_FLAG" val="#fgm#"/>
  <p:tag name="KSO_WM_UNIT_INDEX" val="1_3_1"/>
  <p:tag name="KSO_WM_UNIT_TYPE" val="l_h_d"/>
</p:tagLst>
</file>

<file path=ppt/tags/tag332.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333.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Lst>
</file>

<file path=ppt/tags/tag334.xml><?xml version="1.0" encoding="utf-8"?>
<p:tagLst xmlns:p="http://schemas.openxmlformats.org/presentationml/2006/main">
  <p:tag name="KSO_WM_BEAUTIFY_FLAG" val="#fgm#"/>
  <p:tag name="KSO_WM_FIGMA_FLAG" val="#fgm#"/>
  <p:tag name="KSO_WM_UNIT_INDEX" val="1"/>
  <p:tag name="KSO_WM_UNIT_TYPE" val="a"/>
  <p:tag name="KSO_WM_LAYOUT_CHECK_HASH" val="8b176cec4aba9b49bf14fbda0b77b856cdf52669"/>
  <p:tag name="KSO_WM_NEWLAYOUT_GROUP_ID" val="layout_62"/>
  <p:tag name="KSO_WM_NEWLAYOUT_ID" val="slide_200f6023f42ff4b4"/>
</p:tagLst>
</file>

<file path=ppt/tags/tag335.xml><?xml version="1.0" encoding="utf-8"?>
<p:tagLst xmlns:p="http://schemas.openxmlformats.org/presentationml/2006/main">
  <p:tag name="KSO_WM_BEAUTIFY_FLAG" val="#fgm#"/>
  <p:tag name="KSO_WM_FIGMA_FLAG" val="#fgm#"/>
  <p:tag name="KSO_WM_UNIT_INDEX" val="1"/>
  <p:tag name="KSO_WM_UNIT_TYPE" val="d"/>
</p:tagLst>
</file>

<file path=ppt/tags/tag336.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1_1"/>
  <p:tag name="KSO_WM_UNIT_TYPE" val="l_h_i"/>
</p:tagLst>
</file>

<file path=ppt/tags/tag337.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338.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339.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2_1"/>
  <p:tag name="KSO_WM_UNIT_TYPE" val="l_h_i"/>
</p:tagLst>
</file>

<file path=ppt/tags/tag340.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341.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342.xml><?xml version="1.0" encoding="utf-8"?>
<p:tagLst xmlns:p="http://schemas.openxmlformats.org/presentationml/2006/main">
  <p:tag name="KSO_WM_BEAUTIFY_FLAG" val="#fgm#"/>
  <p:tag name="KSO_WM_FIGMA_FLAG" val="#fgm#"/>
  <p:tag name="KSO_WM_UNIT_INDEX" val="1"/>
  <p:tag name="KSO_WM_UNIT_TYPE" val="a"/>
  <p:tag name="KSO_WM_LAYOUT_CHECK_HASH" val="3d5505975efd3c7ae05210c25b8fce52981dc50b"/>
  <p:tag name="KSO_WM_NEWLAYOUT_GROUP_ID" val="layout_10012"/>
  <p:tag name="KSO_WM_NEWLAYOUT_ID" val="slide_b551fdac1a16f7a8"/>
</p:tagLst>
</file>

<file path=ppt/tags/tag343.xml><?xml version="1.0" encoding="utf-8"?>
<p:tagLst xmlns:p="http://schemas.openxmlformats.org/presentationml/2006/main">
  <p:tag name="KSO_WM_BEAUTIFY_FLAG" val="#fgm#"/>
  <p:tag name="KSO_WM_FIGMA_FLAG" val="#fgm#"/>
  <p:tag name="KSO_WM_UNIT_INDEX" val="1"/>
  <p:tag name="KSO_WM_UNIT_TYPE" val="d"/>
</p:tagLst>
</file>

<file path=ppt/tags/tag344.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345.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346.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347.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348.xml><?xml version="1.0" encoding="utf-8"?>
<p:tagLst xmlns:p="http://schemas.openxmlformats.org/presentationml/2006/main">
  <p:tag name="KSO_WM_BEAUTIFY_FLAG" val="#fgm#"/>
  <p:tag name="KSO_WM_FIGMA_FLAG" val="#fgm#"/>
  <p:tag name="KSO_WM_UNIT_INDEX" val="1"/>
  <p:tag name="KSO_WM_UNIT_TYPE" val="a"/>
  <p:tag name="KSO_WM_LAYOUT_CHECK_HASH" val="f22e74ef797b0a8f975160a91e79bc30e0b98cea"/>
  <p:tag name="KSO_WM_NEWLAYOUT_GROUP_ID" val="layout_6"/>
  <p:tag name="KSO_WM_NEWLAYOUT_ID" val="slide_20c7e24892b2d060"/>
</p:tagLst>
</file>

<file path=ppt/tags/tag349.xml><?xml version="1.0" encoding="utf-8"?>
<p:tagLst xmlns:p="http://schemas.openxmlformats.org/presentationml/2006/main">
  <p:tag name="KSO_WM_BEAUTIFY_FLAG" val="#fgm#"/>
  <p:tag name="KSO_WM_FIGMA_FLAG" val="#fgm#"/>
  <p:tag name="KSO_WM_UNIT_INDEX" val="1"/>
  <p:tag name="KSO_WM_UNIT_TYPE" val="d"/>
</p:tagLst>
</file>

<file path=ppt/tags/tag350.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1_1"/>
  <p:tag name="KSO_WM_UNIT_TYPE" val="l_h_i"/>
</p:tagLst>
</file>

<file path=ppt/tags/tag351.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352.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353.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2_1"/>
  <p:tag name="KSO_WM_UNIT_TYPE" val="l_h_i"/>
</p:tagLst>
</file>

<file path=ppt/tags/tag354.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355.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356.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3_1"/>
  <p:tag name="KSO_WM_UNIT_TYPE" val="l_h_i"/>
</p:tagLst>
</file>

<file path=ppt/tags/tag357.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358.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Lst>
</file>

<file path=ppt/tags/tag359.xml><?xml version="1.0" encoding="utf-8"?>
<p:tagLst xmlns:p="http://schemas.openxmlformats.org/presentationml/2006/main">
  <p:tag name="KSO_WM_UNIT_ID" val="_1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859"/>
  <p:tag name="KSO_WM_TEMPLATE_CATEGORY" val="custom"/>
</p:tagLst>
</file>

<file path=ppt/tags/tag360.xml><?xml version="1.0" encoding="utf-8"?>
<p:tagLst xmlns:p="http://schemas.openxmlformats.org/presentationml/2006/main">
  <p:tag name="KSO_WM_UNIT_ID" val="_0**"/>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59"/>
</p:tagLst>
</file>

<file path=ppt/tags/tag361.xml><?xml version="1.0" encoding="utf-8"?>
<p:tagLst xmlns:p="http://schemas.openxmlformats.org/presentationml/2006/main">
  <p:tag name="KSO_WM_UNIT_ID" val="_0**"/>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59"/>
</p:tagLst>
</file>

<file path=ppt/tags/tag362.xml><?xml version="1.0" encoding="utf-8"?>
<p:tagLst xmlns:p="http://schemas.openxmlformats.org/presentationml/2006/main">
  <p:tag name="KSO_WM_UNIT_ID" val="_0**"/>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59"/>
</p:tagLst>
</file>

<file path=ppt/tags/tag363.xml><?xml version="1.0" encoding="utf-8"?>
<p:tagLst xmlns:p="http://schemas.openxmlformats.org/presentationml/2006/main">
  <p:tag name="KSO_WM_UNIT_TYPE" val="f"/>
  <p:tag name="KSO_WM_UNIT_INDEX" val="1"/>
  <p:tag name="KSO_WM_UNIT_ID" val="_0*f*1"/>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59"/>
</p:tagLst>
</file>

<file path=ppt/tags/tag364.xml><?xml version="1.0" encoding="utf-8"?>
<p:tagLst xmlns:p="http://schemas.openxmlformats.org/presentationml/2006/main">
  <p:tag name="KSO_WM_UNIT_TYPE" val="a"/>
  <p:tag name="KSO_WM_UNIT_INDEX" val="1"/>
  <p:tag name="KSO_WM_UNIT_ID" val="_0*a*1"/>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59"/>
</p:tagLst>
</file>

<file path=ppt/tags/tag365.xml><?xml version="1.0" encoding="utf-8"?>
<p:tagLst xmlns:p="http://schemas.openxmlformats.org/presentationml/2006/main">
  <p:tag name="KSO_WM_TEMPLATE_SUBCATEGORY" val="29"/>
  <p:tag name="KSO_WM_BEAUTIFY_FLAG" val="#wm#"/>
  <p:tag name="KSO_WM_TEMPLATE_SLIDE_ID" val="slide_7d1b418b74e2b859"/>
  <p:tag name="KSO_WM_TEMPLATE_THUMBS_INDEX" val="1、9"/>
  <p:tag name="KSO_WM_TEMPLATE_INDEX" val="40480859"/>
  <p:tag name="KSO_WM_TEMPLATE_CATEGORY" val="custom"/>
  <p:tag name="KSO_WM_TEMPLATE_MASTER_TYPE" val="0"/>
  <p:tag name="KSO_WM_TAG_VERSION" val="3.0"/>
</p:tagLst>
</file>

<file path=ppt/tags/tag366.xml><?xml version="1.0" encoding="utf-8"?>
<p:tagLst xmlns:p="http://schemas.openxmlformats.org/presentationml/2006/main">
  <p:tag name="KSO_WM_AITEMPLATE_STYLE_ID" val="69796625704"/>
</p:tagLst>
</file>

<file path=ppt/tags/tag367.xml><?xml version="1.0" encoding="utf-8"?>
<p:tagLst xmlns:p="http://schemas.openxmlformats.org/presentationml/2006/main">
  <p:tag name="KSO_WM_UNIT_TEXT_TYPE" val="1"/>
  <p:tag name="KSO_WM_LAYOUT_CHECK_HASH" val="0d87cb0134f6ca5dd254d1d00c48ba5fb7187dae"/>
  <p:tag name="KSO_WM_NEWLAYOUT_ID" val="23"/>
  <p:tag name="KSO_WM_UNIT_PRESET_TEXT" val="单击此处添加文档标题&#13;"/>
  <p:tag name="KSO_WM_FIGMA_FLAG" val="#fgm#"/>
  <p:tag name="KSO_WM_UNIT_ID" val="_9*a*1"/>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859"/>
  <p:tag name="KSO_WM_TEMPLATE_CATEGORY" val="custom"/>
</p:tagLst>
</file>

<file path=ppt/tags/tag368.xml><?xml version="1.0" encoding="utf-8"?>
<p:tagLst xmlns:p="http://schemas.openxmlformats.org/presentationml/2006/main">
  <p:tag name="KSO_WM_BEAUTIFY_FLAG" val="#wm#"/>
  <p:tag name="KSO_WM_TEMPLATE_CATEGORY" val="custom"/>
  <p:tag name="KSO_WM_TEMPLATE_INDEX" val="40480859"/>
</p:tagLst>
</file>

<file path=ppt/tags/tag369.xml><?xml version="1.0" encoding="utf-8"?>
<p:tagLst xmlns:p="http://schemas.openxmlformats.org/presentationml/2006/main">
  <p:tag name="KSO_WM_DIAGRAM_VIRTUALLY_FRAME" val="{&quot;height&quot;:396.9889763779527,&quot;left&quot;:-0.07062992125984252,&quot;top&quot;:91.73803149606299,&quot;width&quot;:963.2911811023621}"/>
</p:tagLst>
</file>

<file path=ppt/tags/tag370.xml><?xml version="1.0" encoding="utf-8"?>
<p:tagLst xmlns:p="http://schemas.openxmlformats.org/presentationml/2006/main">
  <p:tag name="KSO_WM_DIAGRAM_VIRTUALLY_FRAME" val="{&quot;height&quot;:396.9889763779527,&quot;left&quot;:-0.07062992125984252,&quot;top&quot;:91.73803149606299,&quot;width&quot;:963.2911811023621}"/>
</p:tagLst>
</file>

<file path=ppt/tags/tag371.xml><?xml version="1.0" encoding="utf-8"?>
<p:tagLst xmlns:p="http://schemas.openxmlformats.org/presentationml/2006/main">
  <p:tag name="KSO_WM_DIAGRAM_VIRTUALLY_FRAME" val="{&quot;height&quot;:396.9889763779527,&quot;left&quot;:-0.07062992125984252,&quot;top&quot;:91.73803149606299,&quot;width&quot;:963.2911811023621}"/>
</p:tagLst>
</file>

<file path=ppt/tags/tag372.xml><?xml version="1.0" encoding="utf-8"?>
<p:tagLst xmlns:p="http://schemas.openxmlformats.org/presentationml/2006/main">
  <p:tag name="KSO_WM_DIAGRAM_VIRTUALLY_FRAME" val="{&quot;height&quot;:396.9889763779527,&quot;left&quot;:-0.07062992125984252,&quot;top&quot;:91.73803149606299,&quot;width&quot;:963.2911811023621}"/>
</p:tagLst>
</file>

<file path=ppt/tags/tag373.xml><?xml version="1.0" encoding="utf-8"?>
<p:tagLst xmlns:p="http://schemas.openxmlformats.org/presentationml/2006/main">
  <p:tag name="KSO_WM_DIAGRAM_VIRTUALLY_FRAME" val="{&quot;height&quot;:396.9889763779527,&quot;left&quot;:-0.07062992125984252,&quot;top&quot;:91.73803149606299,&quot;width&quot;:963.2911811023621}"/>
</p:tagLst>
</file>

<file path=ppt/tags/tag374.xml><?xml version="1.0" encoding="utf-8"?>
<p:tagLst xmlns:p="http://schemas.openxmlformats.org/presentationml/2006/main">
  <p:tag name="KSO_WM_DIAGRAM_VIRTUALLY_FRAME" val="{&quot;height&quot;:396.9889763779527,&quot;left&quot;:-0.07062992125984252,&quot;top&quot;:91.73803149606299,&quot;width&quot;:963.2911811023621}"/>
</p:tagLst>
</file>

<file path=ppt/tags/tag375.xml><?xml version="1.0" encoding="utf-8"?>
<p:tagLst xmlns:p="http://schemas.openxmlformats.org/presentationml/2006/main">
  <p:tag name="KSO_WM_DIAGRAM_VIRTUALLY_FRAME" val="{&quot;height&quot;:396.9889763779527,&quot;left&quot;:-0.07062992125984252,&quot;top&quot;:91.73803149606299,&quot;width&quot;:963.2911811023621}"/>
</p:tagLst>
</file>

<file path=ppt/tags/tag376.xml><?xml version="1.0" encoding="utf-8"?>
<p:tagLst xmlns:p="http://schemas.openxmlformats.org/presentationml/2006/main">
  <p:tag name="KSO_WM_DIAGRAM_VIRTUALLY_FRAME" val="{&quot;height&quot;:396.9889763779527,&quot;left&quot;:-0.07062992125984252,&quot;top&quot;:91.73803149606299,&quot;width&quot;:963.2911811023621}"/>
</p:tagLst>
</file>

<file path=ppt/tags/tag377.xml><?xml version="1.0" encoding="utf-8"?>
<p:tagLst xmlns:p="http://schemas.openxmlformats.org/presentationml/2006/main">
  <p:tag name="KSO_WM_DIAGRAM_VIRTUALLY_FRAME" val="{&quot;height&quot;:396.9889763779527,&quot;left&quot;:-0.07062992125984252,&quot;top&quot;:91.73803149606299,&quot;width&quot;:963.2911811023621}"/>
</p:tagLst>
</file>

<file path=ppt/tags/tag378.xml><?xml version="1.0" encoding="utf-8"?>
<p:tagLst xmlns:p="http://schemas.openxmlformats.org/presentationml/2006/main">
  <p:tag name="KSO_WM_DIAGRAM_VIRTUALLY_FRAME" val="{&quot;height&quot;:396.9889763779527,&quot;left&quot;:-0.07062992125984252,&quot;top&quot;:91.73803149606299,&quot;width&quot;:963.2911811023621}"/>
</p:tagLst>
</file>

<file path=ppt/tags/tag379.xml><?xml version="1.0" encoding="utf-8"?>
<p:tagLst xmlns:p="http://schemas.openxmlformats.org/presentationml/2006/main">
  <p:tag name="KSO_WM_DIAGRAM_VIRTUALLY_FRAME" val="{&quot;height&quot;:396.9889763779527,&quot;left&quot;:-0.07062992125984252,&quot;top&quot;:91.73803149606299,&quot;width&quot;:963.2911811023621}"/>
</p:tagLst>
</file>

<file path=ppt/tags/tag380.xml><?xml version="1.0" encoding="utf-8"?>
<p:tagLst xmlns:p="http://schemas.openxmlformats.org/presentationml/2006/main">
  <p:tag name="KSO_WM_DIAGRAM_VIRTUALLY_FRAME" val="{&quot;height&quot;:396.9889763779527,&quot;left&quot;:-0.07062992125984252,&quot;top&quot;:91.73803149606299,&quot;width&quot;:963.2911811023621}"/>
</p:tagLst>
</file>

<file path=ppt/tags/tag381.xml><?xml version="1.0" encoding="utf-8"?>
<p:tagLst xmlns:p="http://schemas.openxmlformats.org/presentationml/2006/main">
  <p:tag name="KSO_WM_DIAGRAM_VIRTUALLY_FRAME" val="{&quot;height&quot;:396.9889763779527,&quot;left&quot;:-0.07062992125984252,&quot;top&quot;:91.73803149606299,&quot;width&quot;:963.2911811023621}"/>
</p:tagLst>
</file>

<file path=ppt/tags/tag382.xml><?xml version="1.0" encoding="utf-8"?>
<p:tagLst xmlns:p="http://schemas.openxmlformats.org/presentationml/2006/main">
  <p:tag name="KSO_WM_DIAGRAM_VIRTUALLY_FRAME" val="{&quot;height&quot;:396.9889763779527,&quot;left&quot;:-0.07062992125984252,&quot;top&quot;:91.73803149606299,&quot;width&quot;:963.2911811023621}"/>
</p:tagLst>
</file>

<file path=ppt/tags/tag383.xml><?xml version="1.0" encoding="utf-8"?>
<p:tagLst xmlns:p="http://schemas.openxmlformats.org/presentationml/2006/main">
  <p:tag name="KSO_WM_BEAUTIFY_FLAG" val="#wm#"/>
  <p:tag name="KSO_WM_TEMPLATE_CATEGORY" val="custom"/>
  <p:tag name="KSO_WM_TEMPLATE_INDEX" val="40480859"/>
</p:tagLst>
</file>

<file path=ppt/tags/tag384.xml><?xml version="1.0" encoding="utf-8"?>
<p:tagLst xmlns:p="http://schemas.openxmlformats.org/presentationml/2006/main">
  <p:tag name="KSO_WM_BEAUTIFY_FLAG" val="#wm#"/>
  <p:tag name="KSO_WM_TEMPLATE_CATEGORY" val="custom"/>
  <p:tag name="KSO_WM_TEMPLATE_INDEX" val="40480859"/>
</p:tagLst>
</file>

<file path=ppt/tags/tag385.xml><?xml version="1.0" encoding="utf-8"?>
<p:tagLst xmlns:p="http://schemas.openxmlformats.org/presentationml/2006/main">
  <p:tag name="KSO_WM_BEAUTIFY_FLAG" val="#fgm#"/>
  <p:tag name="KSO_WM_FIGMA_FLAG" val="#fgm#"/>
  <p:tag name="KSO_WM_UNIT_INDEX" val="1"/>
  <p:tag name="KSO_WM_UNIT_TYPE" val="a"/>
  <p:tag name="KSO_WM_LAYOUT_CHECK_HASH" val="d79da86afdf267b5734d66aeacffc0bd7786decc"/>
  <p:tag name="KSO_WM_NEWLAYOUT_GROUP_ID" val="layout_51"/>
  <p:tag name="KSO_WM_NEWLAYOUT_ID" val="slide_090884a5b4d69dad"/>
  <p:tag name="KSO_WM_UNIT_PRESET_TEXT" val="单击此处添加标题"/>
</p:tagLst>
</file>

<file path=ppt/tags/tag386.xml><?xml version="1.0" encoding="utf-8"?>
<p:tagLst xmlns:p="http://schemas.openxmlformats.org/presentationml/2006/main">
  <p:tag name="KSO_WM_BEAUTIFY_FLAG" val="#fgm#"/>
  <p:tag name="KSO_WM_FIGMA_FLAG" val="#fgm#"/>
  <p:tag name="KSO_WM_UNIT_INDEX" val="1"/>
  <p:tag name="KSO_WM_UNIT_TYPE" val="d"/>
  <p:tag name="MH_PIC_SOURCE_TYPE" val="generate_slide_ai*{&quot;id&quot;:&quot;http://zh-ai-group.ks3-cn-beijing-internal.ksyun.com/image_generate/image_process/production/202603/71e50ac7-df18-463d-a599-b7fa97103cd0.jpg?Expires=1806400520\u0026AWSAccessKeyId=AKLT9NSy7kh8TIS1UzNqLRY2\u0026Signature=4V3z2Pr4DY9Llva4kGCNq0NiaOI%3D&quot;,&quot;product_name&quot;:&quot;wps-wpp-web&quot;,&quot;intention_code&quot;:&quot;wps_wpp_generate_html_ppt_pay&quot;}*auto_qingqiu_3.0.7_prod*1774864512984_18d30d_836ac89e32f8-slide-4"/>
</p:tagLst>
</file>

<file path=ppt/tags/tag387.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 name="KSO_WM_UNIT_PRESET_TEXT" val="单击此处添加项标题"/>
</p:tagLst>
</file>

<file path=ppt/tags/tag388.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 name="KSO_WM_UNIT_PRESET_TEXT" val="单击此处添加项正文"/>
</p:tagLst>
</file>

<file path=ppt/tags/tag389.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 name="KSO_WM_UNIT_PRESET_TEXT" val="单击此处添加项标题"/>
</p:tagLst>
</file>

<file path=ppt/tags/tag390.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 name="KSO_WM_UNIT_PRESET_TEXT" val="单击此处添加项正文"/>
</p:tagLst>
</file>

<file path=ppt/tags/tag391.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 name="KSO_WM_UNIT_PRESET_TEXT" val="单击此处添加项标题"/>
</p:tagLst>
</file>

<file path=ppt/tags/tag392.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 name="KSO_WM_UNIT_PRESET_TEXT" val="单击此处添加项正文"/>
</p:tagLst>
</file>

<file path=ppt/tags/tag393.xml><?xml version="1.0" encoding="utf-8"?>
<p:tagLst xmlns:p="http://schemas.openxmlformats.org/presentationml/2006/main">
  <p:tag name="KSO_WM_SLIDE_CONTENT_ORIENTATION" val=""/>
  <p:tag name="KSO_WM_SLIDE_HAS_MASK" val="0"/>
  <p:tag name="KSO_WM_SLIDE_ITEM_CNT" val="3"/>
  <p:tag name="KSO_WM_SLIDE_TYPE" val="text"/>
  <p:tag name="KSO_WM_TEMPLATE_SUBCATEGORY" val="29"/>
  <p:tag name="KSO_WM_BEAUTIFY_FLAG" val="#wm#"/>
  <p:tag name="KSO_WM_TEMPLATE_FIGMA_ID" val="69796625704"/>
  <p:tag name="KSO_WM_TEMPLATE_SLIDE_ID" val="slide_090884a5b4d69dad"/>
</p:tagLst>
</file>

<file path=ppt/tags/tag394.xml><?xml version="1.0" encoding="utf-8"?>
<p:tagLst xmlns:p="http://schemas.openxmlformats.org/presentationml/2006/main">
  <p:tag name="KSO_WM_BEAUTIFY_FLAG" val="#fgm#"/>
  <p:tag name="KSO_WM_FIGMA_FLAG" val="#fgm#"/>
  <p:tag name="KSO_WM_UNIT_INDEX" val="1"/>
  <p:tag name="KSO_WM_UNIT_TYPE" val="a"/>
  <p:tag name="KSO_WM_LAYOUT_CHECK_HASH" val="a148a79fdb020aa9ec72dabac507fde93b013a51"/>
  <p:tag name="KSO_WM_NEWLAYOUT_GROUP_ID" val="layout_32"/>
  <p:tag name="KSO_WM_NEWLAYOUT_ID" val="slide_f95b87826d1fb558"/>
  <p:tag name="KSO_WM_UNIT_PRESET_TEXT" val="单击此处添加标题"/>
</p:tagLst>
</file>

<file path=ppt/tags/tag395.xml><?xml version="1.0" encoding="utf-8"?>
<p:tagLst xmlns:p="http://schemas.openxmlformats.org/presentationml/2006/main">
  <p:tag name="KSO_WM_BEAUTIFY_FLAG" val="#fgm#"/>
  <p:tag name="KSO_WM_FIGMA_FLAG" val="#fgm#"/>
  <p:tag name="KSO_WM_UNIT_INDEX" val="1"/>
  <p:tag name="KSO_WM_UNIT_TYPE" val="a"/>
  <p:tag name="KSO_WM_LAYOUT_CHECK_HASH" val="a148a79fdb020aa9ec72dabac507fde93b013a51"/>
  <p:tag name="KSO_WM_NEWLAYOUT_GROUP_ID" val="layout_32"/>
  <p:tag name="KSO_WM_NEWLAYOUT_ID" val="slide_f95b87826d1fb558"/>
  <p:tag name="KSO_WM_UNIT_PRESET_TEXT" val="单击此处添加标题"/>
</p:tagLst>
</file>

<file path=ppt/tags/tag396.xml><?xml version="1.0" encoding="utf-8"?>
<p:tagLst xmlns:p="http://schemas.openxmlformats.org/presentationml/2006/main">
  <p:tag name="KSO_WM_BEAUTIFY_FLAG" val="#fgm#"/>
  <p:tag name="KSO_WM_FIGMA_FLAG" val="#fgm#"/>
  <p:tag name="KSO_WM_UNIT_INDEX" val="1"/>
  <p:tag name="KSO_WM_UNIT_TYPE" val="a"/>
  <p:tag name="KSO_WM_LAYOUT_CHECK_HASH" val="a148a79fdb020aa9ec72dabac507fde93b013a51"/>
  <p:tag name="KSO_WM_NEWLAYOUT_GROUP_ID" val="layout_32"/>
  <p:tag name="KSO_WM_NEWLAYOUT_ID" val="slide_f95b87826d1fb558"/>
  <p:tag name="KSO_WM_UNIT_PRESET_TEXT" val="单击此处添加标题"/>
</p:tagLst>
</file>

<file path=ppt/tags/tag397.xml><?xml version="1.0" encoding="utf-8"?>
<p:tagLst xmlns:p="http://schemas.openxmlformats.org/presentationml/2006/main">
  <p:tag name="KSO_WM_BEAUTIFY_FLAG" val="#fgm#"/>
  <p:tag name="KSO_WM_FIGMA_FLAG" val="#fgm#"/>
  <p:tag name="KSO_WM_UNIT_INDEX" val="1"/>
  <p:tag name="KSO_WM_UNIT_TYPE" val="a"/>
  <p:tag name="KSO_WM_LAYOUT_CHECK_HASH" val="a148a79fdb020aa9ec72dabac507fde93b013a51"/>
  <p:tag name="KSO_WM_NEWLAYOUT_GROUP_ID" val="layout_32"/>
  <p:tag name="KSO_WM_NEWLAYOUT_ID" val="slide_f95b87826d1fb558"/>
  <p:tag name="KSO_WM_UNIT_PRESET_TEXT" val="单击此处添加标题"/>
</p:tagLst>
</file>

<file path=ppt/tags/tag398.xml><?xml version="1.0" encoding="utf-8"?>
<p:tagLst xmlns:p="http://schemas.openxmlformats.org/presentationml/2006/main">
  <p:tag name="KSO_WM_BEAUTIFY_FLAG" val="#fgm#"/>
  <p:tag name="KSO_WM_FIGMA_FLAG" val="#fgm#"/>
  <p:tag name="KSO_WM_UNIT_INDEX" val="1"/>
  <p:tag name="KSO_WM_UNIT_TYPE" val="a"/>
  <p:tag name="KSO_WM_LAYOUT_CHECK_HASH" val="c9e185653d279e2e779ecd94cd320aac9f8925be"/>
  <p:tag name="KSO_WM_NEWLAYOUT_GROUP_ID" val="layout_10013"/>
  <p:tag name="KSO_WM_NEWLAYOUT_ID" val="slide_8b398fc64e4c05a5"/>
  <p:tag name="KSO_WM_UNIT_PRESET_TEXT" val="单击此处添加标题"/>
</p:tagLst>
</file>

<file path=ppt/tags/tag399.xml><?xml version="1.0" encoding="utf-8"?>
<p:tagLst xmlns:p="http://schemas.openxmlformats.org/presentationml/2006/main">
  <p:tag name="KSO_WM_BEAUTIFY_FLAG" val="#fgm#"/>
  <p:tag name="KSO_WM_FIGMA_FLAG" val="#fgm#"/>
  <p:tag name="KSO_WM_UNIT_INDEX" val="1"/>
  <p:tag name="KSO_WM_UNIT_TYPE" val="a"/>
  <p:tag name="KSO_WM_LAYOUT_CHECK_HASH" val="c9e185653d279e2e779ecd94cd320aac9f8925be"/>
  <p:tag name="KSO_WM_NEWLAYOUT_GROUP_ID" val="layout_10013"/>
  <p:tag name="KSO_WM_NEWLAYOUT_ID" val="slide_8b398fc64e4c05a5"/>
  <p:tag name="KSO_WM_UNIT_PRESET_TEXT" val="单击此处添加标题"/>
</p:tagLst>
</file>

<file path=ppt/tags/tag400.xml><?xml version="1.0" encoding="utf-8"?>
<p:tagLst xmlns:p="http://schemas.openxmlformats.org/presentationml/2006/main">
  <p:tag name="TABLE_ENDDRAG_ORIGIN_RECT" val="492*90"/>
  <p:tag name="TABLE_ENDDRAG_RECT" val="53*277*492*90"/>
</p:tagLst>
</file>

<file path=ppt/tags/tag401.xml><?xml version="1.0" encoding="utf-8"?>
<p:tagLst xmlns:p="http://schemas.openxmlformats.org/presentationml/2006/main">
  <p:tag name="TABLE_ENDDRAG_ORIGIN_RECT" val="492*90"/>
  <p:tag name="TABLE_ENDDRAG_RECT" val="53*277*492*90"/>
</p:tagLst>
</file>

<file path=ppt/tags/tag402.xml><?xml version="1.0" encoding="utf-8"?>
<p:tagLst xmlns:p="http://schemas.openxmlformats.org/presentationml/2006/main">
  <p:tag name="KSO_WM_BEAUTIFY_FLAG" val="#fgm#"/>
  <p:tag name="KSO_WM_FIGMA_FLAG" val="#fgm#"/>
  <p:tag name="KSO_WM_UNIT_INDEX" val="1"/>
  <p:tag name="KSO_WM_UNIT_TYPE" val="a"/>
  <p:tag name="KSO_WM_LAYOUT_CHECK_HASH" val="c9e185653d279e2e779ecd94cd320aac9f8925be"/>
  <p:tag name="KSO_WM_NEWLAYOUT_GROUP_ID" val="layout_10013"/>
  <p:tag name="KSO_WM_NEWLAYOUT_ID" val="slide_8b398fc64e4c05a5"/>
  <p:tag name="KSO_WM_UNIT_PRESET_TEXT" val="单击此处添加标题"/>
</p:tagLst>
</file>

<file path=ppt/tags/tag403.xml><?xml version="1.0" encoding="utf-8"?>
<p:tagLst xmlns:p="http://schemas.openxmlformats.org/presentationml/2006/main">
  <p:tag name="KSO_WM_BEAUTIFY_FLAG" val="#fgm#"/>
  <p:tag name="KSO_WM_FIGMA_FLAG" val="#fgm#"/>
  <p:tag name="KSO_WM_UNIT_INDEX" val="1"/>
  <p:tag name="KSO_WM_UNIT_TYPE" val="a"/>
  <p:tag name="KSO_WM_LAYOUT_CHECK_HASH" val="2465f00e212afb2fe988abb862f68442d4e04357"/>
  <p:tag name="KSO_WM_NEWLAYOUT_GROUP_ID" val="layout_34"/>
  <p:tag name="KSO_WM_NEWLAYOUT_ID" val="slide_241746540ffa7241"/>
  <p:tag name="KSO_WM_UNIT_PRESET_TEXT" val="单击此处添加标题"/>
</p:tagLst>
</file>

<file path=ppt/tags/tag404.xml><?xml version="1.0" encoding="utf-8"?>
<p:tagLst xmlns:p="http://schemas.openxmlformats.org/presentationml/2006/main">
  <p:tag name="KSO_WM_SLIDE_CONTENT_ORIENTATION" val=""/>
  <p:tag name="KSO_WM_SLIDE_HAS_MASK" val="0"/>
  <p:tag name="KSO_WM_SLIDE_ITEM_CNT" val="4"/>
  <p:tag name="KSO_WM_SLIDE_TYPE" val="text"/>
  <p:tag name="KSO_WM_TEMPLATE_SUBCATEGORY" val="29"/>
  <p:tag name="KSO_WM_BEAUTIFY_FLAG" val="#wm#"/>
  <p:tag name="KSO_WM_TEMPLATE_FIGMA_ID" val="69796625704"/>
  <p:tag name="KSO_WM_TEMPLATE_SLIDE_ID" val="slide_241746540ffa7241"/>
</p:tagLst>
</file>

<file path=ppt/tags/tag405.xml><?xml version="1.0" encoding="utf-8"?>
<p:tagLst xmlns:p="http://schemas.openxmlformats.org/presentationml/2006/main">
  <p:tag name="KSO_WM_BEAUTIFY_FLAG" val="#fgm#"/>
  <p:tag name="KSO_WM_FIGMA_FLAG" val="#fgm#"/>
  <p:tag name="KSO_WM_UNIT_INDEX" val="1"/>
  <p:tag name="KSO_WM_UNIT_TYPE" val="a"/>
  <p:tag name="KSO_WM_LAYOUT_CHECK_HASH" val="83905a72f5c1adb4ee6317136e4c5ac036f5f3a9"/>
  <p:tag name="KSO_WM_NEWLAYOUT_GROUP_ID" val="layout_57"/>
  <p:tag name="KSO_WM_NEWLAYOUT_ID" val="slide_138b38c969135e9e"/>
  <p:tag name="KSO_WM_UNIT_PRESET_TEXT" val="单击此处添加标题"/>
</p:tagLst>
</file>

<file path=ppt/tags/tag406.xml><?xml version="1.0" encoding="utf-8"?>
<p:tagLst xmlns:p="http://schemas.openxmlformats.org/presentationml/2006/main">
  <p:tag name="KSO_WM_FIGMA_DECORATION_INDEX" val="17"/>
  <p:tag name="$PH_EXT" val="2"/>
  <p:tag name="KSO_WM_BEAUTIFY_FLAG" val="#fgm#"/>
  <p:tag name="KSO_WM_DIAGRAM_GROUP_CODE" val="1"/>
  <p:tag name="KSO_WM_FIGMA_FLAG" val="#fgm#"/>
  <p:tag name="KSO_WM_SYNC_SLIDE_TEXT" val="1"/>
  <p:tag name="KSO_WM_UNIT_INDEX" val="1_1_1"/>
  <p:tag name="KSO_WM_UNIT_TYPE" val="l_h_i"/>
  <p:tag name="KSO_WM_UNIT_PRESET_TEXT" val=" "/>
</p:tagLst>
</file>

<file path=ppt/tags/tag407.xml><?xml version="1.0" encoding="utf-8"?>
<p:tagLst xmlns:p="http://schemas.openxmlformats.org/presentationml/2006/main">
  <p:tag name="KSO_WM_BEAUTIFY_FLAG" val="#fgm#"/>
  <p:tag name="KSO_WM_DIAGRAM_GROUP_CODE" val="1"/>
  <p:tag name="KSO_WM_FIGMA_FLAG" val="#fgm#"/>
  <p:tag name="KSO_WM_UNIT_INDEX" val="1_1_1"/>
  <p:tag name="KSO_WM_UNIT_TYPE" val="l_h_d"/>
  <p:tag name="MH_PIC_SOURCE_TYPE" val="generate_slide_ai*{&quot;id&quot;:&quot;http://zh-ai-group.ks3-cn-beijing-internal.ksyun.com/image_generate/image_process/production/202603/fa678c9f-5823-47e5-9f36-d27cc1cd5cc7.jpg?Expires=1806400520\u0026AWSAccessKeyId=AKLT9NSy7kh8TIS1UzNqLRY2\u0026Signature=DhCb7nGlbdWcJFPyPLV%2FRdfzLug%3D&quot;,&quot;product_name&quot;:&quot;wps-wpp-web&quot;,&quot;intention_code&quot;:&quot;wps_wpp_generate_html_ppt_pay&quot;}*auto_qingqiu_3.0.7_prod*1774864512984_18d30d_836ac89e32f8-slide-13"/>
</p:tagLst>
</file>

<file path=ppt/tags/tag408.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 name="KSO_WM_UNIT_PRESET_TEXT" val="项标题"/>
</p:tagLst>
</file>

<file path=ppt/tags/tag409.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 name="KSO_WM_UNIT_PRESET_TEXT" val="单击此处添加项正文"/>
</p:tagLst>
</file>

<file path=ppt/tags/tag410.xml><?xml version="1.0" encoding="utf-8"?>
<p:tagLst xmlns:p="http://schemas.openxmlformats.org/presentationml/2006/main">
  <p:tag name="KSO_WM_FIGMA_DECORATION_INDEX" val="17"/>
  <p:tag name="$PH_EXT" val="2"/>
  <p:tag name="KSO_WM_BEAUTIFY_FLAG" val="#fgm#"/>
  <p:tag name="KSO_WM_DIAGRAM_GROUP_CODE" val="1"/>
  <p:tag name="KSO_WM_FIGMA_FLAG" val="#fgm#"/>
  <p:tag name="KSO_WM_SYNC_SLIDE_TEXT" val="1"/>
  <p:tag name="KSO_WM_UNIT_INDEX" val="1_2_1"/>
  <p:tag name="KSO_WM_UNIT_TYPE" val="l_h_i"/>
  <p:tag name="KSO_WM_UNIT_PRESET_TEXT" val=" "/>
</p:tagLst>
</file>

<file path=ppt/tags/tag411.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 name="KSO_WM_UNIT_PRESET_TEXT" val="项标题"/>
</p:tagLst>
</file>

<file path=ppt/tags/tag412.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 name="KSO_WM_UNIT_PRESET_TEXT" val="单击此处添加项正文"/>
</p:tagLst>
</file>

<file path=ppt/tags/tag413.xml><?xml version="1.0" encoding="utf-8"?>
<p:tagLst xmlns:p="http://schemas.openxmlformats.org/presentationml/2006/main">
  <p:tag name="KSO_WM_FIGMA_DECORATION_INDEX" val="17"/>
  <p:tag name="$PH_EXT" val="2"/>
  <p:tag name="KSO_WM_BEAUTIFY_FLAG" val="#fgm#"/>
  <p:tag name="KSO_WM_DIAGRAM_GROUP_CODE" val="1"/>
  <p:tag name="KSO_WM_FIGMA_FLAG" val="#fgm#"/>
  <p:tag name="KSO_WM_SYNC_SLIDE_TEXT" val="1"/>
  <p:tag name="KSO_WM_UNIT_INDEX" val="1_3_1"/>
  <p:tag name="KSO_WM_UNIT_TYPE" val="l_h_i"/>
  <p:tag name="KSO_WM_UNIT_PRESET_TEXT" val=" "/>
</p:tagLst>
</file>

<file path=ppt/tags/tag414.xml><?xml version="1.0" encoding="utf-8"?>
<p:tagLst xmlns:p="http://schemas.openxmlformats.org/presentationml/2006/main">
  <p:tag name="KSO_WM_BEAUTIFY_FLAG" val="#fgm#"/>
  <p:tag name="KSO_WM_DIAGRAM_GROUP_CODE" val="1"/>
  <p:tag name="KSO_WM_FIGMA_FLAG" val="#fgm#"/>
  <p:tag name="KSO_WM_UNIT_INDEX" val="1_3_1"/>
  <p:tag name="KSO_WM_UNIT_TYPE" val="l_h_d"/>
  <p:tag name="MH_PIC_SOURCE_TYPE" val="generate_slide_ai*{&quot;id&quot;:&quot;http://zh-ai-group.ks3-cn-beijing-internal.ksyun.com/image_generate/image_process/production/202603/3a1ced2d-7ac6-4d8c-8567-533e83894300.jpg?Expires=1806400520\u0026AWSAccessKeyId=AKLT9NSy7kh8TIS1UzNqLRY2\u0026Signature=2h1%2FMEGjANYjtfHAcWSKFXvDgHA%3D&quot;,&quot;product_name&quot;:&quot;wps-wpp-web&quot;,&quot;intention_code&quot;:&quot;wps_wpp_generate_html_ppt_pay&quot;}*auto_qingqiu_3.0.7_prod*1774864512984_18d30d_836ac89e32f8-slide-13"/>
</p:tagLst>
</file>

<file path=ppt/tags/tag415.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 name="KSO_WM_UNIT_PRESET_TEXT" val="项标题"/>
</p:tagLst>
</file>

<file path=ppt/tags/tag416.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 name="KSO_WM_UNIT_PRESET_TEXT" val="单击此处添加项正文"/>
</p:tagLst>
</file>

<file path=ppt/tags/tag417.xml><?xml version="1.0" encoding="utf-8"?>
<p:tagLst xmlns:p="http://schemas.openxmlformats.org/presentationml/2006/main">
  <p:tag name="KSO_WM_BEAUTIFY_FLAG" val="#fgm#"/>
  <p:tag name="KSO_WM_DIAGRAM_GROUP_CODE" val="1"/>
  <p:tag name="KSO_WM_FIGMA_FLAG" val="#fgm#"/>
  <p:tag name="KSO_WM_UNIT_INDEX" val="1_2_1"/>
  <p:tag name="KSO_WM_UNIT_TYPE" val="l_h_d"/>
</p:tagLst>
</file>

<file path=ppt/tags/tag418.xml><?xml version="1.0" encoding="utf-8"?>
<p:tagLst xmlns:p="http://schemas.openxmlformats.org/presentationml/2006/main">
  <p:tag name="KSO_WM_SLIDE_CONTENT_ORIENTATION" val=""/>
  <p:tag name="KSO_WM_SLIDE_HAS_MASK" val="0"/>
  <p:tag name="KSO_WM_SLIDE_ITEM_CNT" val="3"/>
  <p:tag name="KSO_WM_SLIDE_TYPE" val="text"/>
  <p:tag name="KSO_WM_TEMPLATE_SUBCATEGORY" val="29"/>
  <p:tag name="KSO_WM_BEAUTIFY_FLAG" val="#wm#"/>
  <p:tag name="KSO_WM_TEMPLATE_FIGMA_ID" val="69796625704"/>
  <p:tag name="KSO_WM_TEMPLATE_SLIDE_ID" val="slide_138b38c969135e9e"/>
</p:tagLst>
</file>

<file path=ppt/tags/tag419.xml><?xml version="1.0" encoding="utf-8"?>
<p:tagLst xmlns:p="http://schemas.openxmlformats.org/presentationml/2006/main">
  <p:tag name="KSO_WM_FIGMA_DECORATION_INDEX" val="17"/>
  <p:tag name="$PH_EXT" val="2"/>
  <p:tag name="KSO_WM_BEAUTIFY_FLAG" val="#fgm#"/>
  <p:tag name="KSO_WM_DIAGRAM_GROUP_CODE" val="1"/>
  <p:tag name="KSO_WM_FIGMA_FLAG" val="#fgm#"/>
  <p:tag name="KSO_WM_SYNC_SLIDE_TEXT" val="1"/>
  <p:tag name="KSO_WM_UNIT_INDEX" val="1_2_1"/>
  <p:tag name="KSO_WM_UNIT_TYPE" val="l_h_i"/>
  <p:tag name="KSO_WM_UNIT_PRESET_TEXT" val=" "/>
</p:tagLst>
</file>

<file path=ppt/tags/tag420.xml><?xml version="1.0" encoding="utf-8"?>
<p:tagLst xmlns:p="http://schemas.openxmlformats.org/presentationml/2006/main">
  <p:tag name="KSO_WM_BEAUTIFY_FLAG" val="#fgm#"/>
  <p:tag name="KSO_WM_DIAGRAM_GROUP_CODE" val="1"/>
  <p:tag name="KSO_WM_FIGMA_FLAG" val="#fgm#"/>
  <p:tag name="KSO_WM_UNIT_INDEX" val="1_2_1"/>
  <p:tag name="KSO_WM_UNIT_TYPE" val="l_h_d"/>
  <p:tag name="MH_PIC_SOURCE_TYPE" val="generate_slide_ai*{&quot;id&quot;:&quot;http://zh-ai-group.ks3-cn-beijing-internal.ksyun.com/image_generate/image_process/production/202603/cf68ca1b-60fa-466c-807e-6f85111e182d.jpg?Expires=1806400520\u0026AWSAccessKeyId=AKLT9NSy7kh8TIS1UzNqLRY2\u0026Signature=t0fHK8AK1IxrfFt8wVvzOXuLUPA%3D&quot;,&quot;product_name&quot;:&quot;wps-wpp-web&quot;,&quot;intention_code&quot;:&quot;wps_wpp_generate_html_ppt_pay&quot;}*auto_qingqiu_3.0.7_prod*1774864512984_18d30d_836ac89e32f8-slide-13"/>
</p:tagLst>
</file>

<file path=ppt/tags/tag421.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 name="KSO_WM_UNIT_PRESET_TEXT" val="项标题"/>
</p:tagLst>
</file>

<file path=ppt/tags/tag422.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 name="KSO_WM_UNIT_PRESET_TEXT" val="单击此处添加项正文"/>
</p:tagLst>
</file>

<file path=ppt/tags/tag423.xml><?xml version="1.0" encoding="utf-8"?>
<p:tagLst xmlns:p="http://schemas.openxmlformats.org/presentationml/2006/main">
  <p:tag name="KSO_WM_BEAUTIFY_FLAG" val="#fgm#"/>
  <p:tag name="KSO_WM_FIGMA_FLAG" val="#fgm#"/>
  <p:tag name="KSO_WM_UNIT_INDEX" val="1"/>
  <p:tag name="KSO_WM_UNIT_TYPE" val="a"/>
  <p:tag name="KSO_WM_LAYOUT_CHECK_HASH" val="83905a72f5c1adb4ee6317136e4c5ac036f5f3a9"/>
  <p:tag name="KSO_WM_NEWLAYOUT_GROUP_ID" val="layout_57"/>
  <p:tag name="KSO_WM_NEWLAYOUT_ID" val="slide_138b38c969135e9e"/>
  <p:tag name="KSO_WM_UNIT_PRESET_TEXT" val="单击此处添加标题"/>
</p:tagLst>
</file>

<file path=ppt/tags/tag424.xml><?xml version="1.0" encoding="utf-8"?>
<p:tagLst xmlns:p="http://schemas.openxmlformats.org/presentationml/2006/main">
  <p:tag name="KSO_WM_BEAUTIFY_FLAG" val="#fgm#"/>
  <p:tag name="KSO_WM_FIGMA_FLAG" val="#fgm#"/>
  <p:tag name="KSO_WM_UNIT_INDEX" val="1"/>
  <p:tag name="KSO_WM_UNIT_TYPE" val="a"/>
  <p:tag name="KSO_WM_LAYOUT_CHECK_HASH" val="83905a72f5c1adb4ee6317136e4c5ac036f5f3a9"/>
  <p:tag name="KSO_WM_NEWLAYOUT_GROUP_ID" val="layout_57"/>
  <p:tag name="KSO_WM_NEWLAYOUT_ID" val="slide_138b38c969135e9e"/>
  <p:tag name="KSO_WM_UNIT_PRESET_TEXT" val="单击此处添加标题"/>
</p:tagLst>
</file>

<file path=ppt/tags/tag425.xml><?xml version="1.0" encoding="utf-8"?>
<p:tagLst xmlns:p="http://schemas.openxmlformats.org/presentationml/2006/main">
  <p:tag name="KSO_WM_BEAUTIFY_FLAG" val="#fgm#"/>
  <p:tag name="KSO_WM_FIGMA_FLAG" val="#fgm#"/>
  <p:tag name="KSO_WM_UNIT_INDEX" val="1"/>
  <p:tag name="KSO_WM_UNIT_TYPE" val="a"/>
  <p:tag name="KSO_WM_LAYOUT_CHECK_HASH" val="66bcc431506e2bd49ad2296ef4c0822741adfa1c"/>
  <p:tag name="KSO_WM_NEWLAYOUT_GROUP_ID" val="layout_35"/>
  <p:tag name="KSO_WM_NEWLAYOUT_ID" val="slide_1dc9fdfc3607bc18"/>
  <p:tag name="KSO_WM_UNIT_PRESET_TEXT" val="单击此处添加标题"/>
</p:tagLst>
</file>

<file path=ppt/tags/tag426.xml><?xml version="1.0" encoding="utf-8"?>
<p:tagLst xmlns:p="http://schemas.openxmlformats.org/presentationml/2006/main">
  <p:tag name="KSO_WM_BEAUTIFY_FLAG" val="#fgm#"/>
  <p:tag name="KSO_WM_FIGMA_FLAG" val="#fgm#"/>
  <p:tag name="KSO_WM_UNIT_INDEX" val="1"/>
  <p:tag name="KSO_WM_UNIT_TYPE" val="a"/>
  <p:tag name="KSO_WM_LAYOUT_CHECK_HASH" val="66bcc431506e2bd49ad2296ef4c0822741adfa1c"/>
  <p:tag name="KSO_WM_NEWLAYOUT_GROUP_ID" val="layout_35"/>
  <p:tag name="KSO_WM_NEWLAYOUT_ID" val="slide_1dc9fdfc3607bc18"/>
</p:tagLst>
</file>

<file path=ppt/tags/tag427.xml><?xml version="1.0" encoding="utf-8"?>
<p:tagLst xmlns:p="http://schemas.openxmlformats.org/presentationml/2006/main">
  <p:tag name="KSO_WM_BEAUTIFY_FLAG" val="#fgm#"/>
  <p:tag name="KSO_WM_FIGMA_FLAG" val="#fgm#"/>
  <p:tag name="KSO_WM_UNIT_INDEX" val="1"/>
  <p:tag name="KSO_WM_UNIT_TYPE" val="a"/>
  <p:tag name="KSO_WM_LAYOUT_CHECK_HASH" val="66bcc431506e2bd49ad2296ef4c0822741adfa1c"/>
  <p:tag name="KSO_WM_NEWLAYOUT_GROUP_ID" val="layout_35"/>
  <p:tag name="KSO_WM_NEWLAYOUT_ID" val="slide_1dc9fdfc3607bc18"/>
</p:tagLst>
</file>

<file path=ppt/tags/tag428.xml><?xml version="1.0" encoding="utf-8"?>
<p:tagLst xmlns:p="http://schemas.openxmlformats.org/presentationml/2006/main">
  <p:tag name="KSO_WM_BEAUTIFY_FLAG" val="#fgm#"/>
  <p:tag name="KSO_WM_FIGMA_FLAG" val="#fgm#"/>
  <p:tag name="KSO_WM_UNIT_INDEX" val="1"/>
  <p:tag name="KSO_WM_UNIT_TYPE" val="a"/>
  <p:tag name="KSO_WM_LAYOUT_CHECK_HASH" val="66bcc431506e2bd49ad2296ef4c0822741adfa1c"/>
  <p:tag name="KSO_WM_NEWLAYOUT_GROUP_ID" val="layout_35"/>
  <p:tag name="KSO_WM_NEWLAYOUT_ID" val="slide_1dc9fdfc3607bc18"/>
  <p:tag name="KSO_WM_UNIT_PRESET_TEXT" val="单击此处添加标题"/>
</p:tagLst>
</file>

<file path=ppt/tags/tag429.xml><?xml version="1.0" encoding="utf-8"?>
<p:tagLst xmlns:p="http://schemas.openxmlformats.org/presentationml/2006/main">
  <p:tag name="KSO_WM_BEAUTIFY_FLAG" val="#fgm#"/>
  <p:tag name="KSO_WM_DIAGRAM_GROUP_CODE" val="1"/>
  <p:tag name="KSO_WM_FIGMA_FLAG" val="#fgm#"/>
  <p:tag name="KSO_WM_UNIT_INDEX" val="1_1_2"/>
  <p:tag name="KSO_WM_UNIT_SUBTYPE" val="d"/>
  <p:tag name="KSO_WM_UNIT_TYPE" val="l_h_i"/>
  <p:tag name="KSO_WM_UNIT_PRESET_TEXT" val="01"/>
</p:tagLst>
</file>

<file path=ppt/tags/tag430.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 name="KSO_WM_UNIT_PRESET_TEXT" val="单击此处添加项标题"/>
</p:tagLst>
</file>

<file path=ppt/tags/tag431.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 name="KSO_WM_UNIT_PRESET_TEXT" val="单击此处添加项正文"/>
</p:tagLst>
</file>

<file path=ppt/tags/tag432.xml><?xml version="1.0" encoding="utf-8"?>
<p:tagLst xmlns:p="http://schemas.openxmlformats.org/presentationml/2006/main">
  <p:tag name="KSO_WM_BEAUTIFY_FLAG" val="#fgm#"/>
  <p:tag name="KSO_WM_DIAGRAM_GROUP_CODE" val="1"/>
  <p:tag name="KSO_WM_FIGMA_FLAG" val="#fgm#"/>
  <p:tag name="KSO_WM_UNIT_INDEX" val="1_2_2"/>
  <p:tag name="KSO_WM_UNIT_SUBTYPE" val="d"/>
  <p:tag name="KSO_WM_UNIT_TYPE" val="l_h_i"/>
  <p:tag name="KSO_WM_UNIT_PRESET_TEXT" val="02"/>
</p:tagLst>
</file>

<file path=ppt/tags/tag433.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 name="KSO_WM_UNIT_PRESET_TEXT" val="单击此处添加项标题"/>
</p:tagLst>
</file>

<file path=ppt/tags/tag434.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 name="KSO_WM_UNIT_PRESET_TEXT" val="单击此处添加项正文"/>
</p:tagLst>
</file>

<file path=ppt/tags/tag435.xml><?xml version="1.0" encoding="utf-8"?>
<p:tagLst xmlns:p="http://schemas.openxmlformats.org/presentationml/2006/main">
  <p:tag name="KSO_WM_BEAUTIFY_FLAG" val="#fgm#"/>
  <p:tag name="KSO_WM_DIAGRAM_GROUP_CODE" val="1"/>
  <p:tag name="KSO_WM_FIGMA_FLAG" val="#fgm#"/>
  <p:tag name="KSO_WM_UNIT_INDEX" val="1_3_2"/>
  <p:tag name="KSO_WM_UNIT_SUBTYPE" val="d"/>
  <p:tag name="KSO_WM_UNIT_TYPE" val="l_h_i"/>
  <p:tag name="KSO_WM_UNIT_PRESET_TEXT" val="03"/>
</p:tagLst>
</file>

<file path=ppt/tags/tag436.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 name="KSO_WM_UNIT_PRESET_TEXT" val="单击此处添加项标题"/>
</p:tagLst>
</file>

<file path=ppt/tags/tag437.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 name="KSO_WM_UNIT_PRESET_TEXT" val="单击此处添加项正文"/>
</p:tagLst>
</file>

<file path=ppt/tags/tag438.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1_1"/>
  <p:tag name="KSO_WM_UNIT_TYPE" val="l_h_i"/>
  <p:tag name="KSO_WM_UNIT_PRESET_TEXT" val=" "/>
</p:tagLst>
</file>

<file path=ppt/tags/tag439.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1_1"/>
  <p:tag name="KSO_WM_UNIT_TYPE" val="l_h_i"/>
  <p:tag name="KSO_WM_UNIT_PRESET_TEXT" val=" "/>
</p:tagLst>
</file>

<file path=ppt/tags/tag440.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1_1"/>
  <p:tag name="KSO_WM_UNIT_TYPE" val="l_h_i"/>
  <p:tag name="KSO_WM_UNIT_PRESET_TEXT" val=" "/>
</p:tagLst>
</file>

<file path=ppt/tags/tag441.xml><?xml version="1.0" encoding="utf-8"?>
<p:tagLst xmlns:p="http://schemas.openxmlformats.org/presentationml/2006/main">
  <p:tag name="KSO_WM_SLIDE_CONTENT_ORIENTATION" val=""/>
  <p:tag name="KSO_WM_SLIDE_HAS_MASK" val="0"/>
  <p:tag name="KSO_WM_SLIDE_ITEM_CNT" val="3"/>
  <p:tag name="KSO_WM_SLIDE_TYPE" val="text"/>
  <p:tag name="KSO_WM_TEMPLATE_SUBCATEGORY" val="29"/>
  <p:tag name="KSO_WM_BEAUTIFY_FLAG" val="#wm#"/>
  <p:tag name="KSO_WM_TEMPLATE_FIGMA_ID" val="69796625704"/>
  <p:tag name="KSO_WM_TEMPLATE_SLIDE_ID" val="slide_1dc9fdfc3607bc18"/>
</p:tagLst>
</file>

<file path=ppt/tags/tag442.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1_1"/>
  <p:tag name="KSO_WM_UNIT_TYPE" val="l_h_i"/>
  <p:tag name="KSO_WM_UNIT_PRESET_TEXT" val=" "/>
</p:tagLst>
</file>

<file path=ppt/tags/tag443.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 name="KSO_WM_UNIT_PRESET_TEXT" val="单击此处添加项标题"/>
</p:tagLst>
</file>

<file path=ppt/tags/tag444.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 name="KSO_WM_UNIT_PRESET_TEXT" val="单击此处添加项正文"/>
</p:tagLst>
</file>

<file path=ppt/tags/tag445.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2_1"/>
  <p:tag name="KSO_WM_UNIT_TYPE" val="l_h_i"/>
  <p:tag name="KSO_WM_UNIT_PRESET_TEXT" val=" "/>
</p:tagLst>
</file>

<file path=ppt/tags/tag446.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 name="KSO_WM_UNIT_PRESET_TEXT" val="单击此处添加项标题"/>
</p:tagLst>
</file>

<file path=ppt/tags/tag447.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 name="KSO_WM_UNIT_PRESET_TEXT" val="单击此处添加项正文"/>
</p:tagLst>
</file>

<file path=ppt/tags/tag448.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3_1"/>
  <p:tag name="KSO_WM_UNIT_TYPE" val="l_h_i"/>
  <p:tag name="KSO_WM_UNIT_PRESET_TEXT" val=" "/>
</p:tagLst>
</file>

<file path=ppt/tags/tag449.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 name="KSO_WM_UNIT_PRESET_TEXT" val="单击此处添加项标题"/>
</p:tagLst>
</file>

<file path=ppt/tags/tag450.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 name="KSO_WM_UNIT_PRESET_TEXT" val="单击此处添加项正文"/>
</p:tagLst>
</file>

<file path=ppt/tags/tag451.xml><?xml version="1.0" encoding="utf-8"?>
<p:tagLst xmlns:p="http://schemas.openxmlformats.org/presentationml/2006/main">
  <p:tag name="KSO_WM_BEAUTIFY_FLAG" val="#fgm#"/>
  <p:tag name="KSO_WM_FIGMA_FLAG" val="#fgm#"/>
  <p:tag name="KSO_WM_UNIT_INDEX" val="1"/>
  <p:tag name="KSO_WM_UNIT_TYPE" val="a"/>
  <p:tag name="KSO_WM_LAYOUT_CHECK_HASH" val="735eb84cf9750318457445c4b347e9c31902ee77"/>
  <p:tag name="KSO_WM_NEWLAYOUT_GROUP_ID" val="layout_38"/>
  <p:tag name="KSO_WM_NEWLAYOUT_ID" val="slide_602d535931c36a5c"/>
  <p:tag name="KSO_WM_UNIT_PRESET_TEXT" val="单击此处添加标题"/>
</p:tagLst>
</file>

<file path=ppt/tags/tag452.xml><?xml version="1.0" encoding="utf-8"?>
<p:tagLst xmlns:p="http://schemas.openxmlformats.org/presentationml/2006/main">
  <p:tag name="KSO_WM_SLIDE_CONTENT_ORIENTATION" val=""/>
  <p:tag name="KSO_WM_SLIDE_HAS_MASK" val="0"/>
  <p:tag name="KSO_WM_SLIDE_ITEM_CNT" val="3"/>
  <p:tag name="KSO_WM_SLIDE_TYPE" val="text"/>
  <p:tag name="KSO_WM_TEMPLATE_SUBCATEGORY" val="29"/>
  <p:tag name="KSO_WM_BEAUTIFY_FLAG" val="#wm#"/>
  <p:tag name="KSO_WM_TEMPLATE_FIGMA_ID" val="69796625704"/>
  <p:tag name="KSO_WM_TEMPLATE_SLIDE_ID" val="slide_dd2f059f6dfe3f3e"/>
</p:tagLst>
</file>

<file path=ppt/tags/tag453.xml><?xml version="1.0" encoding="utf-8"?>
<p:tagLst xmlns:p="http://schemas.openxmlformats.org/presentationml/2006/main">
  <p:tag name="KSO_WM_BEAUTIFY_FLAG" val="#fgm#"/>
  <p:tag name="KSO_WM_FIGMA_FLAG" val="#fgm#"/>
  <p:tag name="KSO_WM_UNIT_INDEX" val="1"/>
  <p:tag name="KSO_WM_UNIT_TYPE" val="a"/>
  <p:tag name="KSO_WM_LAYOUT_CHECK_HASH" val="735eb84cf9750318457445c4b347e9c31902ee77"/>
  <p:tag name="KSO_WM_NEWLAYOUT_GROUP_ID" val="layout_38"/>
  <p:tag name="KSO_WM_NEWLAYOUT_ID" val="slide_602d535931c36a5c"/>
  <p:tag name="KSO_WM_UNIT_PRESET_TEXT" val="单击此处添加标题"/>
</p:tagLst>
</file>

<file path=ppt/tags/tag454.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1_1"/>
  <p:tag name="KSO_WM_UNIT_TYPE" val="l_h_i"/>
  <p:tag name="KSO_WM_UNIT_PRESET_TEXT" val=" "/>
</p:tagLst>
</file>

<file path=ppt/tags/tag455.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 name="KSO_WM_UNIT_PRESET_TEXT" val="单击此处添加项标题"/>
</p:tagLst>
</file>

<file path=ppt/tags/tag456.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 name="KSO_WM_UNIT_PRESET_TEXT" val="单击此处添加项正文"/>
</p:tagLst>
</file>

<file path=ppt/tags/tag457.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2_1"/>
  <p:tag name="KSO_WM_UNIT_TYPE" val="l_h_i"/>
  <p:tag name="KSO_WM_UNIT_PRESET_TEXT" val=" "/>
</p:tagLst>
</file>

<file path=ppt/tags/tag458.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 name="KSO_WM_UNIT_PRESET_TEXT" val="单击此处添加项标题"/>
</p:tagLst>
</file>

<file path=ppt/tags/tag459.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 name="KSO_WM_UNIT_PRESET_TEXT" val="单击此处添加项正文"/>
</p:tagLst>
</file>

<file path=ppt/tags/tag460.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3_1"/>
  <p:tag name="KSO_WM_UNIT_TYPE" val="l_h_i"/>
  <p:tag name="KSO_WM_UNIT_PRESET_TEXT" val=" "/>
</p:tagLst>
</file>

<file path=ppt/tags/tag461.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 name="KSO_WM_UNIT_PRESET_TEXT" val="单击此处添加项标题"/>
</p:tagLst>
</file>

<file path=ppt/tags/tag462.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 name="KSO_WM_UNIT_PRESET_TEXT" val="单击此处添加项正文"/>
</p:tagLst>
</file>

<file path=ppt/tags/tag463.xml><?xml version="1.0" encoding="utf-8"?>
<p:tagLst xmlns:p="http://schemas.openxmlformats.org/presentationml/2006/main">
  <p:tag name="KSO_WM_SLIDE_CONTENT_ORIENTATION" val=""/>
  <p:tag name="KSO_WM_SLIDE_HAS_MASK" val="0"/>
  <p:tag name="KSO_WM_SLIDE_ITEM_CNT" val="3"/>
  <p:tag name="KSO_WM_SLIDE_TYPE" val="text"/>
  <p:tag name="KSO_WM_TEMPLATE_SUBCATEGORY" val="29"/>
  <p:tag name="KSO_WM_BEAUTIFY_FLAG" val="#wm#"/>
  <p:tag name="KSO_WM_TEMPLATE_FIGMA_ID" val="69796625704"/>
  <p:tag name="KSO_WM_TEMPLATE_SLIDE_ID" val="slide_602d535931c36a5c"/>
</p:tagLst>
</file>

<file path=ppt/tags/tag464.xml><?xml version="1.0" encoding="utf-8"?>
<p:tagLst xmlns:p="http://schemas.openxmlformats.org/presentationml/2006/main">
  <p:tag name="KSO_WM_BEAUTIFY_FLAG" val="#fgm#"/>
  <p:tag name="KSO_WM_FIGMA_FLAG" val="#fgm#"/>
  <p:tag name="KSO_WM_UNIT_INDEX" val="1"/>
  <p:tag name="KSO_WM_UNIT_TYPE" val="a"/>
  <p:tag name="KSO_WM_LAYOUT_CHECK_HASH" val="735eb84cf9750318457445c4b347e9c31902ee77"/>
  <p:tag name="KSO_WM_NEWLAYOUT_GROUP_ID" val="layout_38"/>
  <p:tag name="KSO_WM_NEWLAYOUT_ID" val="slide_602d535931c36a5c"/>
  <p:tag name="KSO_WM_UNIT_PRESET_TEXT" val="单击此处添加标题"/>
</p:tagLst>
</file>

<file path=ppt/tags/tag465.xml><?xml version="1.0" encoding="utf-8"?>
<p:tagLst xmlns:p="http://schemas.openxmlformats.org/presentationml/2006/main">
  <p:tag name="KSO_WM_BEAUTIFY_FLAG" val="#fgm#"/>
  <p:tag name="KSO_WM_FIGMA_FLAG" val="#fgm#"/>
  <p:tag name="KSO_WM_UNIT_INDEX" val="1"/>
  <p:tag name="KSO_WM_UNIT_TYPE" val="a"/>
  <p:tag name="KSO_WM_LAYOUT_CHECK_HASH" val="8b176cec4aba9b49bf14fbda0b77b856cdf52669"/>
  <p:tag name="KSO_WM_NEWLAYOUT_GROUP_ID" val="layout_62"/>
  <p:tag name="KSO_WM_NEWLAYOUT_ID" val="slide_200f6023f42ff4b4"/>
  <p:tag name="KSO_WM_UNIT_PRESET_TEXT" val="单击此处添加标题"/>
</p:tagLst>
</file>

<file path=ppt/tags/tag466.xml><?xml version="1.0" encoding="utf-8"?>
<p:tagLst xmlns:p="http://schemas.openxmlformats.org/presentationml/2006/main">
  <p:tag name="KSO_WM_BEAUTIFY_FLAG" val="#fgm#"/>
  <p:tag name="KSO_WM_FIGMA_FLAG" val="#fgm#"/>
  <p:tag name="KSO_WM_UNIT_INDEX" val="1"/>
  <p:tag name="KSO_WM_UNIT_TYPE" val="d"/>
  <p:tag name="MH_PIC_SOURCE_TYPE" val="generate_slide_ai*{&quot;id&quot;:&quot;http://zh-ai-group.ks3-cn-beijing-internal.ksyun.com/image_generate/image_process/production/202603/a603cd14-da25-4ea2-816c-6e4263bb114b.jpg?Expires=1806400520\u0026AWSAccessKeyId=AKLT9NSy7kh8TIS1UzNqLRY2\u0026Signature=VUTLTRRN%2B61FkmPCRTc4K04hTgU%3D&quot;,&quot;product_name&quot;:&quot;wps-wpp-web&quot;,&quot;intention_code&quot;:&quot;wps_wpp_generate_html_ppt_pay&quot;}*auto_qingqiu_3.0.7_prod*1774864512984_18d30d_836ac89e32f8-slide-29"/>
</p:tagLst>
</file>

<file path=ppt/tags/tag467.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1_1"/>
  <p:tag name="KSO_WM_UNIT_TYPE" val="l_h_i"/>
  <p:tag name="KSO_WM_UNIT_PRESET_TEXT" val=" "/>
</p:tagLst>
</file>

<file path=ppt/tags/tag468.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 name="KSO_WM_UNIT_PRESET_TEXT" val="项标题"/>
</p:tagLst>
</file>

<file path=ppt/tags/tag469.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 name="KSO_WM_UNIT_PRESET_TEXT" val="单击此处添加项正文"/>
</p:tagLst>
</file>

<file path=ppt/tags/tag470.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2_1"/>
  <p:tag name="KSO_WM_UNIT_TYPE" val="l_h_i"/>
  <p:tag name="KSO_WM_UNIT_PRESET_TEXT" val=" "/>
</p:tagLst>
</file>

<file path=ppt/tags/tag471.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 name="KSO_WM_UNIT_PRESET_TEXT" val="项标题"/>
</p:tagLst>
</file>

<file path=ppt/tags/tag472.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 name="KSO_WM_UNIT_PRESET_TEXT" val="单击此处添加项正文"/>
</p:tagLst>
</file>

<file path=ppt/tags/tag473.xml><?xml version="1.0" encoding="utf-8"?>
<p:tagLst xmlns:p="http://schemas.openxmlformats.org/presentationml/2006/main">
  <p:tag name="KSO_WM_SLIDE_CONTENT_ORIENTATION" val=""/>
  <p:tag name="KSO_WM_SLIDE_HAS_MASK" val="0"/>
  <p:tag name="KSO_WM_SLIDE_ITEM_CNT" val="2"/>
  <p:tag name="KSO_WM_SLIDE_TYPE" val="text"/>
  <p:tag name="KSO_WM_TEMPLATE_SUBCATEGORY" val="29"/>
  <p:tag name="KSO_WM_BEAUTIFY_FLAG" val="#wm#"/>
  <p:tag name="KSO_WM_TEMPLATE_FIGMA_ID" val="69796625704"/>
  <p:tag name="KSO_WM_TEMPLATE_SLIDE_ID" val="slide_200f6023f42ff4b4"/>
</p:tagLst>
</file>

<file path=ppt/tags/tag474.xml><?xml version="1.0" encoding="utf-8"?>
<p:tagLst xmlns:p="http://schemas.openxmlformats.org/presentationml/2006/main">
  <p:tag name="KSO_WM_BEAUTIFY_FLAG" val="#fgm#"/>
  <p:tag name="KSO_WM_FIGMA_FLAG" val="#fgm#"/>
  <p:tag name="KSO_WM_UNIT_INDEX" val="1"/>
  <p:tag name="KSO_WM_UNIT_TYPE" val="a"/>
  <p:tag name="KSO_WM_LAYOUT_CHECK_HASH" val="f22e74ef797b0a8f975160a91e79bc30e0b98cea"/>
  <p:tag name="KSO_WM_NEWLAYOUT_GROUP_ID" val="layout_6"/>
  <p:tag name="KSO_WM_NEWLAYOUT_ID" val="slide_20c7e24892b2d060"/>
  <p:tag name="KSO_WM_UNIT_PRESET_TEXT" val="单击此处添加标题"/>
</p:tagLst>
</file>

<file path=ppt/tags/tag475.xml><?xml version="1.0" encoding="utf-8"?>
<p:tagLst xmlns:p="http://schemas.openxmlformats.org/presentationml/2006/main">
  <p:tag name="KSO_WM_BEAUTIFY_FLAG" val="#fgm#"/>
  <p:tag name="KSO_WM_FIGMA_FLAG" val="#fgm#"/>
  <p:tag name="KSO_WM_UNIT_INDEX" val="1"/>
  <p:tag name="KSO_WM_UNIT_TYPE" val="d"/>
  <p:tag name="MH_PIC_SOURCE_TYPE" val="generate_slide_ai*{&quot;id&quot;:&quot;http://zh-ai-group.ks3-cn-beijing-internal.ksyun.com/image_generate/image_process/production/202603/22aba1a2-108d-4f97-b1c9-1a42781bfafa.jpg?Expires=1806400520\u0026AWSAccessKeyId=AKLT9NSy7kh8TIS1UzNqLRY2\u0026Signature=f9gx%2Bd1Tw7%2BodOCvB2WFA2C%2BDZE%3D&quot;,&quot;product_name&quot;:&quot;wps-wpp-web&quot;,&quot;intention_code&quot;:&quot;wps_wpp_generate_html_ppt_pay&quot;}*auto_qingqiu_3.0.7_prod*1774864512984_18d30d_836ac89e32f8-slide-31"/>
</p:tagLst>
</file>

<file path=ppt/tags/tag476.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1_1"/>
  <p:tag name="KSO_WM_UNIT_TYPE" val="l_h_i"/>
  <p:tag name="KSO_WM_UNIT_PRESET_TEXT" val=" "/>
</p:tagLst>
</file>

<file path=ppt/tags/tag477.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 name="KSO_WM_UNIT_PRESET_TEXT" val="单击此处添加项标题"/>
</p:tagLst>
</file>

<file path=ppt/tags/tag478.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 name="KSO_WM_UNIT_PRESET_TEXT" val="单击此处添加项正文"/>
</p:tagLst>
</file>

<file path=ppt/tags/tag479.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2_1"/>
  <p:tag name="KSO_WM_UNIT_TYPE" val="l_h_i"/>
  <p:tag name="KSO_WM_UNIT_PRESET_TEXT" val=" "/>
</p:tagLst>
</file>

<file path=ppt/tags/tag480.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 name="KSO_WM_UNIT_PRESET_TEXT" val="单击此处添加项标题"/>
</p:tagLst>
</file>

<file path=ppt/tags/tag481.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 name="KSO_WM_UNIT_PRESET_TEXT" val="单击此处添加项正文"/>
</p:tagLst>
</file>

<file path=ppt/tags/tag482.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3_1"/>
  <p:tag name="KSO_WM_UNIT_TYPE" val="l_h_i"/>
  <p:tag name="KSO_WM_UNIT_PRESET_TEXT" val=" "/>
</p:tagLst>
</file>

<file path=ppt/tags/tag483.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 name="KSO_WM_UNIT_PRESET_TEXT" val="单击此处添加项标题"/>
</p:tagLst>
</file>

<file path=ppt/tags/tag484.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 name="KSO_WM_UNIT_PRESET_TEXT" val="单击此处添加项正文"/>
</p:tagLst>
</file>

<file path=ppt/tags/tag485.xml><?xml version="1.0" encoding="utf-8"?>
<p:tagLst xmlns:p="http://schemas.openxmlformats.org/presentationml/2006/main">
  <p:tag name="KSO_WM_SLIDE_CONTENT_ORIENTATION" val=""/>
  <p:tag name="KSO_WM_SLIDE_HAS_MASK" val="0"/>
  <p:tag name="KSO_WM_SLIDE_ITEM_CNT" val="3"/>
  <p:tag name="KSO_WM_SLIDE_TYPE" val="text"/>
  <p:tag name="KSO_WM_TEMPLATE_SUBCATEGORY" val="29"/>
  <p:tag name="KSO_WM_BEAUTIFY_FLAG" val="#wm#"/>
  <p:tag name="KSO_WM_TEMPLATE_FIGMA_ID" val="69796625704"/>
  <p:tag name="KSO_WM_TEMPLATE_SLIDE_ID" val="slide_20c7e24892b2d060"/>
</p:tagLst>
</file>

<file path=ppt/tags/tag486.xml><?xml version="1.0" encoding="utf-8"?>
<p:tagLst xmlns:p="http://schemas.openxmlformats.org/presentationml/2006/main">
  <p:tag name="KSO_WM_UNIT_TYPE" val="a"/>
  <p:tag name="KSO_WM_BEAUTIFY_FLAG" val="#wm#"/>
  <p:tag name="KSO_WM_UNIT_INDEX" val="1"/>
  <p:tag name="KSO_WM_UNIT_TEXT_TYPE" val="1"/>
  <p:tag name="KSO_WM_LAYOUT_CHECK_HASH" val="e1a7ecfff8cb40fa040a7b3b5c5c6f3d4c48faea"/>
  <p:tag name="KSO_WM_NEWLAYOUT_ID" val="35"/>
  <p:tag name="KSO_WM_UNIT_PRESET_TEXT" val="谢谢观看&#13;"/>
  <p:tag name="KSO_WM_FIGMA_FLAG" val="#fgm#"/>
  <p:tag name="KSO_WM_UNIT_ID" val="_11*a*1"/>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859"/>
  <p:tag name="KSO_WM_TEMPLATE_CATEGORY" val="custom"/>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spect">
      <a:majorFont>
        <a:latin typeface="微软雅黑"/>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微软雅黑"/>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自定义 8">
      <a:dk1>
        <a:srgbClr val="000000"/>
      </a:dk1>
      <a:lt1>
        <a:srgbClr val="FFFFFF"/>
      </a:lt1>
      <a:dk2>
        <a:srgbClr val="193834"/>
      </a:dk2>
      <a:lt2>
        <a:srgbClr val="FFFFFF"/>
      </a:lt2>
      <a:accent1>
        <a:srgbClr val="6AB1AB"/>
      </a:accent1>
      <a:accent2>
        <a:srgbClr val="217ECE"/>
      </a:accent2>
      <a:accent3>
        <a:srgbClr val="1F97CD"/>
      </a:accent3>
      <a:accent4>
        <a:srgbClr val="9D93C0"/>
      </a:accent4>
      <a:accent5>
        <a:srgbClr val="C995B1"/>
      </a:accent5>
      <a:accent6>
        <a:srgbClr val="EC5F74"/>
      </a:accent6>
      <a:hlink>
        <a:srgbClr val="0563C1"/>
      </a:hlink>
      <a:folHlink>
        <a:srgbClr val="954D72"/>
      </a:folHlink>
    </a:clrScheme>
    <a:fontScheme name="自定义 1">
      <a:majorFont>
        <a:latin typeface="微软雅黑"/>
        <a:ea typeface="微软雅黑"/>
        <a:cs typeface=""/>
      </a:majorFont>
      <a:minorFont>
        <a:latin typeface="微软雅黑"/>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10272</Words>
  <Application>WPS 演示</Application>
  <PresentationFormat>宽屏</PresentationFormat>
  <Paragraphs>566</Paragraphs>
  <Slides>33</Slides>
  <Notes>0</Notes>
  <HiddenSlides>0</HiddenSlides>
  <MMClips>0</MMClips>
  <ScaleCrop>false</ScaleCrop>
  <HeadingPairs>
    <vt:vector size="6" baseType="variant">
      <vt:variant>
        <vt:lpstr>已用的字体</vt:lpstr>
      </vt:variant>
      <vt:variant>
        <vt:i4>12</vt:i4>
      </vt:variant>
      <vt:variant>
        <vt:lpstr>主题</vt:lpstr>
      </vt:variant>
      <vt:variant>
        <vt:i4>2</vt:i4>
      </vt:variant>
      <vt:variant>
        <vt:lpstr>幻灯片标题</vt:lpstr>
      </vt:variant>
      <vt:variant>
        <vt:i4>33</vt:i4>
      </vt:variant>
    </vt:vector>
  </HeadingPairs>
  <TitlesOfParts>
    <vt:vector size="47" baseType="lpstr">
      <vt:lpstr>Arial</vt:lpstr>
      <vt:lpstr>宋体</vt:lpstr>
      <vt:lpstr>Wingdings</vt:lpstr>
      <vt:lpstr>微软雅黑</vt:lpstr>
      <vt:lpstr>黑体</vt:lpstr>
      <vt:lpstr>Times New Roman</vt:lpstr>
      <vt:lpstr>Cambria Math</vt:lpstr>
      <vt:lpstr>Wingdings</vt:lpstr>
      <vt:lpstr>MS Mincho</vt:lpstr>
      <vt:lpstr>Arial Unicode MS</vt:lpstr>
      <vt:lpstr>Calibri</vt:lpstr>
      <vt:lpstr>MS PGothic</vt:lpstr>
      <vt:lpstr>Office 主题</vt:lpstr>
      <vt:lpstr>1_Office 主题</vt:lpstr>
      <vt:lpstr>基于残差神经网络的语音情感识别</vt:lpstr>
      <vt:lpstr>PowerPoint 演示文稿</vt:lpstr>
      <vt:lpstr>PowerPoint 演示文稿</vt:lpstr>
      <vt:lpstr>语音情感识别的重要性</vt:lpstr>
      <vt:lpstr>PowerPoint 演示文稿</vt:lpstr>
      <vt:lpstr>PowerPoint 演示文稿</vt:lpstr>
      <vt:lpstr>传统监督学习简介</vt:lpstr>
      <vt:lpstr>传统监督学习缺点</vt:lpstr>
      <vt:lpstr>Wav2Vec2简介</vt:lpstr>
      <vt:lpstr>Wav2Vec2简介</vt:lpstr>
      <vt:lpstr>·残差网络ResNet</vt:lpstr>
      <vt:lpstr>PowerPoint 演示文稿</vt:lpstr>
      <vt:lpstr>PowerPoint 演示文稿</vt:lpstr>
      <vt:lpstr>·残差网络与普通网络</vt:lpstr>
      <vt:lpstr>·残差网络ResNet</vt:lpstr>
      <vt:lpstr>数据增强</vt:lpstr>
      <vt:lpstr>PowerPoint 演示文稿</vt:lpstr>
      <vt:lpstr>RAVDESS数据集</vt:lpstr>
      <vt:lpstr>RAVDESS数据集重要情感内容</vt:lpstr>
      <vt:lpstr>RAVDESS数据集获取</vt:lpstr>
      <vt:lpstr>PowerPoint 演示文稿</vt:lpstr>
      <vt:lpstr>模型架构 - Resnet残差方程</vt:lpstr>
      <vt:lpstr>Wav2Vec2微调策略</vt:lpstr>
      <vt:lpstr>正则化策略</vt:lpstr>
      <vt:lpstr>PowerPoint 演示文稿</vt:lpstr>
      <vt:lpstr>总体评估</vt:lpstr>
      <vt:lpstr>PowerPoint 演示文稿</vt:lpstr>
      <vt:lpstr>评估指标计算公式</vt:lpstr>
      <vt:lpstr>训练动态与Epoch选择</vt:lpstr>
      <vt:lpstr>PowerPoint 演示文稿</vt:lpstr>
      <vt:lpstr>训练过程分析</vt:lpstr>
      <vt:lpstr>未来展望</vt:lpstr>
      <vt:lpstr>谢谢</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基于残差神经网络的语音情感识别</dc:title>
  <dc:creator/>
  <cp:lastModifiedBy>酱紫rua¿</cp:lastModifiedBy>
  <cp:revision>18</cp:revision>
  <dcterms:created xsi:type="dcterms:W3CDTF">2026-03-30T11:06:00Z</dcterms:created>
  <dcterms:modified xsi:type="dcterms:W3CDTF">2026-05-02T07:42:54Z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2052-12.1.0.25865</vt:lpwstr>
  </property>
  <property fmtid="{D5CDD505-2E9C-101B-9397-08002B2CF9AE}" pid="3" name="KSOTemplateUUID">
    <vt:lpwstr>v1.0_ai_69796625704</vt:lpwstr>
  </property>
  <property fmtid="{D5CDD505-2E9C-101B-9397-08002B2CF9AE}" pid="4" name="ICV">
    <vt:lpwstr>E11B10DCC2556E53B348CA690F07C405_42</vt:lpwstr>
  </property>
</Properties>
</file>